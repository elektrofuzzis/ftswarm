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1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3517EC-3FB1-B8ED-00D2-7E8C85080A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996338B-F52F-C413-7F39-85311A7B70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384FDED-CC2A-8456-967C-3FECA8D45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88FA0-6002-4C4B-9120-294BEA23AAB4}" type="datetimeFigureOut">
              <a:rPr lang="de-DE" smtClean="0"/>
              <a:t>07.05.2025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B397EE0-7F60-74F2-D161-EDD0999E8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BECC81A-ACFA-6D21-1A2B-91A5004C8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F42A9-C6AC-4766-8E76-45A282B85D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7029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43DF7E-C891-F0DF-187F-B5D51F1A2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FDBD087-FC7D-F6B8-A679-880038E79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E18DCDD-CD7A-94C9-78EA-71E8150A0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88FA0-6002-4C4B-9120-294BEA23AAB4}" type="datetimeFigureOut">
              <a:rPr lang="de-DE" smtClean="0"/>
              <a:t>07.05.2025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657B84C-B334-181B-AA79-78D45AAFD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118DD40-01AC-BF0F-1703-9885C65BC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F42A9-C6AC-4766-8E76-45A282B85D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698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2FAA80-90D7-43C2-246B-87EE76A1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49F7858-684E-273A-D798-431088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3B3F500-13B5-3E7D-8AE5-2FBEFDEF3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88FA0-6002-4C4B-9120-294BEA23AAB4}" type="datetimeFigureOut">
              <a:rPr lang="de-DE" smtClean="0"/>
              <a:t>07.05.2025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788EFFD-87FD-B8F5-C0B5-A61D99F02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9A4E35F-CA9E-F17E-2F49-EAFF2B3B2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F42A9-C6AC-4766-8E76-45A282B85D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8687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ADCB98-E725-3F8C-DBA6-8A7CD4592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C7C875-9900-CBFE-BE6B-91127C4F78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223BC6E-AEF7-512B-9F1A-D705F41051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B978C69-A467-2966-5D9B-F0391BCDC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88FA0-6002-4C4B-9120-294BEA23AAB4}" type="datetimeFigureOut">
              <a:rPr lang="de-DE" smtClean="0"/>
              <a:t>07.05.2025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68CFE8B-C084-F487-6C7A-CB27054C1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8FA0F5E-BD04-D761-BD68-89FE79E3A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F42A9-C6AC-4766-8E76-45A282B85D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87740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260439-A9E9-E6AB-572B-CF1FDD206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EB6AE33-D269-4443-8F0C-D1B5C0B96B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58E08F1-7589-3ABB-3E6A-05B32C9CA7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95A8B16-B517-9129-6339-74DCAA63F1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6ED6922-5286-9466-0D0E-4DC3B21EBF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E51B335-7BA6-13EF-4913-D40E6494B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88FA0-6002-4C4B-9120-294BEA23AAB4}" type="datetimeFigureOut">
              <a:rPr lang="de-DE" smtClean="0"/>
              <a:t>07.05.2025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AE83E38-9F9D-6E12-1022-46085D03B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981F2F5-813E-F22C-EF0E-37193A689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F42A9-C6AC-4766-8E76-45A282B85D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2550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BF3F7B-A007-419D-8269-206330494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DDB7FC2-2D1F-730B-CD7E-ECE3F6118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88FA0-6002-4C4B-9120-294BEA23AAB4}" type="datetimeFigureOut">
              <a:rPr lang="de-DE" smtClean="0"/>
              <a:t>07.05.2025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D6462B5-3726-BC9D-E97F-42DEBB8E2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BB76AA4-5E4B-8849-DF30-BACA380EF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F42A9-C6AC-4766-8E76-45A282B85D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66754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F5156A4-4827-509E-9352-CF151E6BF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88FA0-6002-4C4B-9120-294BEA23AAB4}" type="datetimeFigureOut">
              <a:rPr lang="de-DE" smtClean="0"/>
              <a:t>07.05.2025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93A90F0-1C71-4045-3119-14E5DBDAF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E749A67-CD8F-5F3C-79CD-D1D8F9496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F42A9-C6AC-4766-8E76-45A282B85D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1864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033E67-BEF0-69EA-FDFA-2BC3E3848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5113EF9-6748-AD18-FC9A-8AB929F9B8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C1A7ED9-18E3-8A38-01B2-CBEF99EFD7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05D74E4-0BD1-5F23-ADEE-5212F7C52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88FA0-6002-4C4B-9120-294BEA23AAB4}" type="datetimeFigureOut">
              <a:rPr lang="de-DE" smtClean="0"/>
              <a:t>07.05.2025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04E9FF0-6580-1163-ADB1-5F384A09D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84BEC86-246B-8DD7-72AF-BB372A2A4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F42A9-C6AC-4766-8E76-45A282B85D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1644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E1D13B-A4F4-12E0-BAFB-5FA3D30A6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3C2589D-9DD1-B6BE-D7D2-AAA401C5B3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7D1F112-8A9D-0D84-4B27-32CE0843BF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05189A8-A03C-DC61-6420-5AFC3AAB0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88FA0-6002-4C4B-9120-294BEA23AAB4}" type="datetimeFigureOut">
              <a:rPr lang="de-DE" smtClean="0"/>
              <a:t>07.05.2025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9D9B454-266B-1AC9-994F-1AE47A1B6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1C18543-E05E-1A83-F6B4-5486C7489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F42A9-C6AC-4766-8E76-45A282B85D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829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604E41-C6F8-AA69-D6B6-CB8C12A97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A39C0BE-7DCD-942C-B5E0-F3D7BCBBB1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7DA4ACE-3851-5F5F-9118-3DCC4AD72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88FA0-6002-4C4B-9120-294BEA23AAB4}" type="datetimeFigureOut">
              <a:rPr lang="de-DE" smtClean="0"/>
              <a:t>07.05.2025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21FD416-7B8B-4B52-9980-FB354D341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9F43E55-CD58-3AC8-FC4A-6D9D3E3EB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F42A9-C6AC-4766-8E76-45A282B85D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2097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2C455BC-D64C-65B1-41F5-B7130E052C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C90B816-F6FA-478C-03E9-4ED0EDCFFC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2E2C5E1-5A54-8982-01DE-11DC823CF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88FA0-6002-4C4B-9120-294BEA23AAB4}" type="datetimeFigureOut">
              <a:rPr lang="de-DE" smtClean="0"/>
              <a:t>07.05.2025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AB09B1F-62DD-5EE2-CB45-B27D8BE53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E289261-DFD4-BFEE-E54C-A462D57B9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F42A9-C6AC-4766-8E76-45A282B85D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4749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1ACF3EA-1299-3C85-76B9-A4FBBDF1C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454A3C2-30F3-2A21-BFB3-71FAC29790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E998402-12F6-3506-217C-B5C4AF15AE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E88FA0-6002-4C4B-9120-294BEA23AAB4}" type="datetimeFigureOut">
              <a:rPr lang="de-DE" smtClean="0"/>
              <a:t>07.05.2025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4D4B527-1FDF-892D-7AEA-3A26F543A5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F5DDB19-1AF1-36C9-68B3-F39DB7C0D1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4F42A9-C6AC-4766-8E76-45A282B85D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51799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DDE81746-B900-8779-7A4E-726704960C79}"/>
              </a:ext>
            </a:extLst>
          </p:cNvPr>
          <p:cNvSpPr txBox="1"/>
          <p:nvPr/>
        </p:nvSpPr>
        <p:spPr>
          <a:xfrm>
            <a:off x="5620439" y="800631"/>
            <a:ext cx="763351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1000" dirty="0" err="1">
                <a:solidFill>
                  <a:srgbClr val="FF0000"/>
                </a:solidFill>
              </a:rPr>
              <a:t>FtSwarmIO</a:t>
            </a:r>
            <a:endParaRPr lang="de-DE" sz="1000" dirty="0">
              <a:solidFill>
                <a:srgbClr val="FF0000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D996D3D-6733-6A68-6CBD-159ECB8DF7C4}"/>
              </a:ext>
            </a:extLst>
          </p:cNvPr>
          <p:cNvSpPr txBox="1"/>
          <p:nvPr/>
        </p:nvSpPr>
        <p:spPr>
          <a:xfrm>
            <a:off x="1865320" y="1509422"/>
            <a:ext cx="1656223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1000" dirty="0" err="1">
                <a:solidFill>
                  <a:srgbClr val="FF0000"/>
                </a:solidFill>
              </a:rPr>
              <a:t>FtSwarmInput</a:t>
            </a:r>
            <a:r>
              <a:rPr lang="de-DE" sz="1000" dirty="0">
                <a:solidFill>
                  <a:srgbClr val="FF0000"/>
                </a:solidFill>
              </a:rPr>
              <a:t> -&gt; </a:t>
            </a:r>
            <a:r>
              <a:rPr lang="de-DE" sz="1000" dirty="0" err="1">
                <a:solidFill>
                  <a:srgbClr val="FF0000"/>
                </a:solidFill>
              </a:rPr>
              <a:t>SwOSInput</a:t>
            </a:r>
            <a:endParaRPr lang="de-DE" sz="1000" dirty="0">
              <a:solidFill>
                <a:srgbClr val="FF0000"/>
              </a:solidFill>
            </a:endParaRPr>
          </a:p>
        </p:txBody>
      </p:sp>
      <p:cxnSp>
        <p:nvCxnSpPr>
          <p:cNvPr id="7" name="Verbinder: gewinkelt 6">
            <a:extLst>
              <a:ext uri="{FF2B5EF4-FFF2-40B4-BE49-F238E27FC236}">
                <a16:creationId xmlns:a16="http://schemas.microsoft.com/office/drawing/2014/main" id="{9DE2265A-05C3-9044-1BF9-F2B17B2DAB56}"/>
              </a:ext>
            </a:extLst>
          </p:cNvPr>
          <p:cNvCxnSpPr>
            <a:stCxn id="4" idx="2"/>
            <a:endCxn id="5" idx="0"/>
          </p:cNvCxnSpPr>
          <p:nvPr/>
        </p:nvCxnSpPr>
        <p:spPr>
          <a:xfrm rot="5400000">
            <a:off x="4116489" y="-376204"/>
            <a:ext cx="462570" cy="3308683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feld 8">
            <a:extLst>
              <a:ext uri="{FF2B5EF4-FFF2-40B4-BE49-F238E27FC236}">
                <a16:creationId xmlns:a16="http://schemas.microsoft.com/office/drawing/2014/main" id="{9D56CC6E-8779-4120-3E92-F93EA6870BF5}"/>
              </a:ext>
            </a:extLst>
          </p:cNvPr>
          <p:cNvSpPr txBox="1"/>
          <p:nvPr/>
        </p:nvSpPr>
        <p:spPr>
          <a:xfrm>
            <a:off x="1608015" y="2114582"/>
            <a:ext cx="1253869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1000" dirty="0" err="1"/>
              <a:t>FtSwarmDigitalInput</a:t>
            </a:r>
            <a:endParaRPr lang="de-DE" sz="1000" dirty="0"/>
          </a:p>
        </p:txBody>
      </p:sp>
      <p:cxnSp>
        <p:nvCxnSpPr>
          <p:cNvPr id="10" name="Verbinder: gewinkelt 9">
            <a:extLst>
              <a:ext uri="{FF2B5EF4-FFF2-40B4-BE49-F238E27FC236}">
                <a16:creationId xmlns:a16="http://schemas.microsoft.com/office/drawing/2014/main" id="{6D3B39E2-899B-2F9B-298C-B6273445D8E8}"/>
              </a:ext>
            </a:extLst>
          </p:cNvPr>
          <p:cNvCxnSpPr>
            <a:cxnSpLocks/>
            <a:stCxn id="5" idx="2"/>
            <a:endCxn id="9" idx="0"/>
          </p:cNvCxnSpPr>
          <p:nvPr/>
        </p:nvCxnSpPr>
        <p:spPr>
          <a:xfrm rot="5400000">
            <a:off x="2284722" y="1705871"/>
            <a:ext cx="358939" cy="458482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feld 13">
            <a:extLst>
              <a:ext uri="{FF2B5EF4-FFF2-40B4-BE49-F238E27FC236}">
                <a16:creationId xmlns:a16="http://schemas.microsoft.com/office/drawing/2014/main" id="{64D1D269-1897-A50C-BAD3-C381570576BF}"/>
              </a:ext>
            </a:extLst>
          </p:cNvPr>
          <p:cNvSpPr txBox="1"/>
          <p:nvPr/>
        </p:nvSpPr>
        <p:spPr>
          <a:xfrm>
            <a:off x="2695838" y="2559698"/>
            <a:ext cx="990977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1000" dirty="0" err="1"/>
              <a:t>FtSwarmSwitch</a:t>
            </a:r>
            <a:endParaRPr lang="de-DE" sz="1000" dirty="0"/>
          </a:p>
        </p:txBody>
      </p:sp>
      <p:cxnSp>
        <p:nvCxnSpPr>
          <p:cNvPr id="16" name="Verbinder: gewinkelt 15">
            <a:extLst>
              <a:ext uri="{FF2B5EF4-FFF2-40B4-BE49-F238E27FC236}">
                <a16:creationId xmlns:a16="http://schemas.microsoft.com/office/drawing/2014/main" id="{1F169D3C-34A9-87EA-B79D-39B341819CE2}"/>
              </a:ext>
            </a:extLst>
          </p:cNvPr>
          <p:cNvCxnSpPr>
            <a:cxnSpLocks/>
            <a:stCxn id="9" idx="2"/>
            <a:endCxn id="14" idx="1"/>
          </p:cNvCxnSpPr>
          <p:nvPr/>
        </p:nvCxnSpPr>
        <p:spPr>
          <a:xfrm rot="16200000" flipH="1">
            <a:off x="2304391" y="2291362"/>
            <a:ext cx="322006" cy="460888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feld 18">
            <a:extLst>
              <a:ext uri="{FF2B5EF4-FFF2-40B4-BE49-F238E27FC236}">
                <a16:creationId xmlns:a16="http://schemas.microsoft.com/office/drawing/2014/main" id="{5113B0DE-D2D3-5B66-E13B-F1FCD6C91E4F}"/>
              </a:ext>
            </a:extLst>
          </p:cNvPr>
          <p:cNvSpPr txBox="1"/>
          <p:nvPr/>
        </p:nvSpPr>
        <p:spPr>
          <a:xfrm>
            <a:off x="2695837" y="2881703"/>
            <a:ext cx="1255472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1000" dirty="0" err="1"/>
              <a:t>FtSwarmReedSwitch</a:t>
            </a:r>
            <a:endParaRPr lang="de-DE" sz="1000" dirty="0"/>
          </a:p>
        </p:txBody>
      </p:sp>
      <p:cxnSp>
        <p:nvCxnSpPr>
          <p:cNvPr id="20" name="Verbinder: gewinkelt 19">
            <a:extLst>
              <a:ext uri="{FF2B5EF4-FFF2-40B4-BE49-F238E27FC236}">
                <a16:creationId xmlns:a16="http://schemas.microsoft.com/office/drawing/2014/main" id="{41B9B76E-4C23-3357-AD68-6A8D28F4766D}"/>
              </a:ext>
            </a:extLst>
          </p:cNvPr>
          <p:cNvCxnSpPr>
            <a:cxnSpLocks/>
            <a:stCxn id="9" idx="2"/>
            <a:endCxn id="19" idx="1"/>
          </p:cNvCxnSpPr>
          <p:nvPr/>
        </p:nvCxnSpPr>
        <p:spPr>
          <a:xfrm rot="16200000" flipH="1">
            <a:off x="2143388" y="2452364"/>
            <a:ext cx="644011" cy="460887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feld 22">
            <a:extLst>
              <a:ext uri="{FF2B5EF4-FFF2-40B4-BE49-F238E27FC236}">
                <a16:creationId xmlns:a16="http://schemas.microsoft.com/office/drawing/2014/main" id="{F0ED9D0F-B646-D98C-AA74-DAF64D4FCF13}"/>
              </a:ext>
            </a:extLst>
          </p:cNvPr>
          <p:cNvSpPr txBox="1"/>
          <p:nvPr/>
        </p:nvSpPr>
        <p:spPr>
          <a:xfrm>
            <a:off x="2697814" y="3206161"/>
            <a:ext cx="1260281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1000" dirty="0" err="1"/>
              <a:t>FtSwarmLightBarrier</a:t>
            </a:r>
            <a:endParaRPr lang="de-DE" sz="1000" dirty="0"/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242C9D49-96D8-D791-9B59-E72CEB33889E}"/>
              </a:ext>
            </a:extLst>
          </p:cNvPr>
          <p:cNvSpPr txBox="1"/>
          <p:nvPr/>
        </p:nvSpPr>
        <p:spPr>
          <a:xfrm>
            <a:off x="6314487" y="3924719"/>
            <a:ext cx="1819729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1000" dirty="0" err="1"/>
              <a:t>FtSwarmButton</a:t>
            </a:r>
            <a:r>
              <a:rPr lang="de-DE" sz="1000" dirty="0"/>
              <a:t> -&gt; </a:t>
            </a:r>
            <a:r>
              <a:rPr lang="de-DE" sz="1000" dirty="0" err="1"/>
              <a:t>SwOSButton</a:t>
            </a:r>
            <a:endParaRPr lang="de-DE" sz="1000" dirty="0"/>
          </a:p>
        </p:txBody>
      </p:sp>
      <p:cxnSp>
        <p:nvCxnSpPr>
          <p:cNvPr id="25" name="Verbinder: gewinkelt 24">
            <a:extLst>
              <a:ext uri="{FF2B5EF4-FFF2-40B4-BE49-F238E27FC236}">
                <a16:creationId xmlns:a16="http://schemas.microsoft.com/office/drawing/2014/main" id="{69A7CA39-C528-9414-B6FB-B4F854178B17}"/>
              </a:ext>
            </a:extLst>
          </p:cNvPr>
          <p:cNvCxnSpPr>
            <a:cxnSpLocks/>
            <a:stCxn id="9" idx="2"/>
            <a:endCxn id="23" idx="1"/>
          </p:cNvCxnSpPr>
          <p:nvPr/>
        </p:nvCxnSpPr>
        <p:spPr>
          <a:xfrm rot="16200000" flipH="1">
            <a:off x="1982148" y="2613605"/>
            <a:ext cx="968469" cy="462864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Verbinder: gewinkelt 29">
            <a:extLst>
              <a:ext uri="{FF2B5EF4-FFF2-40B4-BE49-F238E27FC236}">
                <a16:creationId xmlns:a16="http://schemas.microsoft.com/office/drawing/2014/main" id="{E8462AD2-150C-ADC0-9F20-023AC8D5377C}"/>
              </a:ext>
            </a:extLst>
          </p:cNvPr>
          <p:cNvCxnSpPr>
            <a:cxnSpLocks/>
            <a:stCxn id="4" idx="2"/>
            <a:endCxn id="24" idx="1"/>
          </p:cNvCxnSpPr>
          <p:nvPr/>
        </p:nvCxnSpPr>
        <p:spPr>
          <a:xfrm rot="16200000" flipH="1">
            <a:off x="4657812" y="2391155"/>
            <a:ext cx="3000978" cy="312372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feld 30">
            <a:extLst>
              <a:ext uri="{FF2B5EF4-FFF2-40B4-BE49-F238E27FC236}">
                <a16:creationId xmlns:a16="http://schemas.microsoft.com/office/drawing/2014/main" id="{9891E224-AFF2-AC4F-4FC4-73795F61B706}"/>
              </a:ext>
            </a:extLst>
          </p:cNvPr>
          <p:cNvSpPr txBox="1"/>
          <p:nvPr/>
        </p:nvSpPr>
        <p:spPr>
          <a:xfrm>
            <a:off x="3556515" y="2121111"/>
            <a:ext cx="1282723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1000" dirty="0" err="1"/>
              <a:t>FtSwarmAnalogInput</a:t>
            </a:r>
            <a:endParaRPr lang="de-DE" sz="1000" dirty="0"/>
          </a:p>
        </p:txBody>
      </p:sp>
      <p:cxnSp>
        <p:nvCxnSpPr>
          <p:cNvPr id="33" name="Verbinder: gewinkelt 32">
            <a:extLst>
              <a:ext uri="{FF2B5EF4-FFF2-40B4-BE49-F238E27FC236}">
                <a16:creationId xmlns:a16="http://schemas.microsoft.com/office/drawing/2014/main" id="{F9F6A278-C15F-44EE-39DA-10D895E91B48}"/>
              </a:ext>
            </a:extLst>
          </p:cNvPr>
          <p:cNvCxnSpPr>
            <a:stCxn id="5" idx="2"/>
            <a:endCxn id="31" idx="0"/>
          </p:cNvCxnSpPr>
          <p:nvPr/>
        </p:nvCxnSpPr>
        <p:spPr>
          <a:xfrm rot="16200000" flipH="1">
            <a:off x="3262920" y="1186154"/>
            <a:ext cx="365468" cy="1504445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feld 33">
            <a:extLst>
              <a:ext uri="{FF2B5EF4-FFF2-40B4-BE49-F238E27FC236}">
                <a16:creationId xmlns:a16="http://schemas.microsoft.com/office/drawing/2014/main" id="{AB7B151E-AF38-1C62-FC54-EE3C6874AFF7}"/>
              </a:ext>
            </a:extLst>
          </p:cNvPr>
          <p:cNvSpPr txBox="1"/>
          <p:nvPr/>
        </p:nvSpPr>
        <p:spPr>
          <a:xfrm>
            <a:off x="4458017" y="2566226"/>
            <a:ext cx="1176925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1000" dirty="0" err="1"/>
              <a:t>FtSwarmVoltmeter</a:t>
            </a:r>
            <a:endParaRPr lang="de-DE" sz="1000" dirty="0"/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426483E1-47F2-7AB7-2C8F-A13B143FBBAE}"/>
              </a:ext>
            </a:extLst>
          </p:cNvPr>
          <p:cNvSpPr txBox="1"/>
          <p:nvPr/>
        </p:nvSpPr>
        <p:spPr>
          <a:xfrm>
            <a:off x="4458016" y="2888230"/>
            <a:ext cx="1220206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1000" dirty="0" err="1"/>
              <a:t>FtSwarmOhmmeter</a:t>
            </a:r>
            <a:endParaRPr lang="de-DE" sz="1000" dirty="0"/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2B25388E-A752-8291-625C-E92AA46D31BC}"/>
              </a:ext>
            </a:extLst>
          </p:cNvPr>
          <p:cNvSpPr txBox="1"/>
          <p:nvPr/>
        </p:nvSpPr>
        <p:spPr>
          <a:xfrm>
            <a:off x="4458016" y="3210234"/>
            <a:ext cx="1374094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1000" dirty="0" err="1"/>
              <a:t>FtSwarmThermometer</a:t>
            </a:r>
            <a:endParaRPr lang="de-DE" sz="1000" dirty="0"/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AFD2A88B-6E3B-4CDE-784F-7AF2D21B655E}"/>
              </a:ext>
            </a:extLst>
          </p:cNvPr>
          <p:cNvSpPr txBox="1"/>
          <p:nvPr/>
        </p:nvSpPr>
        <p:spPr>
          <a:xfrm>
            <a:off x="4458017" y="3532238"/>
            <a:ext cx="848309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1000" dirty="0" err="1"/>
              <a:t>FtSwarmLDR</a:t>
            </a:r>
            <a:endParaRPr lang="de-DE" sz="1000" dirty="0"/>
          </a:p>
        </p:txBody>
      </p:sp>
      <p:cxnSp>
        <p:nvCxnSpPr>
          <p:cNvPr id="39" name="Verbinder: gewinkelt 38">
            <a:extLst>
              <a:ext uri="{FF2B5EF4-FFF2-40B4-BE49-F238E27FC236}">
                <a16:creationId xmlns:a16="http://schemas.microsoft.com/office/drawing/2014/main" id="{A2002917-3D47-5C7C-82A0-0158191EA2BF}"/>
              </a:ext>
            </a:extLst>
          </p:cNvPr>
          <p:cNvCxnSpPr>
            <a:stCxn id="31" idx="2"/>
            <a:endCxn id="34" idx="1"/>
          </p:cNvCxnSpPr>
          <p:nvPr/>
        </p:nvCxnSpPr>
        <p:spPr>
          <a:xfrm rot="16200000" flipH="1">
            <a:off x="4166945" y="2398264"/>
            <a:ext cx="322005" cy="260140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Verbinder: gewinkelt 39">
            <a:extLst>
              <a:ext uri="{FF2B5EF4-FFF2-40B4-BE49-F238E27FC236}">
                <a16:creationId xmlns:a16="http://schemas.microsoft.com/office/drawing/2014/main" id="{7A9971DC-4AB9-AC51-9375-6475F87A41FE}"/>
              </a:ext>
            </a:extLst>
          </p:cNvPr>
          <p:cNvCxnSpPr>
            <a:cxnSpLocks/>
            <a:stCxn id="31" idx="2"/>
            <a:endCxn id="35" idx="1"/>
          </p:cNvCxnSpPr>
          <p:nvPr/>
        </p:nvCxnSpPr>
        <p:spPr>
          <a:xfrm rot="16200000" flipH="1">
            <a:off x="4005942" y="2559266"/>
            <a:ext cx="644009" cy="260139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Verbinder: gewinkelt 42">
            <a:extLst>
              <a:ext uri="{FF2B5EF4-FFF2-40B4-BE49-F238E27FC236}">
                <a16:creationId xmlns:a16="http://schemas.microsoft.com/office/drawing/2014/main" id="{929F9556-3CC7-5BA2-533C-269F799CCB14}"/>
              </a:ext>
            </a:extLst>
          </p:cNvPr>
          <p:cNvCxnSpPr>
            <a:cxnSpLocks/>
            <a:stCxn id="31" idx="2"/>
            <a:endCxn id="36" idx="1"/>
          </p:cNvCxnSpPr>
          <p:nvPr/>
        </p:nvCxnSpPr>
        <p:spPr>
          <a:xfrm rot="16200000" flipH="1">
            <a:off x="3844940" y="2720268"/>
            <a:ext cx="966013" cy="260139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Verbinder: gewinkelt 45">
            <a:extLst>
              <a:ext uri="{FF2B5EF4-FFF2-40B4-BE49-F238E27FC236}">
                <a16:creationId xmlns:a16="http://schemas.microsoft.com/office/drawing/2014/main" id="{EEC3769D-D8E7-3F3A-1FE0-A5AF10A87C7A}"/>
              </a:ext>
            </a:extLst>
          </p:cNvPr>
          <p:cNvCxnSpPr>
            <a:cxnSpLocks/>
            <a:stCxn id="31" idx="2"/>
            <a:endCxn id="37" idx="1"/>
          </p:cNvCxnSpPr>
          <p:nvPr/>
        </p:nvCxnSpPr>
        <p:spPr>
          <a:xfrm rot="16200000" flipH="1">
            <a:off x="3683939" y="2881270"/>
            <a:ext cx="1288017" cy="260140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feld 48">
            <a:extLst>
              <a:ext uri="{FF2B5EF4-FFF2-40B4-BE49-F238E27FC236}">
                <a16:creationId xmlns:a16="http://schemas.microsoft.com/office/drawing/2014/main" id="{03322C4D-89DF-06EF-70A2-8D0BCEEA367C}"/>
              </a:ext>
            </a:extLst>
          </p:cNvPr>
          <p:cNvSpPr txBox="1"/>
          <p:nvPr/>
        </p:nvSpPr>
        <p:spPr>
          <a:xfrm>
            <a:off x="8710109" y="1509423"/>
            <a:ext cx="1659429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1000" dirty="0" err="1">
                <a:solidFill>
                  <a:srgbClr val="FF0000"/>
                </a:solidFill>
              </a:rPr>
              <a:t>FtSwarmActor</a:t>
            </a:r>
            <a:r>
              <a:rPr lang="de-DE" sz="1000" dirty="0">
                <a:solidFill>
                  <a:srgbClr val="FF0000"/>
                </a:solidFill>
              </a:rPr>
              <a:t> -&gt; </a:t>
            </a:r>
            <a:r>
              <a:rPr lang="de-DE" sz="1000" dirty="0" err="1">
                <a:solidFill>
                  <a:srgbClr val="FF0000"/>
                </a:solidFill>
              </a:rPr>
              <a:t>SwOsActor</a:t>
            </a:r>
            <a:endParaRPr lang="de-DE" sz="1000" dirty="0">
              <a:solidFill>
                <a:srgbClr val="FF0000"/>
              </a:solidFill>
            </a:endParaRPr>
          </a:p>
        </p:txBody>
      </p:sp>
      <p:cxnSp>
        <p:nvCxnSpPr>
          <p:cNvPr id="51" name="Verbinder: gewinkelt 50">
            <a:extLst>
              <a:ext uri="{FF2B5EF4-FFF2-40B4-BE49-F238E27FC236}">
                <a16:creationId xmlns:a16="http://schemas.microsoft.com/office/drawing/2014/main" id="{FF35D4F7-BD2D-9637-AE08-246069407CB6}"/>
              </a:ext>
            </a:extLst>
          </p:cNvPr>
          <p:cNvCxnSpPr>
            <a:stCxn id="4" idx="2"/>
            <a:endCxn id="49" idx="0"/>
          </p:cNvCxnSpPr>
          <p:nvPr/>
        </p:nvCxnSpPr>
        <p:spPr>
          <a:xfrm rot="16200000" flipH="1">
            <a:off x="7539684" y="-490718"/>
            <a:ext cx="462571" cy="3537709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feld 55">
            <a:extLst>
              <a:ext uri="{FF2B5EF4-FFF2-40B4-BE49-F238E27FC236}">
                <a16:creationId xmlns:a16="http://schemas.microsoft.com/office/drawing/2014/main" id="{DF23FCA6-CCFB-C750-EDDA-7B69E2E687F5}"/>
              </a:ext>
            </a:extLst>
          </p:cNvPr>
          <p:cNvSpPr txBox="1"/>
          <p:nvPr/>
        </p:nvSpPr>
        <p:spPr>
          <a:xfrm>
            <a:off x="8446726" y="2161053"/>
            <a:ext cx="978153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1000" dirty="0" err="1"/>
              <a:t>FtSwarmMotor</a:t>
            </a:r>
            <a:endParaRPr lang="de-DE" sz="1000" dirty="0"/>
          </a:p>
        </p:txBody>
      </p:sp>
      <p:sp>
        <p:nvSpPr>
          <p:cNvPr id="57" name="Textfeld 56">
            <a:extLst>
              <a:ext uri="{FF2B5EF4-FFF2-40B4-BE49-F238E27FC236}">
                <a16:creationId xmlns:a16="http://schemas.microsoft.com/office/drawing/2014/main" id="{47C14F97-D8C7-E247-8137-BAEFABC2DA52}"/>
              </a:ext>
            </a:extLst>
          </p:cNvPr>
          <p:cNvSpPr txBox="1"/>
          <p:nvPr/>
        </p:nvSpPr>
        <p:spPr>
          <a:xfrm>
            <a:off x="9303675" y="3978415"/>
            <a:ext cx="1356462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1000" dirty="0" err="1"/>
              <a:t>FtSwarmTractorMotor</a:t>
            </a:r>
            <a:endParaRPr lang="de-DE" sz="1000" dirty="0"/>
          </a:p>
        </p:txBody>
      </p:sp>
      <p:sp>
        <p:nvSpPr>
          <p:cNvPr id="58" name="Textfeld 57">
            <a:extLst>
              <a:ext uri="{FF2B5EF4-FFF2-40B4-BE49-F238E27FC236}">
                <a16:creationId xmlns:a16="http://schemas.microsoft.com/office/drawing/2014/main" id="{A9E5773C-7C1F-5713-55C2-7E97465370CA}"/>
              </a:ext>
            </a:extLst>
          </p:cNvPr>
          <p:cNvSpPr txBox="1"/>
          <p:nvPr/>
        </p:nvSpPr>
        <p:spPr>
          <a:xfrm>
            <a:off x="10205511" y="4375549"/>
            <a:ext cx="1154483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1000" dirty="0" err="1"/>
              <a:t>FtSwarmXMMotor</a:t>
            </a:r>
            <a:endParaRPr lang="de-DE" sz="1000" dirty="0"/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D5A47EFA-48E6-1E3E-610B-390E1A536004}"/>
              </a:ext>
            </a:extLst>
          </p:cNvPr>
          <p:cNvSpPr txBox="1"/>
          <p:nvPr/>
        </p:nvSpPr>
        <p:spPr>
          <a:xfrm>
            <a:off x="10216778" y="4683027"/>
            <a:ext cx="1406154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1000" dirty="0" err="1"/>
              <a:t>FtSwarmEncoderMotor</a:t>
            </a:r>
            <a:endParaRPr lang="de-DE" sz="1000" dirty="0"/>
          </a:p>
        </p:txBody>
      </p:sp>
      <p:cxnSp>
        <p:nvCxnSpPr>
          <p:cNvPr id="61" name="Verbinder: gewinkelt 60">
            <a:extLst>
              <a:ext uri="{FF2B5EF4-FFF2-40B4-BE49-F238E27FC236}">
                <a16:creationId xmlns:a16="http://schemas.microsoft.com/office/drawing/2014/main" id="{5ED6F7C6-3E5D-13FF-F18A-2D393C912E17}"/>
              </a:ext>
            </a:extLst>
          </p:cNvPr>
          <p:cNvCxnSpPr>
            <a:stCxn id="49" idx="2"/>
            <a:endCxn id="56" idx="0"/>
          </p:cNvCxnSpPr>
          <p:nvPr/>
        </p:nvCxnSpPr>
        <p:spPr>
          <a:xfrm rot="5400000">
            <a:off x="9035110" y="1656338"/>
            <a:ext cx="405409" cy="604021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Verbinder: gewinkelt 62">
            <a:extLst>
              <a:ext uri="{FF2B5EF4-FFF2-40B4-BE49-F238E27FC236}">
                <a16:creationId xmlns:a16="http://schemas.microsoft.com/office/drawing/2014/main" id="{9AB025E7-55A7-3FA6-C785-C7D46E0FF4D3}"/>
              </a:ext>
            </a:extLst>
          </p:cNvPr>
          <p:cNvCxnSpPr>
            <a:cxnSpLocks/>
            <a:stCxn id="56" idx="2"/>
            <a:endCxn id="57" idx="1"/>
          </p:cNvCxnSpPr>
          <p:nvPr/>
        </p:nvCxnSpPr>
        <p:spPr>
          <a:xfrm rot="16200000" flipH="1">
            <a:off x="8272613" y="3070464"/>
            <a:ext cx="1694252" cy="367872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Verbinder: gewinkelt 64">
            <a:extLst>
              <a:ext uri="{FF2B5EF4-FFF2-40B4-BE49-F238E27FC236}">
                <a16:creationId xmlns:a16="http://schemas.microsoft.com/office/drawing/2014/main" id="{86F27AF5-DCC2-F12E-CD5E-462C6186455E}"/>
              </a:ext>
            </a:extLst>
          </p:cNvPr>
          <p:cNvCxnSpPr>
            <a:stCxn id="57" idx="2"/>
            <a:endCxn id="58" idx="1"/>
          </p:cNvCxnSpPr>
          <p:nvPr/>
        </p:nvCxnSpPr>
        <p:spPr>
          <a:xfrm rot="16200000" flipH="1">
            <a:off x="9956696" y="4249845"/>
            <a:ext cx="274024" cy="223605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Verbinder: gewinkelt 67">
            <a:extLst>
              <a:ext uri="{FF2B5EF4-FFF2-40B4-BE49-F238E27FC236}">
                <a16:creationId xmlns:a16="http://schemas.microsoft.com/office/drawing/2014/main" id="{D2692564-5409-1BD3-CDC8-2CC53C10EA95}"/>
              </a:ext>
            </a:extLst>
          </p:cNvPr>
          <p:cNvCxnSpPr>
            <a:cxnSpLocks/>
            <a:stCxn id="57" idx="2"/>
            <a:endCxn id="59" idx="1"/>
          </p:cNvCxnSpPr>
          <p:nvPr/>
        </p:nvCxnSpPr>
        <p:spPr>
          <a:xfrm rot="16200000" flipH="1">
            <a:off x="9808591" y="4397951"/>
            <a:ext cx="581502" cy="234872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feld 70">
            <a:extLst>
              <a:ext uri="{FF2B5EF4-FFF2-40B4-BE49-F238E27FC236}">
                <a16:creationId xmlns:a16="http://schemas.microsoft.com/office/drawing/2014/main" id="{46E7D42D-38DF-6CA5-B9DE-C8AD7D74611C}"/>
              </a:ext>
            </a:extLst>
          </p:cNvPr>
          <p:cNvSpPr txBox="1"/>
          <p:nvPr/>
        </p:nvSpPr>
        <p:spPr>
          <a:xfrm>
            <a:off x="9536067" y="2161053"/>
            <a:ext cx="1244251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1000" dirty="0" err="1"/>
              <a:t>FtSwarmOnOffActor</a:t>
            </a:r>
            <a:endParaRPr lang="de-DE" sz="1000" dirty="0"/>
          </a:p>
        </p:txBody>
      </p:sp>
      <p:cxnSp>
        <p:nvCxnSpPr>
          <p:cNvPr id="73" name="Verbinder: gewinkelt 72">
            <a:extLst>
              <a:ext uri="{FF2B5EF4-FFF2-40B4-BE49-F238E27FC236}">
                <a16:creationId xmlns:a16="http://schemas.microsoft.com/office/drawing/2014/main" id="{44ABC6B8-064A-3DDD-11D0-57E14A02958F}"/>
              </a:ext>
            </a:extLst>
          </p:cNvPr>
          <p:cNvCxnSpPr>
            <a:stCxn id="49" idx="2"/>
            <a:endCxn id="71" idx="0"/>
          </p:cNvCxnSpPr>
          <p:nvPr/>
        </p:nvCxnSpPr>
        <p:spPr>
          <a:xfrm rot="16200000" flipH="1">
            <a:off x="9646304" y="1649163"/>
            <a:ext cx="405409" cy="618369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feld 73">
            <a:extLst>
              <a:ext uri="{FF2B5EF4-FFF2-40B4-BE49-F238E27FC236}">
                <a16:creationId xmlns:a16="http://schemas.microsoft.com/office/drawing/2014/main" id="{17CEF991-9DBD-7225-742C-90EB24B5C33D}"/>
              </a:ext>
            </a:extLst>
          </p:cNvPr>
          <p:cNvSpPr txBox="1"/>
          <p:nvPr/>
        </p:nvSpPr>
        <p:spPr>
          <a:xfrm>
            <a:off x="10237542" y="2613076"/>
            <a:ext cx="931665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1000" dirty="0" err="1"/>
              <a:t>FtSwarmLamp</a:t>
            </a:r>
            <a:endParaRPr lang="de-DE" sz="1000" dirty="0"/>
          </a:p>
        </p:txBody>
      </p:sp>
      <p:sp>
        <p:nvSpPr>
          <p:cNvPr id="75" name="Textfeld 74">
            <a:extLst>
              <a:ext uri="{FF2B5EF4-FFF2-40B4-BE49-F238E27FC236}">
                <a16:creationId xmlns:a16="http://schemas.microsoft.com/office/drawing/2014/main" id="{6C0DCA69-5B8B-EA1E-257F-ED79F5FD1377}"/>
              </a:ext>
            </a:extLst>
          </p:cNvPr>
          <p:cNvSpPr txBox="1"/>
          <p:nvPr/>
        </p:nvSpPr>
        <p:spPr>
          <a:xfrm>
            <a:off x="10237542" y="2927107"/>
            <a:ext cx="930063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1000" dirty="0" err="1"/>
              <a:t>FtSwarmValve</a:t>
            </a:r>
            <a:endParaRPr lang="de-DE" sz="1000" dirty="0"/>
          </a:p>
        </p:txBody>
      </p:sp>
      <p:sp>
        <p:nvSpPr>
          <p:cNvPr id="76" name="Textfeld 75">
            <a:extLst>
              <a:ext uri="{FF2B5EF4-FFF2-40B4-BE49-F238E27FC236}">
                <a16:creationId xmlns:a16="http://schemas.microsoft.com/office/drawing/2014/main" id="{D3676506-4C00-3BDE-4BD9-55FC2E7A9692}"/>
              </a:ext>
            </a:extLst>
          </p:cNvPr>
          <p:cNvSpPr txBox="1"/>
          <p:nvPr/>
        </p:nvSpPr>
        <p:spPr>
          <a:xfrm>
            <a:off x="10237542" y="3250809"/>
            <a:ext cx="1273105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1000" dirty="0" err="1"/>
              <a:t>FtSwarmCompressor</a:t>
            </a:r>
            <a:endParaRPr lang="de-DE" sz="1000" dirty="0"/>
          </a:p>
        </p:txBody>
      </p:sp>
      <p:sp>
        <p:nvSpPr>
          <p:cNvPr id="77" name="Textfeld 76">
            <a:extLst>
              <a:ext uri="{FF2B5EF4-FFF2-40B4-BE49-F238E27FC236}">
                <a16:creationId xmlns:a16="http://schemas.microsoft.com/office/drawing/2014/main" id="{F9BC8B88-F4B2-729C-DB6D-723631D09CC5}"/>
              </a:ext>
            </a:extLst>
          </p:cNvPr>
          <p:cNvSpPr txBox="1"/>
          <p:nvPr/>
        </p:nvSpPr>
        <p:spPr>
          <a:xfrm>
            <a:off x="10237541" y="3586903"/>
            <a:ext cx="995785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1000" dirty="0" err="1"/>
              <a:t>FtSwarmBuzzer</a:t>
            </a:r>
            <a:endParaRPr lang="de-DE" sz="1000" dirty="0"/>
          </a:p>
        </p:txBody>
      </p:sp>
      <p:cxnSp>
        <p:nvCxnSpPr>
          <p:cNvPr id="79" name="Verbinder: gewinkelt 78">
            <a:extLst>
              <a:ext uri="{FF2B5EF4-FFF2-40B4-BE49-F238E27FC236}">
                <a16:creationId xmlns:a16="http://schemas.microsoft.com/office/drawing/2014/main" id="{B02DECBC-2D5A-B7AE-761B-E04F38BBCFCD}"/>
              </a:ext>
            </a:extLst>
          </p:cNvPr>
          <p:cNvCxnSpPr>
            <a:stCxn id="71" idx="2"/>
            <a:endCxn id="74" idx="1"/>
          </p:cNvCxnSpPr>
          <p:nvPr/>
        </p:nvCxnSpPr>
        <p:spPr>
          <a:xfrm rot="16200000" flipH="1">
            <a:off x="10033411" y="2532055"/>
            <a:ext cx="328913" cy="79349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Verbinder: gewinkelt 79">
            <a:extLst>
              <a:ext uri="{FF2B5EF4-FFF2-40B4-BE49-F238E27FC236}">
                <a16:creationId xmlns:a16="http://schemas.microsoft.com/office/drawing/2014/main" id="{62A02CD0-CEA7-7759-C57D-6D4CABB1D955}"/>
              </a:ext>
            </a:extLst>
          </p:cNvPr>
          <p:cNvCxnSpPr>
            <a:cxnSpLocks/>
            <a:stCxn id="71" idx="2"/>
            <a:endCxn id="75" idx="1"/>
          </p:cNvCxnSpPr>
          <p:nvPr/>
        </p:nvCxnSpPr>
        <p:spPr>
          <a:xfrm rot="16200000" flipH="1">
            <a:off x="9876395" y="2689071"/>
            <a:ext cx="642944" cy="79349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Verbinder: gewinkelt 82">
            <a:extLst>
              <a:ext uri="{FF2B5EF4-FFF2-40B4-BE49-F238E27FC236}">
                <a16:creationId xmlns:a16="http://schemas.microsoft.com/office/drawing/2014/main" id="{13822D21-9624-9BB4-CB9C-76B06ED0B0BB}"/>
              </a:ext>
            </a:extLst>
          </p:cNvPr>
          <p:cNvCxnSpPr>
            <a:cxnSpLocks/>
            <a:stCxn id="71" idx="2"/>
            <a:endCxn id="76" idx="1"/>
          </p:cNvCxnSpPr>
          <p:nvPr/>
        </p:nvCxnSpPr>
        <p:spPr>
          <a:xfrm rot="16200000" flipH="1">
            <a:off x="9714544" y="2850922"/>
            <a:ext cx="966646" cy="79349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Verbinder: gewinkelt 85">
            <a:extLst>
              <a:ext uri="{FF2B5EF4-FFF2-40B4-BE49-F238E27FC236}">
                <a16:creationId xmlns:a16="http://schemas.microsoft.com/office/drawing/2014/main" id="{3C825C82-2AD8-90C7-4CC0-33BCA4D39AFB}"/>
              </a:ext>
            </a:extLst>
          </p:cNvPr>
          <p:cNvCxnSpPr>
            <a:cxnSpLocks/>
            <a:stCxn id="71" idx="2"/>
            <a:endCxn id="77" idx="1"/>
          </p:cNvCxnSpPr>
          <p:nvPr/>
        </p:nvCxnSpPr>
        <p:spPr>
          <a:xfrm rot="16200000" flipH="1">
            <a:off x="9546497" y="3018970"/>
            <a:ext cx="1302740" cy="79348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feld 106">
            <a:extLst>
              <a:ext uri="{FF2B5EF4-FFF2-40B4-BE49-F238E27FC236}">
                <a16:creationId xmlns:a16="http://schemas.microsoft.com/office/drawing/2014/main" id="{39ABD02B-8C26-6393-38A0-CF4D26834D9E}"/>
              </a:ext>
            </a:extLst>
          </p:cNvPr>
          <p:cNvSpPr txBox="1"/>
          <p:nvPr/>
        </p:nvSpPr>
        <p:spPr>
          <a:xfrm>
            <a:off x="6319496" y="1500149"/>
            <a:ext cx="1588897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1000" dirty="0" err="1"/>
              <a:t>FtSwarmPixel</a:t>
            </a:r>
            <a:r>
              <a:rPr lang="de-DE" sz="1000" dirty="0"/>
              <a:t> -&gt; </a:t>
            </a:r>
            <a:r>
              <a:rPr lang="de-DE" sz="1000" dirty="0" err="1"/>
              <a:t>SwOSPixel</a:t>
            </a:r>
            <a:endParaRPr lang="de-DE" sz="1000" dirty="0"/>
          </a:p>
        </p:txBody>
      </p:sp>
      <p:cxnSp>
        <p:nvCxnSpPr>
          <p:cNvPr id="109" name="Verbinder: gewinkelt 108">
            <a:extLst>
              <a:ext uri="{FF2B5EF4-FFF2-40B4-BE49-F238E27FC236}">
                <a16:creationId xmlns:a16="http://schemas.microsoft.com/office/drawing/2014/main" id="{FB1FEF8C-4085-FDD8-F42B-9F4C373E7062}"/>
              </a:ext>
            </a:extLst>
          </p:cNvPr>
          <p:cNvCxnSpPr>
            <a:cxnSpLocks/>
            <a:stCxn id="4" idx="2"/>
            <a:endCxn id="107" idx="1"/>
          </p:cNvCxnSpPr>
          <p:nvPr/>
        </p:nvCxnSpPr>
        <p:spPr>
          <a:xfrm rot="16200000" flipH="1">
            <a:off x="5872601" y="1176365"/>
            <a:ext cx="576408" cy="317381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feld 110">
            <a:extLst>
              <a:ext uri="{FF2B5EF4-FFF2-40B4-BE49-F238E27FC236}">
                <a16:creationId xmlns:a16="http://schemas.microsoft.com/office/drawing/2014/main" id="{5D06B0D2-426A-964F-860E-BF26F37F00B1}"/>
              </a:ext>
            </a:extLst>
          </p:cNvPr>
          <p:cNvSpPr txBox="1"/>
          <p:nvPr/>
        </p:nvSpPr>
        <p:spPr>
          <a:xfrm>
            <a:off x="6319496" y="1887855"/>
            <a:ext cx="1688283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1000" dirty="0" err="1"/>
              <a:t>FtSwarmServo</a:t>
            </a:r>
            <a:r>
              <a:rPr lang="de-DE" sz="1000" dirty="0"/>
              <a:t> -&gt; </a:t>
            </a:r>
            <a:r>
              <a:rPr lang="de-DE" sz="1000" dirty="0" err="1"/>
              <a:t>SwOSServo</a:t>
            </a:r>
            <a:endParaRPr lang="de-DE" sz="1000" dirty="0"/>
          </a:p>
        </p:txBody>
      </p:sp>
      <p:cxnSp>
        <p:nvCxnSpPr>
          <p:cNvPr id="113" name="Verbinder: gewinkelt 112">
            <a:extLst>
              <a:ext uri="{FF2B5EF4-FFF2-40B4-BE49-F238E27FC236}">
                <a16:creationId xmlns:a16="http://schemas.microsoft.com/office/drawing/2014/main" id="{ACC916C4-03B8-8E3F-7C10-FC27E154FB48}"/>
              </a:ext>
            </a:extLst>
          </p:cNvPr>
          <p:cNvCxnSpPr>
            <a:cxnSpLocks/>
            <a:stCxn id="4" idx="2"/>
            <a:endCxn id="111" idx="1"/>
          </p:cNvCxnSpPr>
          <p:nvPr/>
        </p:nvCxnSpPr>
        <p:spPr>
          <a:xfrm rot="16200000" flipH="1">
            <a:off x="5678748" y="1370218"/>
            <a:ext cx="964114" cy="317381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feld 114">
            <a:extLst>
              <a:ext uri="{FF2B5EF4-FFF2-40B4-BE49-F238E27FC236}">
                <a16:creationId xmlns:a16="http://schemas.microsoft.com/office/drawing/2014/main" id="{94115395-96A2-9749-CD13-E65C25ACD61F}"/>
              </a:ext>
            </a:extLst>
          </p:cNvPr>
          <p:cNvSpPr txBox="1"/>
          <p:nvPr/>
        </p:nvSpPr>
        <p:spPr>
          <a:xfrm>
            <a:off x="6314529" y="2257184"/>
            <a:ext cx="1604927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1000" dirty="0" err="1"/>
              <a:t>FtSwarmCAM</a:t>
            </a:r>
            <a:r>
              <a:rPr lang="de-DE" sz="1000" dirty="0"/>
              <a:t> -&gt; </a:t>
            </a:r>
            <a:r>
              <a:rPr lang="de-DE" sz="1000" dirty="0" err="1"/>
              <a:t>SwOSCAM</a:t>
            </a:r>
            <a:endParaRPr lang="de-DE" sz="1000" dirty="0"/>
          </a:p>
        </p:txBody>
      </p:sp>
      <p:cxnSp>
        <p:nvCxnSpPr>
          <p:cNvPr id="117" name="Verbinder: gewinkelt 116">
            <a:extLst>
              <a:ext uri="{FF2B5EF4-FFF2-40B4-BE49-F238E27FC236}">
                <a16:creationId xmlns:a16="http://schemas.microsoft.com/office/drawing/2014/main" id="{4051FA4A-0BCE-6CB6-5116-0F3E662170FC}"/>
              </a:ext>
            </a:extLst>
          </p:cNvPr>
          <p:cNvCxnSpPr>
            <a:stCxn id="4" idx="2"/>
            <a:endCxn id="115" idx="1"/>
          </p:cNvCxnSpPr>
          <p:nvPr/>
        </p:nvCxnSpPr>
        <p:spPr>
          <a:xfrm rot="16200000" flipH="1">
            <a:off x="5491601" y="1557366"/>
            <a:ext cx="1333443" cy="312414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feld 117">
            <a:extLst>
              <a:ext uri="{FF2B5EF4-FFF2-40B4-BE49-F238E27FC236}">
                <a16:creationId xmlns:a16="http://schemas.microsoft.com/office/drawing/2014/main" id="{525FB795-FDC3-7693-1BB3-FB438CE9C7E2}"/>
              </a:ext>
            </a:extLst>
          </p:cNvPr>
          <p:cNvSpPr txBox="1"/>
          <p:nvPr/>
        </p:nvSpPr>
        <p:spPr>
          <a:xfrm>
            <a:off x="6319496" y="2654974"/>
            <a:ext cx="1903085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1000" dirty="0" err="1"/>
              <a:t>FtSwarmJoystick</a:t>
            </a:r>
            <a:r>
              <a:rPr lang="de-DE" sz="1000" dirty="0"/>
              <a:t> -&gt; </a:t>
            </a:r>
            <a:r>
              <a:rPr lang="de-DE" sz="1000" dirty="0" err="1"/>
              <a:t>SwOSJoystick</a:t>
            </a:r>
            <a:endParaRPr lang="de-DE" sz="1000" dirty="0"/>
          </a:p>
        </p:txBody>
      </p:sp>
      <p:sp>
        <p:nvSpPr>
          <p:cNvPr id="119" name="Textfeld 118">
            <a:extLst>
              <a:ext uri="{FF2B5EF4-FFF2-40B4-BE49-F238E27FC236}">
                <a16:creationId xmlns:a16="http://schemas.microsoft.com/office/drawing/2014/main" id="{2E9100AC-CEE2-05C7-18AE-4CCCDC592501}"/>
              </a:ext>
            </a:extLst>
          </p:cNvPr>
          <p:cNvSpPr txBox="1"/>
          <p:nvPr/>
        </p:nvSpPr>
        <p:spPr>
          <a:xfrm>
            <a:off x="6314529" y="3090369"/>
            <a:ext cx="1435008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1000" dirty="0"/>
              <a:t>FtSwarmI2C -&gt; SwOSI2C</a:t>
            </a:r>
          </a:p>
        </p:txBody>
      </p:sp>
      <p:sp>
        <p:nvSpPr>
          <p:cNvPr id="120" name="Textfeld 119">
            <a:extLst>
              <a:ext uri="{FF2B5EF4-FFF2-40B4-BE49-F238E27FC236}">
                <a16:creationId xmlns:a16="http://schemas.microsoft.com/office/drawing/2014/main" id="{1012D5B4-807F-BEB7-E021-6E3E25C3FB77}"/>
              </a:ext>
            </a:extLst>
          </p:cNvPr>
          <p:cNvSpPr txBox="1"/>
          <p:nvPr/>
        </p:nvSpPr>
        <p:spPr>
          <a:xfrm>
            <a:off x="6314529" y="3525764"/>
            <a:ext cx="1662635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1000" dirty="0" err="1"/>
              <a:t>FtSwarmOLED</a:t>
            </a:r>
            <a:r>
              <a:rPr lang="de-DE" sz="1000" dirty="0"/>
              <a:t> -&gt; </a:t>
            </a:r>
            <a:r>
              <a:rPr lang="de-DE" sz="1000" dirty="0" err="1"/>
              <a:t>SwOSOLED</a:t>
            </a:r>
            <a:endParaRPr lang="de-DE" sz="1000" dirty="0"/>
          </a:p>
        </p:txBody>
      </p:sp>
      <p:cxnSp>
        <p:nvCxnSpPr>
          <p:cNvPr id="122" name="Verbinder: gewinkelt 121">
            <a:extLst>
              <a:ext uri="{FF2B5EF4-FFF2-40B4-BE49-F238E27FC236}">
                <a16:creationId xmlns:a16="http://schemas.microsoft.com/office/drawing/2014/main" id="{2154E7EB-9B6D-F7E4-8D2A-A1E0EC5DCE59}"/>
              </a:ext>
            </a:extLst>
          </p:cNvPr>
          <p:cNvCxnSpPr>
            <a:cxnSpLocks/>
            <a:stCxn id="4" idx="2"/>
            <a:endCxn id="118" idx="1"/>
          </p:cNvCxnSpPr>
          <p:nvPr/>
        </p:nvCxnSpPr>
        <p:spPr>
          <a:xfrm rot="16200000" flipH="1">
            <a:off x="5295189" y="1753777"/>
            <a:ext cx="1731233" cy="317381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Verbinder: gewinkelt 124">
            <a:extLst>
              <a:ext uri="{FF2B5EF4-FFF2-40B4-BE49-F238E27FC236}">
                <a16:creationId xmlns:a16="http://schemas.microsoft.com/office/drawing/2014/main" id="{EF93FB31-187C-BE70-BC20-CEF4BFEDD572}"/>
              </a:ext>
            </a:extLst>
          </p:cNvPr>
          <p:cNvCxnSpPr>
            <a:cxnSpLocks/>
            <a:stCxn id="4" idx="2"/>
            <a:endCxn id="119" idx="1"/>
          </p:cNvCxnSpPr>
          <p:nvPr/>
        </p:nvCxnSpPr>
        <p:spPr>
          <a:xfrm rot="16200000" flipH="1">
            <a:off x="5075008" y="1973959"/>
            <a:ext cx="2166628" cy="312414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Verbinder: gewinkelt 127">
            <a:extLst>
              <a:ext uri="{FF2B5EF4-FFF2-40B4-BE49-F238E27FC236}">
                <a16:creationId xmlns:a16="http://schemas.microsoft.com/office/drawing/2014/main" id="{21B7B44C-F5BD-35D4-820A-F41BC20F42DE}"/>
              </a:ext>
            </a:extLst>
          </p:cNvPr>
          <p:cNvCxnSpPr>
            <a:stCxn id="4" idx="2"/>
            <a:endCxn id="120" idx="1"/>
          </p:cNvCxnSpPr>
          <p:nvPr/>
        </p:nvCxnSpPr>
        <p:spPr>
          <a:xfrm rot="16200000" flipH="1">
            <a:off x="4857311" y="2191656"/>
            <a:ext cx="2602023" cy="312414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Textfeld 130">
            <a:extLst>
              <a:ext uri="{FF2B5EF4-FFF2-40B4-BE49-F238E27FC236}">
                <a16:creationId xmlns:a16="http://schemas.microsoft.com/office/drawing/2014/main" id="{8EC15D91-890A-E002-97A7-F7C0BDD0D076}"/>
              </a:ext>
            </a:extLst>
          </p:cNvPr>
          <p:cNvSpPr txBox="1"/>
          <p:nvPr/>
        </p:nvSpPr>
        <p:spPr>
          <a:xfrm>
            <a:off x="2693432" y="3535765"/>
            <a:ext cx="1093569" cy="24622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093569"/>
                      <a:gd name="connsiteY0" fmla="*/ 0 h 246221"/>
                      <a:gd name="connsiteX1" fmla="*/ 535849 w 1093569"/>
                      <a:gd name="connsiteY1" fmla="*/ 0 h 246221"/>
                      <a:gd name="connsiteX2" fmla="*/ 1093569 w 1093569"/>
                      <a:gd name="connsiteY2" fmla="*/ 0 h 246221"/>
                      <a:gd name="connsiteX3" fmla="*/ 1093569 w 1093569"/>
                      <a:gd name="connsiteY3" fmla="*/ 246221 h 246221"/>
                      <a:gd name="connsiteX4" fmla="*/ 546785 w 1093569"/>
                      <a:gd name="connsiteY4" fmla="*/ 246221 h 246221"/>
                      <a:gd name="connsiteX5" fmla="*/ 0 w 1093569"/>
                      <a:gd name="connsiteY5" fmla="*/ 246221 h 246221"/>
                      <a:gd name="connsiteX6" fmla="*/ 0 w 1093569"/>
                      <a:gd name="connsiteY6" fmla="*/ 0 h 2462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093569" h="246221" extrusionOk="0">
                        <a:moveTo>
                          <a:pt x="0" y="0"/>
                        </a:moveTo>
                        <a:cubicBezTo>
                          <a:pt x="230827" y="6324"/>
                          <a:pt x="286305" y="-20174"/>
                          <a:pt x="535849" y="0"/>
                        </a:cubicBezTo>
                        <a:cubicBezTo>
                          <a:pt x="785393" y="20174"/>
                          <a:pt x="904042" y="-18669"/>
                          <a:pt x="1093569" y="0"/>
                        </a:cubicBezTo>
                        <a:cubicBezTo>
                          <a:pt x="1089851" y="86454"/>
                          <a:pt x="1088286" y="132742"/>
                          <a:pt x="1093569" y="246221"/>
                        </a:cubicBezTo>
                        <a:cubicBezTo>
                          <a:pt x="856847" y="233874"/>
                          <a:pt x="772031" y="228405"/>
                          <a:pt x="546785" y="246221"/>
                        </a:cubicBezTo>
                        <a:cubicBezTo>
                          <a:pt x="321539" y="264037"/>
                          <a:pt x="113581" y="227933"/>
                          <a:pt x="0" y="246221"/>
                        </a:cubicBezTo>
                        <a:cubicBezTo>
                          <a:pt x="-4481" y="159282"/>
                          <a:pt x="-11939" y="109710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de-DE" sz="1000" dirty="0" err="1"/>
              <a:t>FtSwarmDistance</a:t>
            </a:r>
            <a:endParaRPr lang="de-DE" sz="1000" dirty="0"/>
          </a:p>
        </p:txBody>
      </p:sp>
      <p:cxnSp>
        <p:nvCxnSpPr>
          <p:cNvPr id="133" name="Verbinder: gewinkelt 132">
            <a:extLst>
              <a:ext uri="{FF2B5EF4-FFF2-40B4-BE49-F238E27FC236}">
                <a16:creationId xmlns:a16="http://schemas.microsoft.com/office/drawing/2014/main" id="{E2120201-FC41-7166-7B7B-BA28537682E5}"/>
              </a:ext>
            </a:extLst>
          </p:cNvPr>
          <p:cNvCxnSpPr>
            <a:stCxn id="9" idx="2"/>
            <a:endCxn id="131" idx="1"/>
          </p:cNvCxnSpPr>
          <p:nvPr/>
        </p:nvCxnSpPr>
        <p:spPr>
          <a:xfrm rot="16200000" flipH="1">
            <a:off x="1815155" y="2780598"/>
            <a:ext cx="1298073" cy="458482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Textfeld 145">
            <a:extLst>
              <a:ext uri="{FF2B5EF4-FFF2-40B4-BE49-F238E27FC236}">
                <a16:creationId xmlns:a16="http://schemas.microsoft.com/office/drawing/2014/main" id="{885137A8-4E12-E921-0A92-74938313C8FC}"/>
              </a:ext>
            </a:extLst>
          </p:cNvPr>
          <p:cNvSpPr txBox="1"/>
          <p:nvPr/>
        </p:nvSpPr>
        <p:spPr>
          <a:xfrm>
            <a:off x="6314529" y="4364279"/>
            <a:ext cx="1056700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1000" dirty="0" err="1">
                <a:highlight>
                  <a:srgbClr val="FFFF00"/>
                </a:highlight>
              </a:rPr>
              <a:t>FtSwarmStepper</a:t>
            </a:r>
            <a:endParaRPr lang="de-DE" sz="1000" dirty="0">
              <a:highlight>
                <a:srgbClr val="FFFF00"/>
              </a:highlight>
            </a:endParaRPr>
          </a:p>
        </p:txBody>
      </p:sp>
      <p:cxnSp>
        <p:nvCxnSpPr>
          <p:cNvPr id="148" name="Verbinder: gewinkelt 147">
            <a:extLst>
              <a:ext uri="{FF2B5EF4-FFF2-40B4-BE49-F238E27FC236}">
                <a16:creationId xmlns:a16="http://schemas.microsoft.com/office/drawing/2014/main" id="{AD900AFA-A579-A46C-C246-5FE04ED82C04}"/>
              </a:ext>
            </a:extLst>
          </p:cNvPr>
          <p:cNvCxnSpPr>
            <a:cxnSpLocks/>
            <a:stCxn id="4" idx="2"/>
            <a:endCxn id="146" idx="1"/>
          </p:cNvCxnSpPr>
          <p:nvPr/>
        </p:nvCxnSpPr>
        <p:spPr>
          <a:xfrm rot="16200000" flipH="1">
            <a:off x="4438053" y="2610914"/>
            <a:ext cx="3440538" cy="312414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Textfeld 159">
            <a:extLst>
              <a:ext uri="{FF2B5EF4-FFF2-40B4-BE49-F238E27FC236}">
                <a16:creationId xmlns:a16="http://schemas.microsoft.com/office/drawing/2014/main" id="{A100BDDA-A6BF-317B-E525-5C394CDE2C35}"/>
              </a:ext>
            </a:extLst>
          </p:cNvPr>
          <p:cNvSpPr txBox="1"/>
          <p:nvPr/>
        </p:nvSpPr>
        <p:spPr>
          <a:xfrm>
            <a:off x="318085" y="2110595"/>
            <a:ext cx="1093569" cy="24622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093569"/>
                      <a:gd name="connsiteY0" fmla="*/ 0 h 246221"/>
                      <a:gd name="connsiteX1" fmla="*/ 535849 w 1093569"/>
                      <a:gd name="connsiteY1" fmla="*/ 0 h 246221"/>
                      <a:gd name="connsiteX2" fmla="*/ 1093569 w 1093569"/>
                      <a:gd name="connsiteY2" fmla="*/ 0 h 246221"/>
                      <a:gd name="connsiteX3" fmla="*/ 1093569 w 1093569"/>
                      <a:gd name="connsiteY3" fmla="*/ 246221 h 246221"/>
                      <a:gd name="connsiteX4" fmla="*/ 546785 w 1093569"/>
                      <a:gd name="connsiteY4" fmla="*/ 246221 h 246221"/>
                      <a:gd name="connsiteX5" fmla="*/ 0 w 1093569"/>
                      <a:gd name="connsiteY5" fmla="*/ 246221 h 246221"/>
                      <a:gd name="connsiteX6" fmla="*/ 0 w 1093569"/>
                      <a:gd name="connsiteY6" fmla="*/ 0 h 2462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093569" h="246221" extrusionOk="0">
                        <a:moveTo>
                          <a:pt x="0" y="0"/>
                        </a:moveTo>
                        <a:cubicBezTo>
                          <a:pt x="230827" y="6324"/>
                          <a:pt x="286305" y="-20174"/>
                          <a:pt x="535849" y="0"/>
                        </a:cubicBezTo>
                        <a:cubicBezTo>
                          <a:pt x="785393" y="20174"/>
                          <a:pt x="904042" y="-18669"/>
                          <a:pt x="1093569" y="0"/>
                        </a:cubicBezTo>
                        <a:cubicBezTo>
                          <a:pt x="1089851" y="86454"/>
                          <a:pt x="1088286" y="132742"/>
                          <a:pt x="1093569" y="246221"/>
                        </a:cubicBezTo>
                        <a:cubicBezTo>
                          <a:pt x="856847" y="233874"/>
                          <a:pt x="772031" y="228405"/>
                          <a:pt x="546785" y="246221"/>
                        </a:cubicBezTo>
                        <a:cubicBezTo>
                          <a:pt x="321539" y="264037"/>
                          <a:pt x="113581" y="227933"/>
                          <a:pt x="0" y="246221"/>
                        </a:cubicBezTo>
                        <a:cubicBezTo>
                          <a:pt x="-4481" y="159282"/>
                          <a:pt x="-11939" y="109710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de-DE" sz="1000" dirty="0" err="1"/>
              <a:t>FtSwarmCounter</a:t>
            </a:r>
            <a:endParaRPr lang="de-DE" sz="1000" dirty="0"/>
          </a:p>
        </p:txBody>
      </p:sp>
      <p:sp>
        <p:nvSpPr>
          <p:cNvPr id="161" name="Textfeld 160">
            <a:extLst>
              <a:ext uri="{FF2B5EF4-FFF2-40B4-BE49-F238E27FC236}">
                <a16:creationId xmlns:a16="http://schemas.microsoft.com/office/drawing/2014/main" id="{E50AFB93-B1BF-7FC0-0951-884FFB398F5E}"/>
              </a:ext>
            </a:extLst>
          </p:cNvPr>
          <p:cNvSpPr txBox="1"/>
          <p:nvPr/>
        </p:nvSpPr>
        <p:spPr>
          <a:xfrm>
            <a:off x="1479424" y="5221237"/>
            <a:ext cx="1473298" cy="24622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093569"/>
                      <a:gd name="connsiteY0" fmla="*/ 0 h 246221"/>
                      <a:gd name="connsiteX1" fmla="*/ 535849 w 1093569"/>
                      <a:gd name="connsiteY1" fmla="*/ 0 h 246221"/>
                      <a:gd name="connsiteX2" fmla="*/ 1093569 w 1093569"/>
                      <a:gd name="connsiteY2" fmla="*/ 0 h 246221"/>
                      <a:gd name="connsiteX3" fmla="*/ 1093569 w 1093569"/>
                      <a:gd name="connsiteY3" fmla="*/ 246221 h 246221"/>
                      <a:gd name="connsiteX4" fmla="*/ 546785 w 1093569"/>
                      <a:gd name="connsiteY4" fmla="*/ 246221 h 246221"/>
                      <a:gd name="connsiteX5" fmla="*/ 0 w 1093569"/>
                      <a:gd name="connsiteY5" fmla="*/ 246221 h 246221"/>
                      <a:gd name="connsiteX6" fmla="*/ 0 w 1093569"/>
                      <a:gd name="connsiteY6" fmla="*/ 0 h 2462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093569" h="246221" extrusionOk="0">
                        <a:moveTo>
                          <a:pt x="0" y="0"/>
                        </a:moveTo>
                        <a:cubicBezTo>
                          <a:pt x="230827" y="6324"/>
                          <a:pt x="286305" y="-20174"/>
                          <a:pt x="535849" y="0"/>
                        </a:cubicBezTo>
                        <a:cubicBezTo>
                          <a:pt x="785393" y="20174"/>
                          <a:pt x="904042" y="-18669"/>
                          <a:pt x="1093569" y="0"/>
                        </a:cubicBezTo>
                        <a:cubicBezTo>
                          <a:pt x="1089851" y="86454"/>
                          <a:pt x="1088286" y="132742"/>
                          <a:pt x="1093569" y="246221"/>
                        </a:cubicBezTo>
                        <a:cubicBezTo>
                          <a:pt x="856847" y="233874"/>
                          <a:pt x="772031" y="228405"/>
                          <a:pt x="546785" y="246221"/>
                        </a:cubicBezTo>
                        <a:cubicBezTo>
                          <a:pt x="321539" y="264037"/>
                          <a:pt x="113581" y="227933"/>
                          <a:pt x="0" y="246221"/>
                        </a:cubicBezTo>
                        <a:cubicBezTo>
                          <a:pt x="-4481" y="159282"/>
                          <a:pt x="-11939" y="109710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de-DE" sz="1000" dirty="0" err="1"/>
              <a:t>FtSwarmRotaryEncoder</a:t>
            </a:r>
            <a:endParaRPr lang="de-DE" sz="1000" dirty="0"/>
          </a:p>
        </p:txBody>
      </p:sp>
      <p:sp>
        <p:nvSpPr>
          <p:cNvPr id="175" name="Textfeld 174">
            <a:extLst>
              <a:ext uri="{FF2B5EF4-FFF2-40B4-BE49-F238E27FC236}">
                <a16:creationId xmlns:a16="http://schemas.microsoft.com/office/drawing/2014/main" id="{A1D9D066-FF1D-21B5-9B79-570DF470370C}"/>
              </a:ext>
            </a:extLst>
          </p:cNvPr>
          <p:cNvSpPr txBox="1"/>
          <p:nvPr/>
        </p:nvSpPr>
        <p:spPr>
          <a:xfrm>
            <a:off x="1479940" y="5635068"/>
            <a:ext cx="1093569" cy="24622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093569"/>
                      <a:gd name="connsiteY0" fmla="*/ 0 h 246221"/>
                      <a:gd name="connsiteX1" fmla="*/ 535849 w 1093569"/>
                      <a:gd name="connsiteY1" fmla="*/ 0 h 246221"/>
                      <a:gd name="connsiteX2" fmla="*/ 1093569 w 1093569"/>
                      <a:gd name="connsiteY2" fmla="*/ 0 h 246221"/>
                      <a:gd name="connsiteX3" fmla="*/ 1093569 w 1093569"/>
                      <a:gd name="connsiteY3" fmla="*/ 246221 h 246221"/>
                      <a:gd name="connsiteX4" fmla="*/ 546785 w 1093569"/>
                      <a:gd name="connsiteY4" fmla="*/ 246221 h 246221"/>
                      <a:gd name="connsiteX5" fmla="*/ 0 w 1093569"/>
                      <a:gd name="connsiteY5" fmla="*/ 246221 h 246221"/>
                      <a:gd name="connsiteX6" fmla="*/ 0 w 1093569"/>
                      <a:gd name="connsiteY6" fmla="*/ 0 h 2462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093569" h="246221" extrusionOk="0">
                        <a:moveTo>
                          <a:pt x="0" y="0"/>
                        </a:moveTo>
                        <a:cubicBezTo>
                          <a:pt x="230827" y="6324"/>
                          <a:pt x="286305" y="-20174"/>
                          <a:pt x="535849" y="0"/>
                        </a:cubicBezTo>
                        <a:cubicBezTo>
                          <a:pt x="785393" y="20174"/>
                          <a:pt x="904042" y="-18669"/>
                          <a:pt x="1093569" y="0"/>
                        </a:cubicBezTo>
                        <a:cubicBezTo>
                          <a:pt x="1089851" y="86454"/>
                          <a:pt x="1088286" y="132742"/>
                          <a:pt x="1093569" y="246221"/>
                        </a:cubicBezTo>
                        <a:cubicBezTo>
                          <a:pt x="856847" y="233874"/>
                          <a:pt x="772031" y="228405"/>
                          <a:pt x="546785" y="246221"/>
                        </a:cubicBezTo>
                        <a:cubicBezTo>
                          <a:pt x="321539" y="264037"/>
                          <a:pt x="113581" y="227933"/>
                          <a:pt x="0" y="246221"/>
                        </a:cubicBezTo>
                        <a:cubicBezTo>
                          <a:pt x="-4481" y="159282"/>
                          <a:pt x="-11939" y="109710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de-DE" sz="1000" dirty="0" err="1"/>
              <a:t>FtSwarmGyro</a:t>
            </a:r>
            <a:endParaRPr lang="de-DE" sz="1000" dirty="0"/>
          </a:p>
        </p:txBody>
      </p:sp>
      <p:sp>
        <p:nvSpPr>
          <p:cNvPr id="187" name="Textfeld 186">
            <a:extLst>
              <a:ext uri="{FF2B5EF4-FFF2-40B4-BE49-F238E27FC236}">
                <a16:creationId xmlns:a16="http://schemas.microsoft.com/office/drawing/2014/main" id="{F48B5A01-1912-591B-F981-7E0F53F18F7D}"/>
              </a:ext>
            </a:extLst>
          </p:cNvPr>
          <p:cNvSpPr txBox="1"/>
          <p:nvPr/>
        </p:nvSpPr>
        <p:spPr>
          <a:xfrm>
            <a:off x="3970704" y="5252014"/>
            <a:ext cx="1335622" cy="2154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800" dirty="0" err="1">
                <a:solidFill>
                  <a:srgbClr val="FF0000"/>
                </a:solidFill>
              </a:rPr>
              <a:t>Red</a:t>
            </a:r>
            <a:r>
              <a:rPr lang="de-DE" sz="800" dirty="0">
                <a:solidFill>
                  <a:srgbClr val="FF0000"/>
                </a:solidFill>
              </a:rPr>
              <a:t>: Helper </a:t>
            </a:r>
            <a:r>
              <a:rPr lang="de-DE" sz="800" dirty="0" err="1">
                <a:solidFill>
                  <a:srgbClr val="FF0000"/>
                </a:solidFill>
              </a:rPr>
              <a:t>class</a:t>
            </a:r>
            <a:r>
              <a:rPr lang="de-DE" sz="800" dirty="0">
                <a:solidFill>
                  <a:srgbClr val="FF0000"/>
                </a:solidFill>
              </a:rPr>
              <a:t>, </a:t>
            </a:r>
            <a:r>
              <a:rPr lang="de-DE" sz="800" dirty="0" err="1">
                <a:solidFill>
                  <a:srgbClr val="FF0000"/>
                </a:solidFill>
              </a:rPr>
              <a:t>don‘t</a:t>
            </a:r>
            <a:r>
              <a:rPr lang="de-DE" sz="800" dirty="0">
                <a:solidFill>
                  <a:srgbClr val="FF0000"/>
                </a:solidFill>
              </a:rPr>
              <a:t> </a:t>
            </a:r>
            <a:r>
              <a:rPr lang="de-DE" sz="800" dirty="0" err="1">
                <a:solidFill>
                  <a:srgbClr val="FF0000"/>
                </a:solidFill>
              </a:rPr>
              <a:t>use</a:t>
            </a:r>
            <a:endParaRPr lang="de-DE" sz="800" dirty="0">
              <a:solidFill>
                <a:srgbClr val="FF0000"/>
              </a:solidFill>
            </a:endParaRPr>
          </a:p>
        </p:txBody>
      </p:sp>
      <p:sp>
        <p:nvSpPr>
          <p:cNvPr id="188" name="Textfeld 187">
            <a:extLst>
              <a:ext uri="{FF2B5EF4-FFF2-40B4-BE49-F238E27FC236}">
                <a16:creationId xmlns:a16="http://schemas.microsoft.com/office/drawing/2014/main" id="{7E16139E-779B-AD6F-C76B-6C25EC15D08C}"/>
              </a:ext>
            </a:extLst>
          </p:cNvPr>
          <p:cNvSpPr txBox="1"/>
          <p:nvPr/>
        </p:nvSpPr>
        <p:spPr>
          <a:xfrm>
            <a:off x="3970704" y="5541426"/>
            <a:ext cx="1258678" cy="2154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800" dirty="0">
                <a:highlight>
                  <a:srgbClr val="FFFF00"/>
                </a:highlight>
              </a:rPr>
              <a:t>Yellow: Needs </a:t>
            </a:r>
            <a:r>
              <a:rPr lang="de-DE" sz="800" dirty="0" err="1">
                <a:highlight>
                  <a:srgbClr val="FFFF00"/>
                </a:highlight>
              </a:rPr>
              <a:t>refactoring</a:t>
            </a:r>
            <a:endParaRPr lang="de-DE" sz="800" dirty="0">
              <a:highlight>
                <a:srgbClr val="FFFF00"/>
              </a:highlight>
            </a:endParaRPr>
          </a:p>
        </p:txBody>
      </p:sp>
      <p:sp>
        <p:nvSpPr>
          <p:cNvPr id="189" name="Textfeld 188">
            <a:extLst>
              <a:ext uri="{FF2B5EF4-FFF2-40B4-BE49-F238E27FC236}">
                <a16:creationId xmlns:a16="http://schemas.microsoft.com/office/drawing/2014/main" id="{F50A99C6-80BA-00DA-C76A-F6BC9B473374}"/>
              </a:ext>
            </a:extLst>
          </p:cNvPr>
          <p:cNvSpPr txBox="1"/>
          <p:nvPr/>
        </p:nvSpPr>
        <p:spPr>
          <a:xfrm>
            <a:off x="3970704" y="5830838"/>
            <a:ext cx="1348446" cy="215444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none" rtlCol="0">
            <a:spAutoFit/>
          </a:bodyPr>
          <a:lstStyle/>
          <a:p>
            <a:r>
              <a:rPr lang="de-DE" sz="800" dirty="0" err="1"/>
              <a:t>Dashed</a:t>
            </a:r>
            <a:r>
              <a:rPr lang="de-DE" sz="800" dirty="0"/>
              <a:t>: </a:t>
            </a:r>
            <a:r>
              <a:rPr lang="de-DE" sz="800" dirty="0" err="1"/>
              <a:t>to</a:t>
            </a:r>
            <a:r>
              <a:rPr lang="de-DE" sz="800" dirty="0"/>
              <a:t> </a:t>
            </a:r>
            <a:r>
              <a:rPr lang="de-DE" sz="800" dirty="0" err="1"/>
              <a:t>be</a:t>
            </a:r>
            <a:r>
              <a:rPr lang="de-DE" sz="800" dirty="0"/>
              <a:t> </a:t>
            </a:r>
            <a:r>
              <a:rPr lang="de-DE" sz="800" dirty="0" err="1"/>
              <a:t>implemented</a:t>
            </a:r>
            <a:endParaRPr lang="de-DE" sz="800" dirty="0"/>
          </a:p>
        </p:txBody>
      </p:sp>
      <p:cxnSp>
        <p:nvCxnSpPr>
          <p:cNvPr id="8" name="Verbinder: gewinkelt 7">
            <a:extLst>
              <a:ext uri="{FF2B5EF4-FFF2-40B4-BE49-F238E27FC236}">
                <a16:creationId xmlns:a16="http://schemas.microsoft.com/office/drawing/2014/main" id="{C7EEC9BD-8EBB-7FA0-6390-EE773F899F10}"/>
              </a:ext>
            </a:extLst>
          </p:cNvPr>
          <p:cNvCxnSpPr>
            <a:stCxn id="5" idx="2"/>
            <a:endCxn id="160" idx="0"/>
          </p:cNvCxnSpPr>
          <p:nvPr/>
        </p:nvCxnSpPr>
        <p:spPr>
          <a:xfrm rot="5400000">
            <a:off x="1601675" y="1018838"/>
            <a:ext cx="354952" cy="1828562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2980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ruppieren 93">
            <a:extLst>
              <a:ext uri="{FF2B5EF4-FFF2-40B4-BE49-F238E27FC236}">
                <a16:creationId xmlns:a16="http://schemas.microsoft.com/office/drawing/2014/main" id="{F39E4611-21FD-6A2F-ED17-4B3D5F5A065D}"/>
              </a:ext>
            </a:extLst>
          </p:cNvPr>
          <p:cNvGrpSpPr/>
          <p:nvPr/>
        </p:nvGrpSpPr>
        <p:grpSpPr>
          <a:xfrm>
            <a:off x="981619" y="800631"/>
            <a:ext cx="10460338" cy="5132363"/>
            <a:chOff x="981619" y="800631"/>
            <a:chExt cx="10460338" cy="5132363"/>
          </a:xfrm>
        </p:grpSpPr>
        <p:sp>
          <p:nvSpPr>
            <p:cNvPr id="4" name="Textfeld 3">
              <a:extLst>
                <a:ext uri="{FF2B5EF4-FFF2-40B4-BE49-F238E27FC236}">
                  <a16:creationId xmlns:a16="http://schemas.microsoft.com/office/drawing/2014/main" id="{DDE81746-B900-8779-7A4E-726704960C79}"/>
                </a:ext>
              </a:extLst>
            </p:cNvPr>
            <p:cNvSpPr txBox="1"/>
            <p:nvPr/>
          </p:nvSpPr>
          <p:spPr>
            <a:xfrm>
              <a:off x="5620439" y="800631"/>
              <a:ext cx="763351" cy="24622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de-DE" sz="1000" dirty="0" err="1">
                  <a:solidFill>
                    <a:srgbClr val="FF0000"/>
                  </a:solidFill>
                </a:rPr>
                <a:t>FtSwarmIO</a:t>
              </a:r>
              <a:endParaRPr lang="de-DE" sz="1000" dirty="0">
                <a:solidFill>
                  <a:srgbClr val="FF0000"/>
                </a:solidFill>
              </a:endParaRPr>
            </a:p>
          </p:txBody>
        </p:sp>
        <p:sp>
          <p:nvSpPr>
            <p:cNvPr id="5" name="Textfeld 4">
              <a:extLst>
                <a:ext uri="{FF2B5EF4-FFF2-40B4-BE49-F238E27FC236}">
                  <a16:creationId xmlns:a16="http://schemas.microsoft.com/office/drawing/2014/main" id="{2D996D3D-6733-6A68-6CBD-159ECB8DF7C4}"/>
                </a:ext>
              </a:extLst>
            </p:cNvPr>
            <p:cNvSpPr txBox="1"/>
            <p:nvPr/>
          </p:nvSpPr>
          <p:spPr>
            <a:xfrm>
              <a:off x="2877788" y="1507414"/>
              <a:ext cx="952505" cy="24622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de-DE" sz="1000" dirty="0" err="1">
                  <a:solidFill>
                    <a:srgbClr val="FF0000"/>
                  </a:solidFill>
                </a:rPr>
                <a:t>FtSwarmInput</a:t>
              </a:r>
              <a:endParaRPr lang="de-DE" sz="1000" dirty="0">
                <a:solidFill>
                  <a:srgbClr val="FF0000"/>
                </a:solidFill>
              </a:endParaRPr>
            </a:p>
          </p:txBody>
        </p:sp>
        <p:cxnSp>
          <p:nvCxnSpPr>
            <p:cNvPr id="7" name="Verbinder: gewinkelt 6">
              <a:extLst>
                <a:ext uri="{FF2B5EF4-FFF2-40B4-BE49-F238E27FC236}">
                  <a16:creationId xmlns:a16="http://schemas.microsoft.com/office/drawing/2014/main" id="{9DE2265A-05C3-9044-1BF9-F2B17B2DAB56}"/>
                </a:ext>
              </a:extLst>
            </p:cNvPr>
            <p:cNvCxnSpPr>
              <a:stCxn id="4" idx="2"/>
              <a:endCxn id="5" idx="0"/>
            </p:cNvCxnSpPr>
            <p:nvPr/>
          </p:nvCxnSpPr>
          <p:spPr>
            <a:xfrm rot="5400000">
              <a:off x="4447797" y="-46904"/>
              <a:ext cx="460562" cy="2648074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9D56CC6E-8779-4120-3E92-F93EA6870BF5}"/>
                </a:ext>
              </a:extLst>
            </p:cNvPr>
            <p:cNvSpPr txBox="1"/>
            <p:nvPr/>
          </p:nvSpPr>
          <p:spPr>
            <a:xfrm>
              <a:off x="1919046" y="1952109"/>
              <a:ext cx="1253869" cy="24622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de-DE" sz="1000" dirty="0" err="1"/>
                <a:t>FtSwarmDigitalInput</a:t>
              </a:r>
              <a:endParaRPr lang="de-DE" sz="1000" dirty="0"/>
            </a:p>
          </p:txBody>
        </p: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64D1D269-1897-A50C-BAD3-C381570576BF}"/>
                </a:ext>
              </a:extLst>
            </p:cNvPr>
            <p:cNvSpPr txBox="1"/>
            <p:nvPr/>
          </p:nvSpPr>
          <p:spPr>
            <a:xfrm>
              <a:off x="1252151" y="2397226"/>
              <a:ext cx="990977" cy="24622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de-DE" sz="1000" dirty="0" err="1"/>
                <a:t>FtSwarmSwitch</a:t>
              </a:r>
              <a:endParaRPr lang="de-DE" sz="1000" dirty="0"/>
            </a:p>
          </p:txBody>
        </p: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5113B0DE-D2D3-5B66-E13B-F1FCD6C91E4F}"/>
                </a:ext>
              </a:extLst>
            </p:cNvPr>
            <p:cNvSpPr txBox="1"/>
            <p:nvPr/>
          </p:nvSpPr>
          <p:spPr>
            <a:xfrm>
              <a:off x="987568" y="2719230"/>
              <a:ext cx="1255472" cy="24622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de-DE" sz="1000" dirty="0" err="1"/>
                <a:t>FtSwarmReedSwitch</a:t>
              </a:r>
              <a:endParaRPr lang="de-DE" sz="1000" dirty="0"/>
            </a:p>
          </p:txBody>
        </p: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F0ED9D0F-B646-D98C-AA74-DAF64D4FCF13}"/>
                </a:ext>
              </a:extLst>
            </p:cNvPr>
            <p:cNvSpPr txBox="1"/>
            <p:nvPr/>
          </p:nvSpPr>
          <p:spPr>
            <a:xfrm>
              <a:off x="981619" y="3041232"/>
              <a:ext cx="1260281" cy="24622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de-DE" sz="1000" dirty="0" err="1"/>
                <a:t>FtSwarmLightBarrier</a:t>
              </a:r>
              <a:endParaRPr lang="de-DE" sz="1000" dirty="0"/>
            </a:p>
          </p:txBody>
        </p:sp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242C9D49-96D8-D791-9B59-E72CEB33889E}"/>
                </a:ext>
              </a:extLst>
            </p:cNvPr>
            <p:cNvSpPr txBox="1"/>
            <p:nvPr/>
          </p:nvSpPr>
          <p:spPr>
            <a:xfrm>
              <a:off x="6238287" y="3545306"/>
              <a:ext cx="1072730" cy="24622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de-DE" sz="1000" dirty="0" err="1"/>
                <a:t>FtSwarmButton</a:t>
              </a:r>
              <a:r>
                <a:rPr lang="de-DE" sz="1000" dirty="0"/>
                <a:t> </a:t>
              </a:r>
            </a:p>
          </p:txBody>
        </p:sp>
        <p:cxnSp>
          <p:nvCxnSpPr>
            <p:cNvPr id="30" name="Verbinder: gewinkelt 29">
              <a:extLst>
                <a:ext uri="{FF2B5EF4-FFF2-40B4-BE49-F238E27FC236}">
                  <a16:creationId xmlns:a16="http://schemas.microsoft.com/office/drawing/2014/main" id="{E8462AD2-150C-ADC0-9F20-023AC8D5377C}"/>
                </a:ext>
              </a:extLst>
            </p:cNvPr>
            <p:cNvCxnSpPr>
              <a:cxnSpLocks/>
              <a:stCxn id="4" idx="2"/>
              <a:endCxn id="24" idx="1"/>
            </p:cNvCxnSpPr>
            <p:nvPr/>
          </p:nvCxnSpPr>
          <p:spPr>
            <a:xfrm rot="16200000" flipH="1">
              <a:off x="4809419" y="2239548"/>
              <a:ext cx="2621565" cy="236172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9891E224-AFF2-AC4F-4FC4-73795F61B706}"/>
                </a:ext>
              </a:extLst>
            </p:cNvPr>
            <p:cNvSpPr txBox="1"/>
            <p:nvPr/>
          </p:nvSpPr>
          <p:spPr>
            <a:xfrm>
              <a:off x="3530679" y="1954116"/>
              <a:ext cx="1282723" cy="24622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de-DE" sz="1000" dirty="0" err="1"/>
                <a:t>FtSwarmAnalogInput</a:t>
              </a:r>
              <a:endParaRPr lang="de-DE" sz="1000" dirty="0"/>
            </a:p>
          </p:txBody>
        </p:sp>
        <p:cxnSp>
          <p:nvCxnSpPr>
            <p:cNvPr id="33" name="Verbinder: gewinkelt 32">
              <a:extLst>
                <a:ext uri="{FF2B5EF4-FFF2-40B4-BE49-F238E27FC236}">
                  <a16:creationId xmlns:a16="http://schemas.microsoft.com/office/drawing/2014/main" id="{F9F6A278-C15F-44EE-39DA-10D895E91B48}"/>
                </a:ext>
              </a:extLst>
            </p:cNvPr>
            <p:cNvCxnSpPr>
              <a:cxnSpLocks/>
              <a:stCxn id="5" idx="2"/>
              <a:endCxn id="31" idx="1"/>
            </p:cNvCxnSpPr>
            <p:nvPr/>
          </p:nvCxnSpPr>
          <p:spPr>
            <a:xfrm rot="16200000" flipH="1">
              <a:off x="3280564" y="1827112"/>
              <a:ext cx="323592" cy="176638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AB7B151E-AF38-1C62-FC54-EE3C6874AFF7}"/>
                </a:ext>
              </a:extLst>
            </p:cNvPr>
            <p:cNvSpPr txBox="1"/>
            <p:nvPr/>
          </p:nvSpPr>
          <p:spPr>
            <a:xfrm>
              <a:off x="4432181" y="2399231"/>
              <a:ext cx="1176925" cy="24622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de-DE" sz="1000" dirty="0" err="1"/>
                <a:t>FtSwarmVoltmeter</a:t>
              </a:r>
              <a:endParaRPr lang="de-DE" sz="1000" dirty="0"/>
            </a:p>
          </p:txBody>
        </p:sp>
        <p:sp>
          <p:nvSpPr>
            <p:cNvPr id="35" name="Textfeld 34">
              <a:extLst>
                <a:ext uri="{FF2B5EF4-FFF2-40B4-BE49-F238E27FC236}">
                  <a16:creationId xmlns:a16="http://schemas.microsoft.com/office/drawing/2014/main" id="{426483E1-47F2-7AB7-2C8F-A13B143FBBAE}"/>
                </a:ext>
              </a:extLst>
            </p:cNvPr>
            <p:cNvSpPr txBox="1"/>
            <p:nvPr/>
          </p:nvSpPr>
          <p:spPr>
            <a:xfrm>
              <a:off x="4432180" y="2721235"/>
              <a:ext cx="1220206" cy="24622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de-DE" sz="1000" dirty="0" err="1"/>
                <a:t>FtSwarmOhmmeter</a:t>
              </a:r>
              <a:endParaRPr lang="de-DE" sz="1000" dirty="0"/>
            </a:p>
          </p:txBody>
        </p:sp>
        <p:sp>
          <p:nvSpPr>
            <p:cNvPr id="36" name="Textfeld 35">
              <a:extLst>
                <a:ext uri="{FF2B5EF4-FFF2-40B4-BE49-F238E27FC236}">
                  <a16:creationId xmlns:a16="http://schemas.microsoft.com/office/drawing/2014/main" id="{2B25388E-A752-8291-625C-E92AA46D31BC}"/>
                </a:ext>
              </a:extLst>
            </p:cNvPr>
            <p:cNvSpPr txBox="1"/>
            <p:nvPr/>
          </p:nvSpPr>
          <p:spPr>
            <a:xfrm>
              <a:off x="4432180" y="3043239"/>
              <a:ext cx="1374094" cy="24622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de-DE" sz="1000" dirty="0" err="1"/>
                <a:t>FtSwarmThermometer</a:t>
              </a:r>
              <a:endParaRPr lang="de-DE" sz="1000" dirty="0"/>
            </a:p>
          </p:txBody>
        </p:sp>
        <p:sp>
          <p:nvSpPr>
            <p:cNvPr id="37" name="Textfeld 36">
              <a:extLst>
                <a:ext uri="{FF2B5EF4-FFF2-40B4-BE49-F238E27FC236}">
                  <a16:creationId xmlns:a16="http://schemas.microsoft.com/office/drawing/2014/main" id="{AFD2A88B-6E3B-4CDE-784F-7AF2D21B655E}"/>
                </a:ext>
              </a:extLst>
            </p:cNvPr>
            <p:cNvSpPr txBox="1"/>
            <p:nvPr/>
          </p:nvSpPr>
          <p:spPr>
            <a:xfrm>
              <a:off x="4432181" y="3365243"/>
              <a:ext cx="848309" cy="24622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de-DE" sz="1000" dirty="0" err="1"/>
                <a:t>FtSwarmLDR</a:t>
              </a:r>
              <a:endParaRPr lang="de-DE" sz="1000" dirty="0"/>
            </a:p>
          </p:txBody>
        </p:sp>
        <p:cxnSp>
          <p:nvCxnSpPr>
            <p:cNvPr id="39" name="Verbinder: gewinkelt 38">
              <a:extLst>
                <a:ext uri="{FF2B5EF4-FFF2-40B4-BE49-F238E27FC236}">
                  <a16:creationId xmlns:a16="http://schemas.microsoft.com/office/drawing/2014/main" id="{A2002917-3D47-5C7C-82A0-0158191EA2BF}"/>
                </a:ext>
              </a:extLst>
            </p:cNvPr>
            <p:cNvCxnSpPr>
              <a:stCxn id="31" idx="2"/>
              <a:endCxn id="34" idx="1"/>
            </p:cNvCxnSpPr>
            <p:nvPr/>
          </p:nvCxnSpPr>
          <p:spPr>
            <a:xfrm rot="16200000" flipH="1">
              <a:off x="4141109" y="2231269"/>
              <a:ext cx="322005" cy="260140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Verbinder: gewinkelt 39">
              <a:extLst>
                <a:ext uri="{FF2B5EF4-FFF2-40B4-BE49-F238E27FC236}">
                  <a16:creationId xmlns:a16="http://schemas.microsoft.com/office/drawing/2014/main" id="{7A9971DC-4AB9-AC51-9375-6475F87A41FE}"/>
                </a:ext>
              </a:extLst>
            </p:cNvPr>
            <p:cNvCxnSpPr>
              <a:cxnSpLocks/>
              <a:stCxn id="31" idx="2"/>
              <a:endCxn id="35" idx="1"/>
            </p:cNvCxnSpPr>
            <p:nvPr/>
          </p:nvCxnSpPr>
          <p:spPr>
            <a:xfrm rot="16200000" flipH="1">
              <a:off x="3980106" y="2392271"/>
              <a:ext cx="644009" cy="260139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Verbinder: gewinkelt 42">
              <a:extLst>
                <a:ext uri="{FF2B5EF4-FFF2-40B4-BE49-F238E27FC236}">
                  <a16:creationId xmlns:a16="http://schemas.microsoft.com/office/drawing/2014/main" id="{929F9556-3CC7-5BA2-533C-269F799CCB14}"/>
                </a:ext>
              </a:extLst>
            </p:cNvPr>
            <p:cNvCxnSpPr>
              <a:cxnSpLocks/>
              <a:stCxn id="31" idx="2"/>
              <a:endCxn id="36" idx="1"/>
            </p:cNvCxnSpPr>
            <p:nvPr/>
          </p:nvCxnSpPr>
          <p:spPr>
            <a:xfrm rot="16200000" flipH="1">
              <a:off x="3819104" y="2553273"/>
              <a:ext cx="966013" cy="260139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Verbinder: gewinkelt 45">
              <a:extLst>
                <a:ext uri="{FF2B5EF4-FFF2-40B4-BE49-F238E27FC236}">
                  <a16:creationId xmlns:a16="http://schemas.microsoft.com/office/drawing/2014/main" id="{EEC3769D-D8E7-3F3A-1FE0-A5AF10A87C7A}"/>
                </a:ext>
              </a:extLst>
            </p:cNvPr>
            <p:cNvCxnSpPr>
              <a:cxnSpLocks/>
              <a:stCxn id="31" idx="2"/>
              <a:endCxn id="37" idx="1"/>
            </p:cNvCxnSpPr>
            <p:nvPr/>
          </p:nvCxnSpPr>
          <p:spPr>
            <a:xfrm rot="16200000" flipH="1">
              <a:off x="3658103" y="2714275"/>
              <a:ext cx="1288017" cy="260140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feld 48">
              <a:extLst>
                <a:ext uri="{FF2B5EF4-FFF2-40B4-BE49-F238E27FC236}">
                  <a16:creationId xmlns:a16="http://schemas.microsoft.com/office/drawing/2014/main" id="{03322C4D-89DF-06EF-70A2-8D0BCEEA367C}"/>
                </a:ext>
              </a:extLst>
            </p:cNvPr>
            <p:cNvSpPr txBox="1"/>
            <p:nvPr/>
          </p:nvSpPr>
          <p:spPr>
            <a:xfrm>
              <a:off x="8776784" y="1509423"/>
              <a:ext cx="958917" cy="24622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de-DE" sz="1000" dirty="0" err="1">
                  <a:solidFill>
                    <a:srgbClr val="FF0000"/>
                  </a:solidFill>
                </a:rPr>
                <a:t>FtSwarmActor</a:t>
              </a:r>
              <a:endParaRPr lang="de-DE" sz="1000" dirty="0">
                <a:solidFill>
                  <a:srgbClr val="FF0000"/>
                </a:solidFill>
              </a:endParaRPr>
            </a:p>
          </p:txBody>
        </p:sp>
        <p:cxnSp>
          <p:nvCxnSpPr>
            <p:cNvPr id="51" name="Verbinder: gewinkelt 50">
              <a:extLst>
                <a:ext uri="{FF2B5EF4-FFF2-40B4-BE49-F238E27FC236}">
                  <a16:creationId xmlns:a16="http://schemas.microsoft.com/office/drawing/2014/main" id="{FF35D4F7-BD2D-9637-AE08-246069407CB6}"/>
                </a:ext>
              </a:extLst>
            </p:cNvPr>
            <p:cNvCxnSpPr>
              <a:stCxn id="4" idx="2"/>
              <a:endCxn id="49" idx="0"/>
            </p:cNvCxnSpPr>
            <p:nvPr/>
          </p:nvCxnSpPr>
          <p:spPr>
            <a:xfrm rot="16200000" flipH="1">
              <a:off x="7397894" y="-348927"/>
              <a:ext cx="462571" cy="3254128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feld 55">
              <a:extLst>
                <a:ext uri="{FF2B5EF4-FFF2-40B4-BE49-F238E27FC236}">
                  <a16:creationId xmlns:a16="http://schemas.microsoft.com/office/drawing/2014/main" id="{DF23FCA6-CCFB-C750-EDDA-7B69E2E687F5}"/>
                </a:ext>
              </a:extLst>
            </p:cNvPr>
            <p:cNvSpPr txBox="1"/>
            <p:nvPr/>
          </p:nvSpPr>
          <p:spPr>
            <a:xfrm>
              <a:off x="7541851" y="2161053"/>
              <a:ext cx="978153" cy="24622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de-DE" sz="1000" dirty="0" err="1"/>
                <a:t>FtSwarmMotor</a:t>
              </a:r>
              <a:endParaRPr lang="de-DE" sz="1000" dirty="0"/>
            </a:p>
          </p:txBody>
        </p:sp>
        <p:sp>
          <p:nvSpPr>
            <p:cNvPr id="57" name="Textfeld 56">
              <a:extLst>
                <a:ext uri="{FF2B5EF4-FFF2-40B4-BE49-F238E27FC236}">
                  <a16:creationId xmlns:a16="http://schemas.microsoft.com/office/drawing/2014/main" id="{47C14F97-D8C7-E247-8137-BAEFABC2DA52}"/>
                </a:ext>
              </a:extLst>
            </p:cNvPr>
            <p:cNvSpPr txBox="1"/>
            <p:nvPr/>
          </p:nvSpPr>
          <p:spPr>
            <a:xfrm>
              <a:off x="8398800" y="3978415"/>
              <a:ext cx="1356462" cy="24622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de-DE" sz="1000" dirty="0" err="1"/>
                <a:t>FtSwarmTractorMotor</a:t>
              </a:r>
              <a:endParaRPr lang="de-DE" sz="1000" dirty="0"/>
            </a:p>
          </p:txBody>
        </p:sp>
        <p:sp>
          <p:nvSpPr>
            <p:cNvPr id="58" name="Textfeld 57">
              <a:extLst>
                <a:ext uri="{FF2B5EF4-FFF2-40B4-BE49-F238E27FC236}">
                  <a16:creationId xmlns:a16="http://schemas.microsoft.com/office/drawing/2014/main" id="{A9E5773C-7C1F-5713-55C2-7E97465370CA}"/>
                </a:ext>
              </a:extLst>
            </p:cNvPr>
            <p:cNvSpPr txBox="1"/>
            <p:nvPr/>
          </p:nvSpPr>
          <p:spPr>
            <a:xfrm>
              <a:off x="9300636" y="4375549"/>
              <a:ext cx="1154483" cy="24622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de-DE" sz="1000" dirty="0" err="1"/>
                <a:t>FtSwarmXMMotor</a:t>
              </a:r>
              <a:endParaRPr lang="de-DE" sz="1000" dirty="0"/>
            </a:p>
          </p:txBody>
        </p:sp>
        <p:sp>
          <p:nvSpPr>
            <p:cNvPr id="59" name="Textfeld 58">
              <a:extLst>
                <a:ext uri="{FF2B5EF4-FFF2-40B4-BE49-F238E27FC236}">
                  <a16:creationId xmlns:a16="http://schemas.microsoft.com/office/drawing/2014/main" id="{D5A47EFA-48E6-1E3E-610B-390E1A536004}"/>
                </a:ext>
              </a:extLst>
            </p:cNvPr>
            <p:cNvSpPr txBox="1"/>
            <p:nvPr/>
          </p:nvSpPr>
          <p:spPr>
            <a:xfrm>
              <a:off x="9311903" y="4683027"/>
              <a:ext cx="1406154" cy="24622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de-DE" sz="1000" dirty="0" err="1"/>
                <a:t>FtSwarmEncoderMotor</a:t>
              </a:r>
              <a:endParaRPr lang="de-DE" sz="1000" dirty="0"/>
            </a:p>
          </p:txBody>
        </p:sp>
        <p:cxnSp>
          <p:nvCxnSpPr>
            <p:cNvPr id="61" name="Verbinder: gewinkelt 60">
              <a:extLst>
                <a:ext uri="{FF2B5EF4-FFF2-40B4-BE49-F238E27FC236}">
                  <a16:creationId xmlns:a16="http://schemas.microsoft.com/office/drawing/2014/main" id="{5ED6F7C6-3E5D-13FF-F18A-2D393C912E17}"/>
                </a:ext>
              </a:extLst>
            </p:cNvPr>
            <p:cNvCxnSpPr>
              <a:stCxn id="49" idx="2"/>
              <a:endCxn id="56" idx="0"/>
            </p:cNvCxnSpPr>
            <p:nvPr/>
          </p:nvCxnSpPr>
          <p:spPr>
            <a:xfrm rot="5400000">
              <a:off x="8440882" y="1345691"/>
              <a:ext cx="405409" cy="1225315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Verbinder: gewinkelt 62">
              <a:extLst>
                <a:ext uri="{FF2B5EF4-FFF2-40B4-BE49-F238E27FC236}">
                  <a16:creationId xmlns:a16="http://schemas.microsoft.com/office/drawing/2014/main" id="{9AB025E7-55A7-3FA6-C785-C7D46E0FF4D3}"/>
                </a:ext>
              </a:extLst>
            </p:cNvPr>
            <p:cNvCxnSpPr>
              <a:cxnSpLocks/>
              <a:stCxn id="56" idx="2"/>
              <a:endCxn id="57" idx="1"/>
            </p:cNvCxnSpPr>
            <p:nvPr/>
          </p:nvCxnSpPr>
          <p:spPr>
            <a:xfrm rot="16200000" flipH="1">
              <a:off x="7367738" y="3070464"/>
              <a:ext cx="1694252" cy="367872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Verbinder: gewinkelt 64">
              <a:extLst>
                <a:ext uri="{FF2B5EF4-FFF2-40B4-BE49-F238E27FC236}">
                  <a16:creationId xmlns:a16="http://schemas.microsoft.com/office/drawing/2014/main" id="{86F27AF5-DCC2-F12E-CD5E-462C6186455E}"/>
                </a:ext>
              </a:extLst>
            </p:cNvPr>
            <p:cNvCxnSpPr>
              <a:stCxn id="57" idx="2"/>
              <a:endCxn id="58" idx="1"/>
            </p:cNvCxnSpPr>
            <p:nvPr/>
          </p:nvCxnSpPr>
          <p:spPr>
            <a:xfrm rot="16200000" flipH="1">
              <a:off x="9051821" y="4249845"/>
              <a:ext cx="274024" cy="223605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Verbinder: gewinkelt 67">
              <a:extLst>
                <a:ext uri="{FF2B5EF4-FFF2-40B4-BE49-F238E27FC236}">
                  <a16:creationId xmlns:a16="http://schemas.microsoft.com/office/drawing/2014/main" id="{D2692564-5409-1BD3-CDC8-2CC53C10EA95}"/>
                </a:ext>
              </a:extLst>
            </p:cNvPr>
            <p:cNvCxnSpPr>
              <a:cxnSpLocks/>
              <a:stCxn id="57" idx="2"/>
              <a:endCxn id="59" idx="1"/>
            </p:cNvCxnSpPr>
            <p:nvPr/>
          </p:nvCxnSpPr>
          <p:spPr>
            <a:xfrm rot="16200000" flipH="1">
              <a:off x="8903716" y="4397951"/>
              <a:ext cx="581502" cy="234872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46E7D42D-38DF-6CA5-B9DE-C8AD7D74611C}"/>
                </a:ext>
              </a:extLst>
            </p:cNvPr>
            <p:cNvSpPr txBox="1"/>
            <p:nvPr/>
          </p:nvSpPr>
          <p:spPr>
            <a:xfrm>
              <a:off x="8631192" y="2161053"/>
              <a:ext cx="1244251" cy="24622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de-DE" sz="1000" dirty="0" err="1"/>
                <a:t>FtSwarmOnOffActor</a:t>
              </a:r>
              <a:endParaRPr lang="de-DE" sz="1000" dirty="0"/>
            </a:p>
          </p:txBody>
        </p:sp>
        <p:cxnSp>
          <p:nvCxnSpPr>
            <p:cNvPr id="73" name="Verbinder: gewinkelt 72">
              <a:extLst>
                <a:ext uri="{FF2B5EF4-FFF2-40B4-BE49-F238E27FC236}">
                  <a16:creationId xmlns:a16="http://schemas.microsoft.com/office/drawing/2014/main" id="{44ABC6B8-064A-3DDD-11D0-57E14A02958F}"/>
                </a:ext>
              </a:extLst>
            </p:cNvPr>
            <p:cNvCxnSpPr>
              <a:stCxn id="49" idx="2"/>
              <a:endCxn id="71" idx="0"/>
            </p:cNvCxnSpPr>
            <p:nvPr/>
          </p:nvCxnSpPr>
          <p:spPr>
            <a:xfrm rot="5400000">
              <a:off x="9052077" y="1956886"/>
              <a:ext cx="405409" cy="2925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17CEF991-9DBD-7225-742C-90EB24B5C33D}"/>
                </a:ext>
              </a:extLst>
            </p:cNvPr>
            <p:cNvSpPr txBox="1"/>
            <p:nvPr/>
          </p:nvSpPr>
          <p:spPr>
            <a:xfrm>
              <a:off x="9399342" y="2613076"/>
              <a:ext cx="931665" cy="24622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de-DE" sz="1000" dirty="0" err="1"/>
                <a:t>FtSwarmLamp</a:t>
              </a:r>
              <a:endParaRPr lang="de-DE" sz="1000" dirty="0"/>
            </a:p>
          </p:txBody>
        </p:sp>
        <p:sp>
          <p:nvSpPr>
            <p:cNvPr id="75" name="Textfeld 74">
              <a:extLst>
                <a:ext uri="{FF2B5EF4-FFF2-40B4-BE49-F238E27FC236}">
                  <a16:creationId xmlns:a16="http://schemas.microsoft.com/office/drawing/2014/main" id="{6C0DCA69-5B8B-EA1E-257F-ED79F5FD1377}"/>
                </a:ext>
              </a:extLst>
            </p:cNvPr>
            <p:cNvSpPr txBox="1"/>
            <p:nvPr/>
          </p:nvSpPr>
          <p:spPr>
            <a:xfrm>
              <a:off x="9399342" y="2927107"/>
              <a:ext cx="930063" cy="24622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de-DE" sz="1000" dirty="0" err="1"/>
                <a:t>FtSwarmValve</a:t>
              </a:r>
              <a:endParaRPr lang="de-DE" sz="1000" dirty="0"/>
            </a:p>
          </p:txBody>
        </p:sp>
        <p:sp>
          <p:nvSpPr>
            <p:cNvPr id="76" name="Textfeld 75">
              <a:extLst>
                <a:ext uri="{FF2B5EF4-FFF2-40B4-BE49-F238E27FC236}">
                  <a16:creationId xmlns:a16="http://schemas.microsoft.com/office/drawing/2014/main" id="{D3676506-4C00-3BDE-4BD9-55FC2E7A9692}"/>
                </a:ext>
              </a:extLst>
            </p:cNvPr>
            <p:cNvSpPr txBox="1"/>
            <p:nvPr/>
          </p:nvSpPr>
          <p:spPr>
            <a:xfrm>
              <a:off x="9399342" y="3250809"/>
              <a:ext cx="1273105" cy="24622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de-DE" sz="1000" dirty="0" err="1"/>
                <a:t>FtSwarmCompressor</a:t>
              </a:r>
              <a:endParaRPr lang="de-DE" sz="1000" dirty="0"/>
            </a:p>
          </p:txBody>
        </p:sp>
        <p:sp>
          <p:nvSpPr>
            <p:cNvPr id="77" name="Textfeld 76">
              <a:extLst>
                <a:ext uri="{FF2B5EF4-FFF2-40B4-BE49-F238E27FC236}">
                  <a16:creationId xmlns:a16="http://schemas.microsoft.com/office/drawing/2014/main" id="{F9BC8B88-F4B2-729C-DB6D-723631D09CC5}"/>
                </a:ext>
              </a:extLst>
            </p:cNvPr>
            <p:cNvSpPr txBox="1"/>
            <p:nvPr/>
          </p:nvSpPr>
          <p:spPr>
            <a:xfrm>
              <a:off x="9399341" y="3586903"/>
              <a:ext cx="995785" cy="24622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de-DE" sz="1000" dirty="0" err="1"/>
                <a:t>FtSwarmBuzzer</a:t>
              </a:r>
              <a:endParaRPr lang="de-DE" sz="1000" dirty="0"/>
            </a:p>
          </p:txBody>
        </p:sp>
        <p:cxnSp>
          <p:nvCxnSpPr>
            <p:cNvPr id="79" name="Verbinder: gewinkelt 78">
              <a:extLst>
                <a:ext uri="{FF2B5EF4-FFF2-40B4-BE49-F238E27FC236}">
                  <a16:creationId xmlns:a16="http://schemas.microsoft.com/office/drawing/2014/main" id="{B02DECBC-2D5A-B7AE-761B-E04F38BBCFCD}"/>
                </a:ext>
              </a:extLst>
            </p:cNvPr>
            <p:cNvCxnSpPr>
              <a:stCxn id="71" idx="2"/>
              <a:endCxn id="74" idx="1"/>
            </p:cNvCxnSpPr>
            <p:nvPr/>
          </p:nvCxnSpPr>
          <p:spPr>
            <a:xfrm rot="16200000" flipH="1">
              <a:off x="9161874" y="2498718"/>
              <a:ext cx="328913" cy="146024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Verbinder: gewinkelt 79">
              <a:extLst>
                <a:ext uri="{FF2B5EF4-FFF2-40B4-BE49-F238E27FC236}">
                  <a16:creationId xmlns:a16="http://schemas.microsoft.com/office/drawing/2014/main" id="{62A02CD0-CEA7-7759-C57D-6D4CABB1D955}"/>
                </a:ext>
              </a:extLst>
            </p:cNvPr>
            <p:cNvCxnSpPr>
              <a:cxnSpLocks/>
              <a:stCxn id="71" idx="2"/>
              <a:endCxn id="75" idx="1"/>
            </p:cNvCxnSpPr>
            <p:nvPr/>
          </p:nvCxnSpPr>
          <p:spPr>
            <a:xfrm rot="16200000" flipH="1">
              <a:off x="9004858" y="2655734"/>
              <a:ext cx="642944" cy="146024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Verbinder: gewinkelt 82">
              <a:extLst>
                <a:ext uri="{FF2B5EF4-FFF2-40B4-BE49-F238E27FC236}">
                  <a16:creationId xmlns:a16="http://schemas.microsoft.com/office/drawing/2014/main" id="{13822D21-9624-9BB4-CB9C-76B06ED0B0BB}"/>
                </a:ext>
              </a:extLst>
            </p:cNvPr>
            <p:cNvCxnSpPr>
              <a:cxnSpLocks/>
              <a:stCxn id="71" idx="2"/>
              <a:endCxn id="76" idx="1"/>
            </p:cNvCxnSpPr>
            <p:nvPr/>
          </p:nvCxnSpPr>
          <p:spPr>
            <a:xfrm rot="16200000" flipH="1">
              <a:off x="8843007" y="2817585"/>
              <a:ext cx="966646" cy="146024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Verbinder: gewinkelt 85">
              <a:extLst>
                <a:ext uri="{FF2B5EF4-FFF2-40B4-BE49-F238E27FC236}">
                  <a16:creationId xmlns:a16="http://schemas.microsoft.com/office/drawing/2014/main" id="{3C825C82-2AD8-90C7-4CC0-33BCA4D39AFB}"/>
                </a:ext>
              </a:extLst>
            </p:cNvPr>
            <p:cNvCxnSpPr>
              <a:cxnSpLocks/>
              <a:stCxn id="71" idx="2"/>
              <a:endCxn id="77" idx="1"/>
            </p:cNvCxnSpPr>
            <p:nvPr/>
          </p:nvCxnSpPr>
          <p:spPr>
            <a:xfrm rot="16200000" flipH="1">
              <a:off x="8674959" y="2985632"/>
              <a:ext cx="1302740" cy="146023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Textfeld 106">
              <a:extLst>
                <a:ext uri="{FF2B5EF4-FFF2-40B4-BE49-F238E27FC236}">
                  <a16:creationId xmlns:a16="http://schemas.microsoft.com/office/drawing/2014/main" id="{39ABD02B-8C26-6393-38A0-CF4D26834D9E}"/>
                </a:ext>
              </a:extLst>
            </p:cNvPr>
            <p:cNvSpPr txBox="1"/>
            <p:nvPr/>
          </p:nvSpPr>
          <p:spPr>
            <a:xfrm>
              <a:off x="6243296" y="1500149"/>
              <a:ext cx="918841" cy="24622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de-DE" sz="1000" dirty="0" err="1"/>
                <a:t>FtSwarmPixel</a:t>
              </a:r>
              <a:r>
                <a:rPr lang="de-DE" sz="1000" dirty="0"/>
                <a:t> </a:t>
              </a:r>
            </a:p>
          </p:txBody>
        </p:sp>
        <p:cxnSp>
          <p:nvCxnSpPr>
            <p:cNvPr id="109" name="Verbinder: gewinkelt 108">
              <a:extLst>
                <a:ext uri="{FF2B5EF4-FFF2-40B4-BE49-F238E27FC236}">
                  <a16:creationId xmlns:a16="http://schemas.microsoft.com/office/drawing/2014/main" id="{FB1FEF8C-4085-FDD8-F42B-9F4C373E7062}"/>
                </a:ext>
              </a:extLst>
            </p:cNvPr>
            <p:cNvCxnSpPr>
              <a:cxnSpLocks/>
              <a:stCxn id="4" idx="2"/>
              <a:endCxn id="107" idx="1"/>
            </p:cNvCxnSpPr>
            <p:nvPr/>
          </p:nvCxnSpPr>
          <p:spPr>
            <a:xfrm rot="16200000" flipH="1">
              <a:off x="5834501" y="1214465"/>
              <a:ext cx="576408" cy="241181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Textfeld 110">
              <a:extLst>
                <a:ext uri="{FF2B5EF4-FFF2-40B4-BE49-F238E27FC236}">
                  <a16:creationId xmlns:a16="http://schemas.microsoft.com/office/drawing/2014/main" id="{5D06B0D2-426A-964F-860E-BF26F37F00B1}"/>
                </a:ext>
              </a:extLst>
            </p:cNvPr>
            <p:cNvSpPr txBox="1"/>
            <p:nvPr/>
          </p:nvSpPr>
          <p:spPr>
            <a:xfrm>
              <a:off x="6243296" y="1887855"/>
              <a:ext cx="939681" cy="24622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de-DE" sz="1000" dirty="0" err="1"/>
                <a:t>FtSwarmServo</a:t>
              </a:r>
              <a:endParaRPr lang="de-DE" sz="1000" dirty="0"/>
            </a:p>
          </p:txBody>
        </p:sp>
        <p:cxnSp>
          <p:nvCxnSpPr>
            <p:cNvPr id="113" name="Verbinder: gewinkelt 112">
              <a:extLst>
                <a:ext uri="{FF2B5EF4-FFF2-40B4-BE49-F238E27FC236}">
                  <a16:creationId xmlns:a16="http://schemas.microsoft.com/office/drawing/2014/main" id="{ACC916C4-03B8-8E3F-7C10-FC27E154FB48}"/>
                </a:ext>
              </a:extLst>
            </p:cNvPr>
            <p:cNvCxnSpPr>
              <a:cxnSpLocks/>
              <a:stCxn id="4" idx="2"/>
              <a:endCxn id="111" idx="1"/>
            </p:cNvCxnSpPr>
            <p:nvPr/>
          </p:nvCxnSpPr>
          <p:spPr>
            <a:xfrm rot="16200000" flipH="1">
              <a:off x="5640648" y="1408318"/>
              <a:ext cx="964114" cy="241181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Textfeld 117">
              <a:extLst>
                <a:ext uri="{FF2B5EF4-FFF2-40B4-BE49-F238E27FC236}">
                  <a16:creationId xmlns:a16="http://schemas.microsoft.com/office/drawing/2014/main" id="{525FB795-FDC3-7693-1BB3-FB438CE9C7E2}"/>
                </a:ext>
              </a:extLst>
            </p:cNvPr>
            <p:cNvSpPr txBox="1"/>
            <p:nvPr/>
          </p:nvSpPr>
          <p:spPr>
            <a:xfrm>
              <a:off x="6243296" y="2275561"/>
              <a:ext cx="1047082" cy="24622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de-DE" sz="1000" dirty="0" err="1"/>
                <a:t>FtSwarmJoystick</a:t>
              </a:r>
              <a:endParaRPr lang="de-DE" sz="1000" dirty="0"/>
            </a:p>
          </p:txBody>
        </p:sp>
        <p:sp>
          <p:nvSpPr>
            <p:cNvPr id="119" name="Textfeld 118">
              <a:extLst>
                <a:ext uri="{FF2B5EF4-FFF2-40B4-BE49-F238E27FC236}">
                  <a16:creationId xmlns:a16="http://schemas.microsoft.com/office/drawing/2014/main" id="{2E9100AC-CEE2-05C7-18AE-4CCCDC592501}"/>
                </a:ext>
              </a:extLst>
            </p:cNvPr>
            <p:cNvSpPr txBox="1"/>
            <p:nvPr/>
          </p:nvSpPr>
          <p:spPr>
            <a:xfrm>
              <a:off x="6238329" y="2710956"/>
              <a:ext cx="841897" cy="24622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de-DE" sz="1000" dirty="0"/>
                <a:t>FtSwarmI2C </a:t>
              </a:r>
            </a:p>
          </p:txBody>
        </p:sp>
        <p:sp>
          <p:nvSpPr>
            <p:cNvPr id="120" name="Textfeld 119">
              <a:extLst>
                <a:ext uri="{FF2B5EF4-FFF2-40B4-BE49-F238E27FC236}">
                  <a16:creationId xmlns:a16="http://schemas.microsoft.com/office/drawing/2014/main" id="{1012D5B4-807F-BEB7-E021-6E3E25C3FB77}"/>
                </a:ext>
              </a:extLst>
            </p:cNvPr>
            <p:cNvSpPr txBox="1"/>
            <p:nvPr/>
          </p:nvSpPr>
          <p:spPr>
            <a:xfrm>
              <a:off x="6238329" y="3146351"/>
              <a:ext cx="955711" cy="24622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de-DE" sz="1000" dirty="0" err="1"/>
                <a:t>FtSwarmOLED</a:t>
              </a:r>
              <a:endParaRPr lang="de-DE" sz="1000" dirty="0"/>
            </a:p>
          </p:txBody>
        </p:sp>
        <p:cxnSp>
          <p:nvCxnSpPr>
            <p:cNvPr id="122" name="Verbinder: gewinkelt 121">
              <a:extLst>
                <a:ext uri="{FF2B5EF4-FFF2-40B4-BE49-F238E27FC236}">
                  <a16:creationId xmlns:a16="http://schemas.microsoft.com/office/drawing/2014/main" id="{2154E7EB-9B6D-F7E4-8D2A-A1E0EC5DCE59}"/>
                </a:ext>
              </a:extLst>
            </p:cNvPr>
            <p:cNvCxnSpPr>
              <a:cxnSpLocks/>
              <a:stCxn id="4" idx="2"/>
              <a:endCxn id="118" idx="1"/>
            </p:cNvCxnSpPr>
            <p:nvPr/>
          </p:nvCxnSpPr>
          <p:spPr>
            <a:xfrm rot="16200000" flipH="1">
              <a:off x="5446795" y="1602171"/>
              <a:ext cx="1351820" cy="241181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Verbinder: gewinkelt 124">
              <a:extLst>
                <a:ext uri="{FF2B5EF4-FFF2-40B4-BE49-F238E27FC236}">
                  <a16:creationId xmlns:a16="http://schemas.microsoft.com/office/drawing/2014/main" id="{EF93FB31-187C-BE70-BC20-CEF4BFEDD572}"/>
                </a:ext>
              </a:extLst>
            </p:cNvPr>
            <p:cNvCxnSpPr>
              <a:cxnSpLocks/>
              <a:stCxn id="4" idx="2"/>
              <a:endCxn id="119" idx="1"/>
            </p:cNvCxnSpPr>
            <p:nvPr/>
          </p:nvCxnSpPr>
          <p:spPr>
            <a:xfrm rot="16200000" flipH="1">
              <a:off x="5226615" y="1822352"/>
              <a:ext cx="1787215" cy="236214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Verbinder: gewinkelt 127">
              <a:extLst>
                <a:ext uri="{FF2B5EF4-FFF2-40B4-BE49-F238E27FC236}">
                  <a16:creationId xmlns:a16="http://schemas.microsoft.com/office/drawing/2014/main" id="{21B7B44C-F5BD-35D4-820A-F41BC20F42DE}"/>
                </a:ext>
              </a:extLst>
            </p:cNvPr>
            <p:cNvCxnSpPr>
              <a:stCxn id="4" idx="2"/>
              <a:endCxn id="120" idx="1"/>
            </p:cNvCxnSpPr>
            <p:nvPr/>
          </p:nvCxnSpPr>
          <p:spPr>
            <a:xfrm rot="16200000" flipH="1">
              <a:off x="5008917" y="2040050"/>
              <a:ext cx="2222610" cy="236214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Textfeld 2">
              <a:extLst>
                <a:ext uri="{FF2B5EF4-FFF2-40B4-BE49-F238E27FC236}">
                  <a16:creationId xmlns:a16="http://schemas.microsoft.com/office/drawing/2014/main" id="{09827B89-6134-281E-A4FE-ACD95FD30547}"/>
                </a:ext>
              </a:extLst>
            </p:cNvPr>
            <p:cNvSpPr txBox="1"/>
            <p:nvPr/>
          </p:nvSpPr>
          <p:spPr>
            <a:xfrm>
              <a:off x="10106335" y="5428138"/>
              <a:ext cx="1335622" cy="21544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800" dirty="0" err="1">
                  <a:solidFill>
                    <a:srgbClr val="FF0000"/>
                  </a:solidFill>
                </a:rPr>
                <a:t>Red</a:t>
              </a:r>
              <a:r>
                <a:rPr lang="de-DE" sz="800" dirty="0">
                  <a:solidFill>
                    <a:srgbClr val="FF0000"/>
                  </a:solidFill>
                </a:rPr>
                <a:t>: Helper </a:t>
              </a:r>
              <a:r>
                <a:rPr lang="de-DE" sz="800" dirty="0" err="1">
                  <a:solidFill>
                    <a:srgbClr val="FF0000"/>
                  </a:solidFill>
                </a:rPr>
                <a:t>class</a:t>
              </a:r>
              <a:r>
                <a:rPr lang="de-DE" sz="800" dirty="0">
                  <a:solidFill>
                    <a:srgbClr val="FF0000"/>
                  </a:solidFill>
                </a:rPr>
                <a:t>, </a:t>
              </a:r>
              <a:r>
                <a:rPr lang="de-DE" sz="800" dirty="0" err="1">
                  <a:solidFill>
                    <a:srgbClr val="FF0000"/>
                  </a:solidFill>
                </a:rPr>
                <a:t>don‘t</a:t>
              </a:r>
              <a:r>
                <a:rPr lang="de-DE" sz="800" dirty="0">
                  <a:solidFill>
                    <a:srgbClr val="FF0000"/>
                  </a:solidFill>
                </a:rPr>
                <a:t> </a:t>
              </a:r>
              <a:r>
                <a:rPr lang="de-DE" sz="800" dirty="0" err="1">
                  <a:solidFill>
                    <a:srgbClr val="FF0000"/>
                  </a:solidFill>
                </a:rPr>
                <a:t>use</a:t>
              </a:r>
              <a:endParaRPr lang="de-DE" sz="800" dirty="0">
                <a:solidFill>
                  <a:srgbClr val="FF0000"/>
                </a:solidFill>
              </a:endParaRPr>
            </a:p>
          </p:txBody>
        </p: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E5533B1B-B78C-2CB1-F85D-809292A34E6E}"/>
                </a:ext>
              </a:extLst>
            </p:cNvPr>
            <p:cNvSpPr txBox="1"/>
            <p:nvPr/>
          </p:nvSpPr>
          <p:spPr>
            <a:xfrm>
              <a:off x="10106335" y="5717550"/>
              <a:ext cx="1335622" cy="21544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800" dirty="0"/>
                <a:t>User </a:t>
              </a:r>
              <a:r>
                <a:rPr lang="de-DE" sz="800" dirty="0" err="1"/>
                <a:t>classes</a:t>
              </a:r>
              <a:endParaRPr lang="de-DE" sz="800" dirty="0"/>
            </a:p>
          </p:txBody>
        </p:sp>
        <p:sp>
          <p:nvSpPr>
            <p:cNvPr id="2" name="Textfeld 1">
              <a:extLst>
                <a:ext uri="{FF2B5EF4-FFF2-40B4-BE49-F238E27FC236}">
                  <a16:creationId xmlns:a16="http://schemas.microsoft.com/office/drawing/2014/main" id="{D5226AA7-9509-6847-79A7-795FBCA96609}"/>
                </a:ext>
              </a:extLst>
            </p:cNvPr>
            <p:cNvSpPr txBox="1"/>
            <p:nvPr/>
          </p:nvSpPr>
          <p:spPr>
            <a:xfrm>
              <a:off x="2157652" y="3732669"/>
              <a:ext cx="1024639" cy="24622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de-DE" sz="1000" dirty="0" err="1"/>
                <a:t>FtSwamCounter</a:t>
              </a:r>
              <a:endParaRPr lang="de-DE" sz="1000" dirty="0"/>
            </a:p>
          </p:txBody>
        </p: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8D01A0D4-1F70-D14F-0191-AD3A2BA750A7}"/>
                </a:ext>
              </a:extLst>
            </p:cNvPr>
            <p:cNvSpPr txBox="1"/>
            <p:nvPr/>
          </p:nvSpPr>
          <p:spPr>
            <a:xfrm>
              <a:off x="3532121" y="3732669"/>
              <a:ext cx="1511952" cy="24622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de-DE" sz="1000" dirty="0" err="1"/>
                <a:t>FtSwarmFrequencymeter</a:t>
              </a:r>
              <a:endParaRPr lang="de-DE" sz="1000" dirty="0"/>
            </a:p>
          </p:txBody>
        </p:sp>
        <p:cxnSp>
          <p:nvCxnSpPr>
            <p:cNvPr id="42" name="Verbinder: gewinkelt 41">
              <a:extLst>
                <a:ext uri="{FF2B5EF4-FFF2-40B4-BE49-F238E27FC236}">
                  <a16:creationId xmlns:a16="http://schemas.microsoft.com/office/drawing/2014/main" id="{7609D970-641C-1660-FF36-F033D1AC3B2C}"/>
                </a:ext>
              </a:extLst>
            </p:cNvPr>
            <p:cNvCxnSpPr>
              <a:cxnSpLocks/>
              <a:stCxn id="9" idx="2"/>
              <a:endCxn id="14" idx="3"/>
            </p:cNvCxnSpPr>
            <p:nvPr/>
          </p:nvCxnSpPr>
          <p:spPr>
            <a:xfrm rot="5400000">
              <a:off x="2233552" y="2207907"/>
              <a:ext cx="322007" cy="302853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Verbinder: gewinkelt 46">
              <a:extLst>
                <a:ext uri="{FF2B5EF4-FFF2-40B4-BE49-F238E27FC236}">
                  <a16:creationId xmlns:a16="http://schemas.microsoft.com/office/drawing/2014/main" id="{5758A1FC-6C19-D9EC-853F-7AF63FDDFC3D}"/>
                </a:ext>
              </a:extLst>
            </p:cNvPr>
            <p:cNvCxnSpPr>
              <a:cxnSpLocks/>
              <a:stCxn id="9" idx="2"/>
              <a:endCxn id="19" idx="3"/>
            </p:cNvCxnSpPr>
            <p:nvPr/>
          </p:nvCxnSpPr>
          <p:spPr>
            <a:xfrm rot="5400000">
              <a:off x="2072506" y="2368865"/>
              <a:ext cx="644011" cy="302941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Verbinder: gewinkelt 51">
              <a:extLst>
                <a:ext uri="{FF2B5EF4-FFF2-40B4-BE49-F238E27FC236}">
                  <a16:creationId xmlns:a16="http://schemas.microsoft.com/office/drawing/2014/main" id="{6E5BE458-62F3-EDC2-E136-69670561A946}"/>
                </a:ext>
              </a:extLst>
            </p:cNvPr>
            <p:cNvCxnSpPr>
              <a:cxnSpLocks/>
              <a:stCxn id="9" idx="2"/>
              <a:endCxn id="23" idx="3"/>
            </p:cNvCxnSpPr>
            <p:nvPr/>
          </p:nvCxnSpPr>
          <p:spPr>
            <a:xfrm rot="5400000">
              <a:off x="1910935" y="2529296"/>
              <a:ext cx="966013" cy="304081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Verbinder: gewinkelt 59">
              <a:extLst>
                <a:ext uri="{FF2B5EF4-FFF2-40B4-BE49-F238E27FC236}">
                  <a16:creationId xmlns:a16="http://schemas.microsoft.com/office/drawing/2014/main" id="{2A1782B6-EDD7-811B-199E-434E4A123D90}"/>
                </a:ext>
              </a:extLst>
            </p:cNvPr>
            <p:cNvCxnSpPr>
              <a:cxnSpLocks/>
              <a:stCxn id="5" idx="2"/>
              <a:endCxn id="9" idx="3"/>
            </p:cNvCxnSpPr>
            <p:nvPr/>
          </p:nvCxnSpPr>
          <p:spPr>
            <a:xfrm rot="5400000">
              <a:off x="3102686" y="1823864"/>
              <a:ext cx="321585" cy="181126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Verbinder: gewinkelt 65">
              <a:extLst>
                <a:ext uri="{FF2B5EF4-FFF2-40B4-BE49-F238E27FC236}">
                  <a16:creationId xmlns:a16="http://schemas.microsoft.com/office/drawing/2014/main" id="{84EF7545-8044-43CD-0F69-493B0286734E}"/>
                </a:ext>
              </a:extLst>
            </p:cNvPr>
            <p:cNvCxnSpPr>
              <a:cxnSpLocks/>
              <a:stCxn id="5" idx="2"/>
              <a:endCxn id="2" idx="3"/>
            </p:cNvCxnSpPr>
            <p:nvPr/>
          </p:nvCxnSpPr>
          <p:spPr>
            <a:xfrm rot="5400000">
              <a:off x="2217094" y="2718832"/>
              <a:ext cx="2102145" cy="171750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Verbinder: gewinkelt 69">
              <a:extLst>
                <a:ext uri="{FF2B5EF4-FFF2-40B4-BE49-F238E27FC236}">
                  <a16:creationId xmlns:a16="http://schemas.microsoft.com/office/drawing/2014/main" id="{77E4B578-81C0-D709-4C1E-9DAEA3CE45F8}"/>
                </a:ext>
              </a:extLst>
            </p:cNvPr>
            <p:cNvCxnSpPr>
              <a:cxnSpLocks/>
              <a:stCxn id="5" idx="2"/>
              <a:endCxn id="29" idx="1"/>
            </p:cNvCxnSpPr>
            <p:nvPr/>
          </p:nvCxnSpPr>
          <p:spPr>
            <a:xfrm rot="16200000" flipH="1">
              <a:off x="2392009" y="2715667"/>
              <a:ext cx="2102145" cy="178080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feld 89">
              <a:extLst>
                <a:ext uri="{FF2B5EF4-FFF2-40B4-BE49-F238E27FC236}">
                  <a16:creationId xmlns:a16="http://schemas.microsoft.com/office/drawing/2014/main" id="{0DCA65C5-E5E8-4821-B7DD-A2EB62CB4955}"/>
                </a:ext>
              </a:extLst>
            </p:cNvPr>
            <p:cNvSpPr txBox="1"/>
            <p:nvPr/>
          </p:nvSpPr>
          <p:spPr>
            <a:xfrm>
              <a:off x="10024278" y="2161052"/>
              <a:ext cx="1388522" cy="24622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de-DE" sz="1000" dirty="0" err="1"/>
                <a:t>FtSwarmStepperMotor</a:t>
              </a:r>
              <a:endParaRPr lang="de-DE" sz="1000" dirty="0"/>
            </a:p>
          </p:txBody>
        </p:sp>
        <p:cxnSp>
          <p:nvCxnSpPr>
            <p:cNvPr id="91" name="Verbinder: gewinkelt 90">
              <a:extLst>
                <a:ext uri="{FF2B5EF4-FFF2-40B4-BE49-F238E27FC236}">
                  <a16:creationId xmlns:a16="http://schemas.microsoft.com/office/drawing/2014/main" id="{0654B9D5-9D42-66D3-09BF-ED71AE711090}"/>
                </a:ext>
              </a:extLst>
            </p:cNvPr>
            <p:cNvCxnSpPr>
              <a:cxnSpLocks/>
              <a:stCxn id="49" idx="2"/>
              <a:endCxn id="90" idx="0"/>
            </p:cNvCxnSpPr>
            <p:nvPr/>
          </p:nvCxnSpPr>
          <p:spPr>
            <a:xfrm rot="16200000" flipH="1">
              <a:off x="9784687" y="1227200"/>
              <a:ext cx="405408" cy="1462296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22065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30A3F-C303-94F7-1E71-A82E00138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feld 9">
            <a:extLst>
              <a:ext uri="{FF2B5EF4-FFF2-40B4-BE49-F238E27FC236}">
                <a16:creationId xmlns:a16="http://schemas.microsoft.com/office/drawing/2014/main" id="{FD409233-7BFC-879C-8292-DBBC6CADA081}"/>
              </a:ext>
            </a:extLst>
          </p:cNvPr>
          <p:cNvSpPr txBox="1"/>
          <p:nvPr/>
        </p:nvSpPr>
        <p:spPr>
          <a:xfrm>
            <a:off x="5570881" y="232460"/>
            <a:ext cx="763351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1000" dirty="0" err="1">
                <a:solidFill>
                  <a:srgbClr val="FF0000"/>
                </a:solidFill>
              </a:rPr>
              <a:t>FtSwarmIO</a:t>
            </a:r>
            <a:endParaRPr lang="de-DE" sz="1000" dirty="0">
              <a:solidFill>
                <a:srgbClr val="FF0000"/>
              </a:solidFill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FD579163-9C88-67E3-EE99-1D41B0DE94A0}"/>
              </a:ext>
            </a:extLst>
          </p:cNvPr>
          <p:cNvSpPr txBox="1"/>
          <p:nvPr/>
        </p:nvSpPr>
        <p:spPr>
          <a:xfrm>
            <a:off x="2336059" y="739454"/>
            <a:ext cx="998991" cy="2462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z="1000" dirty="0" err="1">
                <a:solidFill>
                  <a:srgbClr val="FF0000"/>
                </a:solidFill>
              </a:rPr>
              <a:t>FtSwarmSensor</a:t>
            </a:r>
            <a:endParaRPr lang="de-DE" sz="1000" dirty="0">
              <a:solidFill>
                <a:srgbClr val="FF0000"/>
              </a:solidFill>
            </a:endParaRPr>
          </a:p>
        </p:txBody>
      </p:sp>
      <p:cxnSp>
        <p:nvCxnSpPr>
          <p:cNvPr id="12" name="Verbinder: gewinkelt 11">
            <a:extLst>
              <a:ext uri="{FF2B5EF4-FFF2-40B4-BE49-F238E27FC236}">
                <a16:creationId xmlns:a16="http://schemas.microsoft.com/office/drawing/2014/main" id="{118FB614-5530-2EE1-7BC1-E030161A8907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 rot="5400000">
            <a:off x="4263670" y="-949434"/>
            <a:ext cx="260773" cy="3117002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feld 12">
            <a:extLst>
              <a:ext uri="{FF2B5EF4-FFF2-40B4-BE49-F238E27FC236}">
                <a16:creationId xmlns:a16="http://schemas.microsoft.com/office/drawing/2014/main" id="{2272793B-95AA-E828-7573-970DFC872C4D}"/>
              </a:ext>
            </a:extLst>
          </p:cNvPr>
          <p:cNvSpPr txBox="1"/>
          <p:nvPr/>
        </p:nvSpPr>
        <p:spPr>
          <a:xfrm>
            <a:off x="1263910" y="1217515"/>
            <a:ext cx="1253869" cy="2462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z="1000" dirty="0" err="1"/>
              <a:t>FtSwarmDigitalInput</a:t>
            </a:r>
            <a:endParaRPr lang="de-DE" sz="1000" dirty="0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FA1D8FAD-DE5F-C5B6-1A5F-0C7C68ACD49D}"/>
              </a:ext>
            </a:extLst>
          </p:cNvPr>
          <p:cNvSpPr txBox="1"/>
          <p:nvPr/>
        </p:nvSpPr>
        <p:spPr>
          <a:xfrm>
            <a:off x="447976" y="1598703"/>
            <a:ext cx="990977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1000" dirty="0" err="1"/>
              <a:t>FtSwarmSwitch</a:t>
            </a:r>
            <a:endParaRPr lang="de-DE" sz="1000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72A636E0-1513-485D-4D15-40A18C3A3EB1}"/>
              </a:ext>
            </a:extLst>
          </p:cNvPr>
          <p:cNvSpPr txBox="1"/>
          <p:nvPr/>
        </p:nvSpPr>
        <p:spPr>
          <a:xfrm>
            <a:off x="184301" y="1882774"/>
            <a:ext cx="1255472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1000" dirty="0" err="1"/>
              <a:t>FtSwarmReedSwitch</a:t>
            </a:r>
            <a:endParaRPr lang="de-DE" sz="1000" dirty="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E26A36CD-A2D1-CB22-B220-5532D27538F5}"/>
              </a:ext>
            </a:extLst>
          </p:cNvPr>
          <p:cNvSpPr txBox="1"/>
          <p:nvPr/>
        </p:nvSpPr>
        <p:spPr>
          <a:xfrm>
            <a:off x="176512" y="2190513"/>
            <a:ext cx="1260281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1000" dirty="0" err="1"/>
              <a:t>FtSwarmLightBarrier</a:t>
            </a:r>
            <a:endParaRPr lang="de-DE" sz="1000" dirty="0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D9CD4FD6-5876-2270-2FCD-4C43463548A0}"/>
              </a:ext>
            </a:extLst>
          </p:cNvPr>
          <p:cNvSpPr txBox="1"/>
          <p:nvPr/>
        </p:nvSpPr>
        <p:spPr>
          <a:xfrm>
            <a:off x="370023" y="2569307"/>
            <a:ext cx="1072730" cy="24622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1000" dirty="0" err="1"/>
              <a:t>FtSwarmButton</a:t>
            </a:r>
            <a:r>
              <a:rPr lang="de-DE" sz="1000" dirty="0"/>
              <a:t> 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CA1FBAEF-7A47-E27A-7760-E8C48BF1977D}"/>
              </a:ext>
            </a:extLst>
          </p:cNvPr>
          <p:cNvSpPr txBox="1"/>
          <p:nvPr/>
        </p:nvSpPr>
        <p:spPr>
          <a:xfrm>
            <a:off x="1213323" y="2887713"/>
            <a:ext cx="1282723" cy="2462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z="1000" dirty="0" err="1"/>
              <a:t>FtSwarmAnalogInput</a:t>
            </a:r>
            <a:endParaRPr lang="de-DE" sz="1000" dirty="0"/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BE75C3CF-05F0-38A2-0303-1C87E1893FAD}"/>
              </a:ext>
            </a:extLst>
          </p:cNvPr>
          <p:cNvSpPr txBox="1"/>
          <p:nvPr/>
        </p:nvSpPr>
        <p:spPr>
          <a:xfrm>
            <a:off x="259868" y="3241532"/>
            <a:ext cx="1176925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1000" dirty="0" err="1"/>
              <a:t>FtSwarmVoltmeter</a:t>
            </a:r>
            <a:endParaRPr lang="de-DE" sz="1000" dirty="0"/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ED8D5DD5-954F-2F6B-5FC9-43A91D96946D}"/>
              </a:ext>
            </a:extLst>
          </p:cNvPr>
          <p:cNvSpPr txBox="1"/>
          <p:nvPr/>
        </p:nvSpPr>
        <p:spPr>
          <a:xfrm>
            <a:off x="216587" y="3540628"/>
            <a:ext cx="1220206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1000" dirty="0" err="1"/>
              <a:t>FtSwarmOhmmeter</a:t>
            </a:r>
            <a:endParaRPr lang="de-DE" sz="1000" dirty="0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5642575F-607A-50C7-ED33-840FEAEAD3B8}"/>
              </a:ext>
            </a:extLst>
          </p:cNvPr>
          <p:cNvSpPr txBox="1"/>
          <p:nvPr/>
        </p:nvSpPr>
        <p:spPr>
          <a:xfrm>
            <a:off x="62699" y="3847146"/>
            <a:ext cx="1374094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1000" dirty="0" err="1"/>
              <a:t>FtSwarmThermometer</a:t>
            </a:r>
            <a:endParaRPr lang="de-DE" sz="1000" dirty="0"/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6C00969A-15DE-51E4-AD58-9FF799DA2AC2}"/>
              </a:ext>
            </a:extLst>
          </p:cNvPr>
          <p:cNvSpPr txBox="1"/>
          <p:nvPr/>
        </p:nvSpPr>
        <p:spPr>
          <a:xfrm>
            <a:off x="599793" y="4147710"/>
            <a:ext cx="848309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1000" dirty="0" err="1"/>
              <a:t>FtSwarmLDR</a:t>
            </a:r>
            <a:endParaRPr lang="de-DE" sz="1000" dirty="0"/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2BF30781-06F6-3FE9-89F2-50AC9BD03F43}"/>
              </a:ext>
            </a:extLst>
          </p:cNvPr>
          <p:cNvSpPr txBox="1"/>
          <p:nvPr/>
        </p:nvSpPr>
        <p:spPr>
          <a:xfrm>
            <a:off x="7760874" y="750222"/>
            <a:ext cx="958917" cy="2462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z="1000" dirty="0" err="1">
                <a:solidFill>
                  <a:srgbClr val="FF0000"/>
                </a:solidFill>
              </a:rPr>
              <a:t>FtSwarmActor</a:t>
            </a:r>
            <a:endParaRPr lang="de-DE" sz="1000" dirty="0">
              <a:solidFill>
                <a:srgbClr val="FF0000"/>
              </a:solidFill>
            </a:endParaRP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ADDB807C-991C-B542-D3F0-63A641DE4234}"/>
              </a:ext>
            </a:extLst>
          </p:cNvPr>
          <p:cNvSpPr txBox="1"/>
          <p:nvPr/>
        </p:nvSpPr>
        <p:spPr>
          <a:xfrm>
            <a:off x="8497789" y="1725770"/>
            <a:ext cx="978153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1000" dirty="0" err="1"/>
              <a:t>FtSwarmMotor</a:t>
            </a:r>
            <a:endParaRPr lang="de-DE" sz="1000" dirty="0"/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66EDCD17-F38E-3565-B0DC-D2E78FBD45E5}"/>
              </a:ext>
            </a:extLst>
          </p:cNvPr>
          <p:cNvSpPr txBox="1"/>
          <p:nvPr/>
        </p:nvSpPr>
        <p:spPr>
          <a:xfrm>
            <a:off x="9148088" y="2255404"/>
            <a:ext cx="1356462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1000" dirty="0" err="1"/>
              <a:t>FtSwarmTractorMotor</a:t>
            </a:r>
            <a:endParaRPr lang="de-DE" sz="1000" dirty="0"/>
          </a:p>
        </p:txBody>
      </p:sp>
      <p:sp>
        <p:nvSpPr>
          <p:cNvPr id="54" name="Textfeld 53">
            <a:extLst>
              <a:ext uri="{FF2B5EF4-FFF2-40B4-BE49-F238E27FC236}">
                <a16:creationId xmlns:a16="http://schemas.microsoft.com/office/drawing/2014/main" id="{3ABC5D0A-708B-E591-E7DC-F375692FC4F9}"/>
              </a:ext>
            </a:extLst>
          </p:cNvPr>
          <p:cNvSpPr txBox="1"/>
          <p:nvPr/>
        </p:nvSpPr>
        <p:spPr>
          <a:xfrm>
            <a:off x="10049924" y="2652538"/>
            <a:ext cx="1154483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1000" dirty="0" err="1"/>
              <a:t>FtSwarmXMMotor</a:t>
            </a:r>
            <a:endParaRPr lang="de-DE" sz="1000" dirty="0"/>
          </a:p>
        </p:txBody>
      </p:sp>
      <p:sp>
        <p:nvSpPr>
          <p:cNvPr id="55" name="Textfeld 54">
            <a:extLst>
              <a:ext uri="{FF2B5EF4-FFF2-40B4-BE49-F238E27FC236}">
                <a16:creationId xmlns:a16="http://schemas.microsoft.com/office/drawing/2014/main" id="{E1A2085F-7FCC-7EF1-0EA1-D662746C557E}"/>
              </a:ext>
            </a:extLst>
          </p:cNvPr>
          <p:cNvSpPr txBox="1"/>
          <p:nvPr/>
        </p:nvSpPr>
        <p:spPr>
          <a:xfrm>
            <a:off x="10061191" y="2960016"/>
            <a:ext cx="1406154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1000" dirty="0" err="1"/>
              <a:t>FtSwarmEncoderMotor</a:t>
            </a:r>
            <a:endParaRPr lang="de-DE" sz="1000" dirty="0"/>
          </a:p>
        </p:txBody>
      </p:sp>
      <p:cxnSp>
        <p:nvCxnSpPr>
          <p:cNvPr id="67" name="Verbinder: gewinkelt 66">
            <a:extLst>
              <a:ext uri="{FF2B5EF4-FFF2-40B4-BE49-F238E27FC236}">
                <a16:creationId xmlns:a16="http://schemas.microsoft.com/office/drawing/2014/main" id="{D3B23275-EB49-5862-A4CE-6ED15E92DBA0}"/>
              </a:ext>
            </a:extLst>
          </p:cNvPr>
          <p:cNvCxnSpPr>
            <a:stCxn id="53" idx="2"/>
            <a:endCxn id="54" idx="1"/>
          </p:cNvCxnSpPr>
          <p:nvPr/>
        </p:nvCxnSpPr>
        <p:spPr>
          <a:xfrm rot="16200000" flipH="1">
            <a:off x="9801109" y="2526834"/>
            <a:ext cx="274024" cy="223605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Verbinder: gewinkelt 68">
            <a:extLst>
              <a:ext uri="{FF2B5EF4-FFF2-40B4-BE49-F238E27FC236}">
                <a16:creationId xmlns:a16="http://schemas.microsoft.com/office/drawing/2014/main" id="{6314BB87-0D4C-DEC7-BF0E-6C7A61A6E367}"/>
              </a:ext>
            </a:extLst>
          </p:cNvPr>
          <p:cNvCxnSpPr>
            <a:cxnSpLocks/>
            <a:stCxn id="53" idx="2"/>
            <a:endCxn id="55" idx="1"/>
          </p:cNvCxnSpPr>
          <p:nvPr/>
        </p:nvCxnSpPr>
        <p:spPr>
          <a:xfrm rot="16200000" flipH="1">
            <a:off x="9653004" y="2674940"/>
            <a:ext cx="581502" cy="234872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feld 71">
            <a:extLst>
              <a:ext uri="{FF2B5EF4-FFF2-40B4-BE49-F238E27FC236}">
                <a16:creationId xmlns:a16="http://schemas.microsoft.com/office/drawing/2014/main" id="{6D47A9D7-0FF6-852C-DE49-A921F5C4631A}"/>
              </a:ext>
            </a:extLst>
          </p:cNvPr>
          <p:cNvSpPr txBox="1"/>
          <p:nvPr/>
        </p:nvSpPr>
        <p:spPr>
          <a:xfrm>
            <a:off x="8525962" y="3385029"/>
            <a:ext cx="1244251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1000" dirty="0" err="1"/>
              <a:t>FtSwarmOnOffActor</a:t>
            </a:r>
            <a:endParaRPr lang="de-DE" sz="1000" dirty="0"/>
          </a:p>
        </p:txBody>
      </p:sp>
      <p:sp>
        <p:nvSpPr>
          <p:cNvPr id="81" name="Textfeld 80">
            <a:extLst>
              <a:ext uri="{FF2B5EF4-FFF2-40B4-BE49-F238E27FC236}">
                <a16:creationId xmlns:a16="http://schemas.microsoft.com/office/drawing/2014/main" id="{D5D01537-6DCA-4F8B-3E70-9470F16678E5}"/>
              </a:ext>
            </a:extLst>
          </p:cNvPr>
          <p:cNvSpPr txBox="1"/>
          <p:nvPr/>
        </p:nvSpPr>
        <p:spPr>
          <a:xfrm>
            <a:off x="9294112" y="3837052"/>
            <a:ext cx="931665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1000" dirty="0" err="1"/>
              <a:t>FtSwarmLamp</a:t>
            </a:r>
            <a:endParaRPr lang="de-DE" sz="1000" dirty="0"/>
          </a:p>
        </p:txBody>
      </p:sp>
      <p:sp>
        <p:nvSpPr>
          <p:cNvPr id="82" name="Textfeld 81">
            <a:extLst>
              <a:ext uri="{FF2B5EF4-FFF2-40B4-BE49-F238E27FC236}">
                <a16:creationId xmlns:a16="http://schemas.microsoft.com/office/drawing/2014/main" id="{DFEAD64F-75DA-1A24-5F0C-02455D513F93}"/>
              </a:ext>
            </a:extLst>
          </p:cNvPr>
          <p:cNvSpPr txBox="1"/>
          <p:nvPr/>
        </p:nvSpPr>
        <p:spPr>
          <a:xfrm>
            <a:off x="9294112" y="4151083"/>
            <a:ext cx="930063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1000" dirty="0" err="1"/>
              <a:t>FtSwarmValve</a:t>
            </a:r>
            <a:endParaRPr lang="de-DE" sz="1000" dirty="0"/>
          </a:p>
        </p:txBody>
      </p:sp>
      <p:sp>
        <p:nvSpPr>
          <p:cNvPr id="84" name="Textfeld 83">
            <a:extLst>
              <a:ext uri="{FF2B5EF4-FFF2-40B4-BE49-F238E27FC236}">
                <a16:creationId xmlns:a16="http://schemas.microsoft.com/office/drawing/2014/main" id="{D0FF20AF-D4FF-D75F-D440-68180AD47DD7}"/>
              </a:ext>
            </a:extLst>
          </p:cNvPr>
          <p:cNvSpPr txBox="1"/>
          <p:nvPr/>
        </p:nvSpPr>
        <p:spPr>
          <a:xfrm>
            <a:off x="9294112" y="4474785"/>
            <a:ext cx="1273105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1000" dirty="0" err="1"/>
              <a:t>FtSwarmCompressor</a:t>
            </a:r>
            <a:endParaRPr lang="de-DE" sz="1000" dirty="0"/>
          </a:p>
        </p:txBody>
      </p:sp>
      <p:sp>
        <p:nvSpPr>
          <p:cNvPr id="85" name="Textfeld 84">
            <a:extLst>
              <a:ext uri="{FF2B5EF4-FFF2-40B4-BE49-F238E27FC236}">
                <a16:creationId xmlns:a16="http://schemas.microsoft.com/office/drawing/2014/main" id="{51609955-F1F5-7A00-ADBF-FB9184706D94}"/>
              </a:ext>
            </a:extLst>
          </p:cNvPr>
          <p:cNvSpPr txBox="1"/>
          <p:nvPr/>
        </p:nvSpPr>
        <p:spPr>
          <a:xfrm>
            <a:off x="9294111" y="4810879"/>
            <a:ext cx="995785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1000" dirty="0" err="1"/>
              <a:t>FtSwarmBuzzer</a:t>
            </a:r>
            <a:endParaRPr lang="de-DE" sz="1000" dirty="0"/>
          </a:p>
        </p:txBody>
      </p:sp>
      <p:cxnSp>
        <p:nvCxnSpPr>
          <p:cNvPr id="87" name="Verbinder: gewinkelt 86">
            <a:extLst>
              <a:ext uri="{FF2B5EF4-FFF2-40B4-BE49-F238E27FC236}">
                <a16:creationId xmlns:a16="http://schemas.microsoft.com/office/drawing/2014/main" id="{D3A016C4-D4DE-C6B9-3FDD-A61E57051347}"/>
              </a:ext>
            </a:extLst>
          </p:cNvPr>
          <p:cNvCxnSpPr>
            <a:stCxn id="72" idx="2"/>
            <a:endCxn id="81" idx="1"/>
          </p:cNvCxnSpPr>
          <p:nvPr/>
        </p:nvCxnSpPr>
        <p:spPr>
          <a:xfrm rot="16200000" flipH="1">
            <a:off x="9056644" y="3722694"/>
            <a:ext cx="328913" cy="146024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Verbinder: gewinkelt 87">
            <a:extLst>
              <a:ext uri="{FF2B5EF4-FFF2-40B4-BE49-F238E27FC236}">
                <a16:creationId xmlns:a16="http://schemas.microsoft.com/office/drawing/2014/main" id="{54A4B08C-DD07-6474-8469-5BD7DDDEC3AF}"/>
              </a:ext>
            </a:extLst>
          </p:cNvPr>
          <p:cNvCxnSpPr>
            <a:cxnSpLocks/>
            <a:stCxn id="72" idx="2"/>
            <a:endCxn id="82" idx="1"/>
          </p:cNvCxnSpPr>
          <p:nvPr/>
        </p:nvCxnSpPr>
        <p:spPr>
          <a:xfrm rot="16200000" flipH="1">
            <a:off x="8899628" y="3879710"/>
            <a:ext cx="642944" cy="146024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Verbinder: gewinkelt 88">
            <a:extLst>
              <a:ext uri="{FF2B5EF4-FFF2-40B4-BE49-F238E27FC236}">
                <a16:creationId xmlns:a16="http://schemas.microsoft.com/office/drawing/2014/main" id="{5B75FDF5-158E-221A-0B49-16BD8FD130E7}"/>
              </a:ext>
            </a:extLst>
          </p:cNvPr>
          <p:cNvCxnSpPr>
            <a:cxnSpLocks/>
            <a:stCxn id="72" idx="2"/>
            <a:endCxn id="84" idx="1"/>
          </p:cNvCxnSpPr>
          <p:nvPr/>
        </p:nvCxnSpPr>
        <p:spPr>
          <a:xfrm rot="16200000" flipH="1">
            <a:off x="8737777" y="4041561"/>
            <a:ext cx="966646" cy="146024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Verbinder: gewinkelt 91">
            <a:extLst>
              <a:ext uri="{FF2B5EF4-FFF2-40B4-BE49-F238E27FC236}">
                <a16:creationId xmlns:a16="http://schemas.microsoft.com/office/drawing/2014/main" id="{BD0B3E03-DDC8-9CBD-EDFF-88AAF026CDA6}"/>
              </a:ext>
            </a:extLst>
          </p:cNvPr>
          <p:cNvCxnSpPr>
            <a:cxnSpLocks/>
            <a:stCxn id="72" idx="2"/>
            <a:endCxn id="85" idx="1"/>
          </p:cNvCxnSpPr>
          <p:nvPr/>
        </p:nvCxnSpPr>
        <p:spPr>
          <a:xfrm rot="16200000" flipH="1">
            <a:off x="8569729" y="4209608"/>
            <a:ext cx="1302740" cy="146023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feld 92">
            <a:extLst>
              <a:ext uri="{FF2B5EF4-FFF2-40B4-BE49-F238E27FC236}">
                <a16:creationId xmlns:a16="http://schemas.microsoft.com/office/drawing/2014/main" id="{BB65A256-6D30-0EDF-6BCF-609249BE00F6}"/>
              </a:ext>
            </a:extLst>
          </p:cNvPr>
          <p:cNvSpPr txBox="1"/>
          <p:nvPr/>
        </p:nvSpPr>
        <p:spPr>
          <a:xfrm>
            <a:off x="3060601" y="1177871"/>
            <a:ext cx="918841" cy="2462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z="1000" dirty="0" err="1"/>
              <a:t>FtSwarmPixel</a:t>
            </a:r>
            <a:r>
              <a:rPr lang="de-DE" sz="1000" dirty="0"/>
              <a:t> </a:t>
            </a:r>
          </a:p>
        </p:txBody>
      </p:sp>
      <p:sp>
        <p:nvSpPr>
          <p:cNvPr id="96" name="Textfeld 95">
            <a:extLst>
              <a:ext uri="{FF2B5EF4-FFF2-40B4-BE49-F238E27FC236}">
                <a16:creationId xmlns:a16="http://schemas.microsoft.com/office/drawing/2014/main" id="{29A1B8BF-30C5-B738-8C82-669DBB3EEE1B}"/>
              </a:ext>
            </a:extLst>
          </p:cNvPr>
          <p:cNvSpPr txBox="1"/>
          <p:nvPr/>
        </p:nvSpPr>
        <p:spPr>
          <a:xfrm>
            <a:off x="8597636" y="5363400"/>
            <a:ext cx="939681" cy="24622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1000" dirty="0" err="1"/>
              <a:t>FtSwarmServo</a:t>
            </a:r>
            <a:endParaRPr lang="de-DE" sz="1000" dirty="0"/>
          </a:p>
        </p:txBody>
      </p:sp>
      <p:sp>
        <p:nvSpPr>
          <p:cNvPr id="98" name="Textfeld 97">
            <a:extLst>
              <a:ext uri="{FF2B5EF4-FFF2-40B4-BE49-F238E27FC236}">
                <a16:creationId xmlns:a16="http://schemas.microsoft.com/office/drawing/2014/main" id="{E94DBC7B-088E-4DD9-D94C-D2B553726674}"/>
              </a:ext>
            </a:extLst>
          </p:cNvPr>
          <p:cNvSpPr txBox="1"/>
          <p:nvPr/>
        </p:nvSpPr>
        <p:spPr>
          <a:xfrm>
            <a:off x="1448964" y="4543560"/>
            <a:ext cx="1047082" cy="246221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1000"/>
            </a:lvl1pPr>
          </a:lstStyle>
          <a:p>
            <a:r>
              <a:rPr lang="de-DE" dirty="0" err="1"/>
              <a:t>FtSwarmJoystick</a:t>
            </a:r>
            <a:endParaRPr lang="de-DE" dirty="0"/>
          </a:p>
        </p:txBody>
      </p:sp>
      <p:sp>
        <p:nvSpPr>
          <p:cNvPr id="99" name="Textfeld 98">
            <a:extLst>
              <a:ext uri="{FF2B5EF4-FFF2-40B4-BE49-F238E27FC236}">
                <a16:creationId xmlns:a16="http://schemas.microsoft.com/office/drawing/2014/main" id="{25BA6EC9-DABE-419D-2977-B92A9707B45E}"/>
              </a:ext>
            </a:extLst>
          </p:cNvPr>
          <p:cNvSpPr txBox="1"/>
          <p:nvPr/>
        </p:nvSpPr>
        <p:spPr>
          <a:xfrm>
            <a:off x="4069061" y="1177871"/>
            <a:ext cx="841897" cy="2462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z="1000" dirty="0"/>
              <a:t>FtSwarmI2C </a:t>
            </a:r>
          </a:p>
        </p:txBody>
      </p:sp>
      <p:sp>
        <p:nvSpPr>
          <p:cNvPr id="100" name="Textfeld 99">
            <a:extLst>
              <a:ext uri="{FF2B5EF4-FFF2-40B4-BE49-F238E27FC236}">
                <a16:creationId xmlns:a16="http://schemas.microsoft.com/office/drawing/2014/main" id="{ABC2C001-09EB-69F3-6E3D-B69ECCE91E5F}"/>
              </a:ext>
            </a:extLst>
          </p:cNvPr>
          <p:cNvSpPr txBox="1"/>
          <p:nvPr/>
        </p:nvSpPr>
        <p:spPr>
          <a:xfrm>
            <a:off x="4988832" y="1177871"/>
            <a:ext cx="955711" cy="2462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z="1000" dirty="0" err="1"/>
              <a:t>FtSwarmOLED</a:t>
            </a:r>
            <a:endParaRPr lang="de-DE" sz="1000" dirty="0"/>
          </a:p>
        </p:txBody>
      </p:sp>
      <p:sp>
        <p:nvSpPr>
          <p:cNvPr id="106" name="Textfeld 105">
            <a:extLst>
              <a:ext uri="{FF2B5EF4-FFF2-40B4-BE49-F238E27FC236}">
                <a16:creationId xmlns:a16="http://schemas.microsoft.com/office/drawing/2014/main" id="{7307FC5B-9EE9-48B3-1BF5-C472EF8AA7AC}"/>
              </a:ext>
            </a:extLst>
          </p:cNvPr>
          <p:cNvSpPr txBox="1"/>
          <p:nvPr/>
        </p:nvSpPr>
        <p:spPr>
          <a:xfrm>
            <a:off x="1468267" y="5246373"/>
            <a:ext cx="1024639" cy="2462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z="1000" dirty="0" err="1"/>
              <a:t>FtSwamCounter</a:t>
            </a:r>
            <a:endParaRPr lang="de-DE" sz="1000" dirty="0"/>
          </a:p>
        </p:txBody>
      </p:sp>
      <p:sp>
        <p:nvSpPr>
          <p:cNvPr id="108" name="Textfeld 107">
            <a:extLst>
              <a:ext uri="{FF2B5EF4-FFF2-40B4-BE49-F238E27FC236}">
                <a16:creationId xmlns:a16="http://schemas.microsoft.com/office/drawing/2014/main" id="{CD65F3DB-ED94-6A0B-74B2-4E58BD5DBA97}"/>
              </a:ext>
            </a:extLst>
          </p:cNvPr>
          <p:cNvSpPr txBox="1"/>
          <p:nvPr/>
        </p:nvSpPr>
        <p:spPr>
          <a:xfrm>
            <a:off x="980954" y="4897379"/>
            <a:ext cx="1511952" cy="2462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z="1000" dirty="0" err="1"/>
              <a:t>FtSwarmFrequencymeter</a:t>
            </a:r>
            <a:endParaRPr lang="de-DE" sz="1000" dirty="0"/>
          </a:p>
        </p:txBody>
      </p:sp>
      <p:cxnSp>
        <p:nvCxnSpPr>
          <p:cNvPr id="110" name="Verbinder: gewinkelt 109">
            <a:extLst>
              <a:ext uri="{FF2B5EF4-FFF2-40B4-BE49-F238E27FC236}">
                <a16:creationId xmlns:a16="http://schemas.microsoft.com/office/drawing/2014/main" id="{A9C4BC5A-8E94-E347-63D1-0194C9D08941}"/>
              </a:ext>
            </a:extLst>
          </p:cNvPr>
          <p:cNvCxnSpPr>
            <a:cxnSpLocks/>
            <a:stCxn id="13" idx="2"/>
            <a:endCxn id="15" idx="3"/>
          </p:cNvCxnSpPr>
          <p:nvPr/>
        </p:nvCxnSpPr>
        <p:spPr>
          <a:xfrm rot="5400000">
            <a:off x="1535860" y="1366829"/>
            <a:ext cx="258078" cy="451892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Verbinder: gewinkelt 111">
            <a:extLst>
              <a:ext uri="{FF2B5EF4-FFF2-40B4-BE49-F238E27FC236}">
                <a16:creationId xmlns:a16="http://schemas.microsoft.com/office/drawing/2014/main" id="{416D965C-2271-19A7-3C78-BC2FD44A4651}"/>
              </a:ext>
            </a:extLst>
          </p:cNvPr>
          <p:cNvCxnSpPr>
            <a:cxnSpLocks/>
            <a:stCxn id="13" idx="2"/>
            <a:endCxn id="16" idx="3"/>
          </p:cNvCxnSpPr>
          <p:nvPr/>
        </p:nvCxnSpPr>
        <p:spPr>
          <a:xfrm rot="5400000">
            <a:off x="1394235" y="1509274"/>
            <a:ext cx="542149" cy="451072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Verbinder: gewinkelt 113">
            <a:extLst>
              <a:ext uri="{FF2B5EF4-FFF2-40B4-BE49-F238E27FC236}">
                <a16:creationId xmlns:a16="http://schemas.microsoft.com/office/drawing/2014/main" id="{D7A71C6C-71AA-34C9-04EA-5165BD1D0645}"/>
              </a:ext>
            </a:extLst>
          </p:cNvPr>
          <p:cNvCxnSpPr>
            <a:cxnSpLocks/>
            <a:stCxn id="13" idx="2"/>
            <a:endCxn id="17" idx="3"/>
          </p:cNvCxnSpPr>
          <p:nvPr/>
        </p:nvCxnSpPr>
        <p:spPr>
          <a:xfrm rot="5400000">
            <a:off x="1238875" y="1661654"/>
            <a:ext cx="849888" cy="454052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feld 120">
            <a:extLst>
              <a:ext uri="{FF2B5EF4-FFF2-40B4-BE49-F238E27FC236}">
                <a16:creationId xmlns:a16="http://schemas.microsoft.com/office/drawing/2014/main" id="{D823F80C-7B32-F10D-F0E8-AFEB2B77FB5B}"/>
              </a:ext>
            </a:extLst>
          </p:cNvPr>
          <p:cNvSpPr txBox="1"/>
          <p:nvPr/>
        </p:nvSpPr>
        <p:spPr>
          <a:xfrm>
            <a:off x="8477674" y="1334258"/>
            <a:ext cx="1388522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1000" dirty="0" err="1"/>
              <a:t>FtSwarmStepperMotor</a:t>
            </a:r>
            <a:endParaRPr lang="de-DE" sz="1000" dirty="0"/>
          </a:p>
        </p:txBody>
      </p:sp>
      <p:cxnSp>
        <p:nvCxnSpPr>
          <p:cNvPr id="165" name="Verbinder: gewinkelt 164">
            <a:extLst>
              <a:ext uri="{FF2B5EF4-FFF2-40B4-BE49-F238E27FC236}">
                <a16:creationId xmlns:a16="http://schemas.microsoft.com/office/drawing/2014/main" id="{290E7B70-313C-3A3C-355C-962B67483A8A}"/>
              </a:ext>
            </a:extLst>
          </p:cNvPr>
          <p:cNvCxnSpPr>
            <a:cxnSpLocks/>
            <a:stCxn id="13" idx="2"/>
            <a:endCxn id="18" idx="3"/>
          </p:cNvCxnSpPr>
          <p:nvPr/>
        </p:nvCxnSpPr>
        <p:spPr>
          <a:xfrm rot="5400000">
            <a:off x="1052458" y="1854031"/>
            <a:ext cx="1228682" cy="448092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Verbinder: gewinkelt 175">
            <a:extLst>
              <a:ext uri="{FF2B5EF4-FFF2-40B4-BE49-F238E27FC236}">
                <a16:creationId xmlns:a16="http://schemas.microsoft.com/office/drawing/2014/main" id="{E01A3164-956A-F1E8-83CB-C08AB5090F35}"/>
              </a:ext>
            </a:extLst>
          </p:cNvPr>
          <p:cNvCxnSpPr>
            <a:cxnSpLocks/>
            <a:stCxn id="45" idx="2"/>
            <a:endCxn id="121" idx="1"/>
          </p:cNvCxnSpPr>
          <p:nvPr/>
        </p:nvCxnSpPr>
        <p:spPr>
          <a:xfrm rot="16200000" flipH="1">
            <a:off x="8128540" y="1108235"/>
            <a:ext cx="460926" cy="237341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Verbinder: gewinkelt 180">
            <a:extLst>
              <a:ext uri="{FF2B5EF4-FFF2-40B4-BE49-F238E27FC236}">
                <a16:creationId xmlns:a16="http://schemas.microsoft.com/office/drawing/2014/main" id="{9377F159-8103-1A07-4C28-5A45CFF08A85}"/>
              </a:ext>
            </a:extLst>
          </p:cNvPr>
          <p:cNvCxnSpPr>
            <a:cxnSpLocks/>
            <a:stCxn id="45" idx="2"/>
            <a:endCxn id="50" idx="1"/>
          </p:cNvCxnSpPr>
          <p:nvPr/>
        </p:nvCxnSpPr>
        <p:spPr>
          <a:xfrm rot="16200000" flipH="1">
            <a:off x="7942842" y="1293934"/>
            <a:ext cx="852438" cy="257456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Verbinder: gewinkelt 186">
            <a:extLst>
              <a:ext uri="{FF2B5EF4-FFF2-40B4-BE49-F238E27FC236}">
                <a16:creationId xmlns:a16="http://schemas.microsoft.com/office/drawing/2014/main" id="{F4F5D488-0F87-E38B-D7AB-AC49F1DC7A35}"/>
              </a:ext>
            </a:extLst>
          </p:cNvPr>
          <p:cNvCxnSpPr>
            <a:cxnSpLocks/>
            <a:stCxn id="50" idx="2"/>
            <a:endCxn id="53" idx="1"/>
          </p:cNvCxnSpPr>
          <p:nvPr/>
        </p:nvCxnSpPr>
        <p:spPr>
          <a:xfrm rot="16200000" flipH="1">
            <a:off x="8864215" y="2094642"/>
            <a:ext cx="406524" cy="161222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Verbinder: gewinkelt 190">
            <a:extLst>
              <a:ext uri="{FF2B5EF4-FFF2-40B4-BE49-F238E27FC236}">
                <a16:creationId xmlns:a16="http://schemas.microsoft.com/office/drawing/2014/main" id="{0087142B-5854-5E5F-0A05-9F4D6001DF3D}"/>
              </a:ext>
            </a:extLst>
          </p:cNvPr>
          <p:cNvCxnSpPr>
            <a:cxnSpLocks/>
            <a:stCxn id="45" idx="2"/>
            <a:endCxn id="72" idx="1"/>
          </p:cNvCxnSpPr>
          <p:nvPr/>
        </p:nvCxnSpPr>
        <p:spPr>
          <a:xfrm rot="16200000" flipH="1">
            <a:off x="7127299" y="2109476"/>
            <a:ext cx="2511697" cy="285629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Verbinder: gewinkelt 193">
            <a:extLst>
              <a:ext uri="{FF2B5EF4-FFF2-40B4-BE49-F238E27FC236}">
                <a16:creationId xmlns:a16="http://schemas.microsoft.com/office/drawing/2014/main" id="{DA1CE745-31E1-566F-AB38-7E0EB08C2E63}"/>
              </a:ext>
            </a:extLst>
          </p:cNvPr>
          <p:cNvCxnSpPr>
            <a:cxnSpLocks/>
            <a:stCxn id="45" idx="2"/>
            <a:endCxn id="96" idx="1"/>
          </p:cNvCxnSpPr>
          <p:nvPr/>
        </p:nvCxnSpPr>
        <p:spPr>
          <a:xfrm rot="16200000" flipH="1">
            <a:off x="6173950" y="3062825"/>
            <a:ext cx="4490068" cy="357303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Verbinder: gewinkelt 200">
            <a:extLst>
              <a:ext uri="{FF2B5EF4-FFF2-40B4-BE49-F238E27FC236}">
                <a16:creationId xmlns:a16="http://schemas.microsoft.com/office/drawing/2014/main" id="{A1EFD954-8522-E337-17F1-2925F57DE8EC}"/>
              </a:ext>
            </a:extLst>
          </p:cNvPr>
          <p:cNvCxnSpPr>
            <a:cxnSpLocks/>
            <a:stCxn id="21" idx="2"/>
            <a:endCxn id="25" idx="3"/>
          </p:cNvCxnSpPr>
          <p:nvPr/>
        </p:nvCxnSpPr>
        <p:spPr>
          <a:xfrm rot="5400000">
            <a:off x="1530385" y="3040342"/>
            <a:ext cx="230709" cy="417892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Verbinder: gewinkelt 203">
            <a:extLst>
              <a:ext uri="{FF2B5EF4-FFF2-40B4-BE49-F238E27FC236}">
                <a16:creationId xmlns:a16="http://schemas.microsoft.com/office/drawing/2014/main" id="{2F1797A0-E242-70B6-3DAC-FAB812D2584C}"/>
              </a:ext>
            </a:extLst>
          </p:cNvPr>
          <p:cNvCxnSpPr>
            <a:cxnSpLocks/>
            <a:stCxn id="21" idx="2"/>
            <a:endCxn id="26" idx="3"/>
          </p:cNvCxnSpPr>
          <p:nvPr/>
        </p:nvCxnSpPr>
        <p:spPr>
          <a:xfrm rot="5400000">
            <a:off x="1380837" y="3189890"/>
            <a:ext cx="529805" cy="417892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Verbinder: gewinkelt 206">
            <a:extLst>
              <a:ext uri="{FF2B5EF4-FFF2-40B4-BE49-F238E27FC236}">
                <a16:creationId xmlns:a16="http://schemas.microsoft.com/office/drawing/2014/main" id="{A1E49708-34FB-BE8F-39A3-619A836CBD1B}"/>
              </a:ext>
            </a:extLst>
          </p:cNvPr>
          <p:cNvCxnSpPr>
            <a:cxnSpLocks/>
            <a:stCxn id="21" idx="2"/>
            <a:endCxn id="27" idx="3"/>
          </p:cNvCxnSpPr>
          <p:nvPr/>
        </p:nvCxnSpPr>
        <p:spPr>
          <a:xfrm rot="5400000">
            <a:off x="1227578" y="3343149"/>
            <a:ext cx="836323" cy="417892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Verbinder: gewinkelt 209">
            <a:extLst>
              <a:ext uri="{FF2B5EF4-FFF2-40B4-BE49-F238E27FC236}">
                <a16:creationId xmlns:a16="http://schemas.microsoft.com/office/drawing/2014/main" id="{6A2885DA-FC08-605D-7A61-10B696606FE7}"/>
              </a:ext>
            </a:extLst>
          </p:cNvPr>
          <p:cNvCxnSpPr>
            <a:cxnSpLocks/>
            <a:stCxn id="21" idx="2"/>
            <a:endCxn id="28" idx="3"/>
          </p:cNvCxnSpPr>
          <p:nvPr/>
        </p:nvCxnSpPr>
        <p:spPr>
          <a:xfrm rot="5400000">
            <a:off x="1082951" y="3499086"/>
            <a:ext cx="1136887" cy="406583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Verbinder: gewinkelt 212">
            <a:extLst>
              <a:ext uri="{FF2B5EF4-FFF2-40B4-BE49-F238E27FC236}">
                <a16:creationId xmlns:a16="http://schemas.microsoft.com/office/drawing/2014/main" id="{288D6872-F099-39D4-0C91-D8AD3103254B}"/>
              </a:ext>
            </a:extLst>
          </p:cNvPr>
          <p:cNvCxnSpPr>
            <a:cxnSpLocks/>
            <a:stCxn id="11" idx="2"/>
            <a:endCxn id="13" idx="3"/>
          </p:cNvCxnSpPr>
          <p:nvPr/>
        </p:nvCxnSpPr>
        <p:spPr>
          <a:xfrm rot="5400000">
            <a:off x="2499192" y="1004262"/>
            <a:ext cx="354951" cy="317776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Verbinder: gewinkelt 217">
            <a:extLst>
              <a:ext uri="{FF2B5EF4-FFF2-40B4-BE49-F238E27FC236}">
                <a16:creationId xmlns:a16="http://schemas.microsoft.com/office/drawing/2014/main" id="{1732DC37-0E61-54C5-46BE-2ABB34BA7310}"/>
              </a:ext>
            </a:extLst>
          </p:cNvPr>
          <p:cNvCxnSpPr>
            <a:cxnSpLocks/>
            <a:stCxn id="11" idx="2"/>
            <a:endCxn id="21" idx="3"/>
          </p:cNvCxnSpPr>
          <p:nvPr/>
        </p:nvCxnSpPr>
        <p:spPr>
          <a:xfrm rot="5400000">
            <a:off x="1653227" y="1828495"/>
            <a:ext cx="2025149" cy="339509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Verbinder: gewinkelt 220">
            <a:extLst>
              <a:ext uri="{FF2B5EF4-FFF2-40B4-BE49-F238E27FC236}">
                <a16:creationId xmlns:a16="http://schemas.microsoft.com/office/drawing/2014/main" id="{F9A98590-6521-F985-7FFE-B60DC2B854BB}"/>
              </a:ext>
            </a:extLst>
          </p:cNvPr>
          <p:cNvCxnSpPr>
            <a:cxnSpLocks/>
            <a:stCxn id="11" idx="2"/>
            <a:endCxn id="108" idx="3"/>
          </p:cNvCxnSpPr>
          <p:nvPr/>
        </p:nvCxnSpPr>
        <p:spPr>
          <a:xfrm rot="5400000">
            <a:off x="646824" y="2831758"/>
            <a:ext cx="4034815" cy="342649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Verbinder: gewinkelt 223">
            <a:extLst>
              <a:ext uri="{FF2B5EF4-FFF2-40B4-BE49-F238E27FC236}">
                <a16:creationId xmlns:a16="http://schemas.microsoft.com/office/drawing/2014/main" id="{DA284331-3D31-F9F4-1FEE-D2926824F254}"/>
              </a:ext>
            </a:extLst>
          </p:cNvPr>
          <p:cNvCxnSpPr>
            <a:cxnSpLocks/>
            <a:stCxn id="11" idx="2"/>
            <a:endCxn id="106" idx="3"/>
          </p:cNvCxnSpPr>
          <p:nvPr/>
        </p:nvCxnSpPr>
        <p:spPr>
          <a:xfrm rot="5400000">
            <a:off x="472327" y="3006255"/>
            <a:ext cx="4383809" cy="342649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Verbinder: gewinkelt 231">
            <a:extLst>
              <a:ext uri="{FF2B5EF4-FFF2-40B4-BE49-F238E27FC236}">
                <a16:creationId xmlns:a16="http://schemas.microsoft.com/office/drawing/2014/main" id="{32B06DF2-7985-B8A8-777F-86236458FBD0}"/>
              </a:ext>
            </a:extLst>
          </p:cNvPr>
          <p:cNvCxnSpPr>
            <a:cxnSpLocks/>
            <a:stCxn id="11" idx="2"/>
            <a:endCxn id="98" idx="3"/>
          </p:cNvCxnSpPr>
          <p:nvPr/>
        </p:nvCxnSpPr>
        <p:spPr>
          <a:xfrm rot="5400000">
            <a:off x="825303" y="2656419"/>
            <a:ext cx="3680996" cy="339509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Textfeld 234">
            <a:extLst>
              <a:ext uri="{FF2B5EF4-FFF2-40B4-BE49-F238E27FC236}">
                <a16:creationId xmlns:a16="http://schemas.microsoft.com/office/drawing/2014/main" id="{E939E38D-200C-287E-F6A1-0BC540494BCF}"/>
              </a:ext>
            </a:extLst>
          </p:cNvPr>
          <p:cNvSpPr txBox="1"/>
          <p:nvPr/>
        </p:nvSpPr>
        <p:spPr>
          <a:xfrm>
            <a:off x="1567653" y="5609368"/>
            <a:ext cx="925253" cy="246221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1000"/>
            </a:lvl1pPr>
          </a:lstStyle>
          <a:p>
            <a:r>
              <a:rPr lang="de-DE" dirty="0" err="1"/>
              <a:t>FtSwarmGyro</a:t>
            </a:r>
            <a:r>
              <a:rPr lang="de-DE" dirty="0"/>
              <a:t> </a:t>
            </a:r>
          </a:p>
        </p:txBody>
      </p:sp>
      <p:cxnSp>
        <p:nvCxnSpPr>
          <p:cNvPr id="268" name="Verbinder: gewinkelt 267">
            <a:extLst>
              <a:ext uri="{FF2B5EF4-FFF2-40B4-BE49-F238E27FC236}">
                <a16:creationId xmlns:a16="http://schemas.microsoft.com/office/drawing/2014/main" id="{BCA92E1F-1B07-DBF0-9D7F-296DD95C76A9}"/>
              </a:ext>
            </a:extLst>
          </p:cNvPr>
          <p:cNvCxnSpPr>
            <a:cxnSpLocks/>
            <a:stCxn id="11" idx="2"/>
            <a:endCxn id="235" idx="3"/>
          </p:cNvCxnSpPr>
          <p:nvPr/>
        </p:nvCxnSpPr>
        <p:spPr>
          <a:xfrm rot="5400000">
            <a:off x="290829" y="3187753"/>
            <a:ext cx="4746804" cy="342649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Verbinder: gewinkelt 270">
            <a:extLst>
              <a:ext uri="{FF2B5EF4-FFF2-40B4-BE49-F238E27FC236}">
                <a16:creationId xmlns:a16="http://schemas.microsoft.com/office/drawing/2014/main" id="{B35297B3-0FEE-A895-1A28-DDCE22A861BD}"/>
              </a:ext>
            </a:extLst>
          </p:cNvPr>
          <p:cNvCxnSpPr>
            <a:cxnSpLocks/>
            <a:stCxn id="10" idx="2"/>
            <a:endCxn id="45" idx="0"/>
          </p:cNvCxnSpPr>
          <p:nvPr/>
        </p:nvCxnSpPr>
        <p:spPr>
          <a:xfrm rot="16200000" flipH="1">
            <a:off x="6960675" y="-529437"/>
            <a:ext cx="271541" cy="228777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Verbinder: gewinkelt 278">
            <a:extLst>
              <a:ext uri="{FF2B5EF4-FFF2-40B4-BE49-F238E27FC236}">
                <a16:creationId xmlns:a16="http://schemas.microsoft.com/office/drawing/2014/main" id="{E4579ABA-2A7B-BC2E-392A-5CBD99AD6BD0}"/>
              </a:ext>
            </a:extLst>
          </p:cNvPr>
          <p:cNvCxnSpPr>
            <a:cxnSpLocks/>
            <a:stCxn id="10" idx="2"/>
            <a:endCxn id="93" idx="0"/>
          </p:cNvCxnSpPr>
          <p:nvPr/>
        </p:nvCxnSpPr>
        <p:spPr>
          <a:xfrm rot="5400000">
            <a:off x="4386695" y="-387991"/>
            <a:ext cx="699190" cy="2432535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Verbinder: gewinkelt 281">
            <a:extLst>
              <a:ext uri="{FF2B5EF4-FFF2-40B4-BE49-F238E27FC236}">
                <a16:creationId xmlns:a16="http://schemas.microsoft.com/office/drawing/2014/main" id="{843AA058-BDEB-BD18-46CF-A20B3FD59771}"/>
              </a:ext>
            </a:extLst>
          </p:cNvPr>
          <p:cNvCxnSpPr>
            <a:cxnSpLocks/>
            <a:stCxn id="10" idx="2"/>
            <a:endCxn id="99" idx="0"/>
          </p:cNvCxnSpPr>
          <p:nvPr/>
        </p:nvCxnSpPr>
        <p:spPr>
          <a:xfrm rot="5400000">
            <a:off x="4871689" y="97003"/>
            <a:ext cx="699190" cy="1462547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Verbinder: gewinkelt 284">
            <a:extLst>
              <a:ext uri="{FF2B5EF4-FFF2-40B4-BE49-F238E27FC236}">
                <a16:creationId xmlns:a16="http://schemas.microsoft.com/office/drawing/2014/main" id="{CEBAE936-3E56-E7F2-0B2F-FFCA35BDEC49}"/>
              </a:ext>
            </a:extLst>
          </p:cNvPr>
          <p:cNvCxnSpPr>
            <a:cxnSpLocks/>
            <a:stCxn id="10" idx="2"/>
            <a:endCxn id="100" idx="0"/>
          </p:cNvCxnSpPr>
          <p:nvPr/>
        </p:nvCxnSpPr>
        <p:spPr>
          <a:xfrm rot="5400000">
            <a:off x="5360028" y="585342"/>
            <a:ext cx="699190" cy="485869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9" name="Textfeld 288">
            <a:extLst>
              <a:ext uri="{FF2B5EF4-FFF2-40B4-BE49-F238E27FC236}">
                <a16:creationId xmlns:a16="http://schemas.microsoft.com/office/drawing/2014/main" id="{6EEF78D2-EDBA-C213-BDE7-5684420F9EB4}"/>
              </a:ext>
            </a:extLst>
          </p:cNvPr>
          <p:cNvSpPr txBox="1"/>
          <p:nvPr/>
        </p:nvSpPr>
        <p:spPr>
          <a:xfrm>
            <a:off x="1509945" y="5978701"/>
            <a:ext cx="982961" cy="246221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1000"/>
            </a:lvl1pPr>
          </a:lstStyle>
          <a:p>
            <a:r>
              <a:rPr lang="de-DE" dirty="0" err="1"/>
              <a:t>FtSwarmLIDAR</a:t>
            </a:r>
            <a:r>
              <a:rPr lang="de-DE" dirty="0"/>
              <a:t> </a:t>
            </a:r>
          </a:p>
        </p:txBody>
      </p:sp>
      <p:cxnSp>
        <p:nvCxnSpPr>
          <p:cNvPr id="290" name="Verbinder: gewinkelt 289">
            <a:extLst>
              <a:ext uri="{FF2B5EF4-FFF2-40B4-BE49-F238E27FC236}">
                <a16:creationId xmlns:a16="http://schemas.microsoft.com/office/drawing/2014/main" id="{368F74BE-C3E7-8BF5-EA37-3196369844DA}"/>
              </a:ext>
            </a:extLst>
          </p:cNvPr>
          <p:cNvCxnSpPr>
            <a:cxnSpLocks/>
            <a:stCxn id="11" idx="2"/>
            <a:endCxn id="289" idx="3"/>
          </p:cNvCxnSpPr>
          <p:nvPr/>
        </p:nvCxnSpPr>
        <p:spPr>
          <a:xfrm rot="5400000">
            <a:off x="106163" y="3372419"/>
            <a:ext cx="5116137" cy="342649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" name="Textfeld 299">
            <a:extLst>
              <a:ext uri="{FF2B5EF4-FFF2-40B4-BE49-F238E27FC236}">
                <a16:creationId xmlns:a16="http://schemas.microsoft.com/office/drawing/2014/main" id="{923FF55A-4391-C4FB-DF99-915583CCC421}"/>
              </a:ext>
            </a:extLst>
          </p:cNvPr>
          <p:cNvSpPr txBox="1"/>
          <p:nvPr/>
        </p:nvSpPr>
        <p:spPr>
          <a:xfrm>
            <a:off x="6030432" y="1178124"/>
            <a:ext cx="898003" cy="2462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z="1000" dirty="0" err="1"/>
              <a:t>FtSwarmCAM</a:t>
            </a:r>
            <a:endParaRPr lang="de-DE" sz="1000" dirty="0"/>
          </a:p>
        </p:txBody>
      </p:sp>
      <p:cxnSp>
        <p:nvCxnSpPr>
          <p:cNvPr id="302" name="Verbinder: gewinkelt 301">
            <a:extLst>
              <a:ext uri="{FF2B5EF4-FFF2-40B4-BE49-F238E27FC236}">
                <a16:creationId xmlns:a16="http://schemas.microsoft.com/office/drawing/2014/main" id="{4DF79909-BE91-0F71-DB54-DA784F609B4F}"/>
              </a:ext>
            </a:extLst>
          </p:cNvPr>
          <p:cNvCxnSpPr>
            <a:cxnSpLocks/>
            <a:stCxn id="10" idx="2"/>
            <a:endCxn id="300" idx="0"/>
          </p:cNvCxnSpPr>
          <p:nvPr/>
        </p:nvCxnSpPr>
        <p:spPr>
          <a:xfrm rot="16200000" flipH="1">
            <a:off x="5866274" y="564963"/>
            <a:ext cx="699443" cy="526877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6" name="Rechteck 305">
            <a:extLst>
              <a:ext uri="{FF2B5EF4-FFF2-40B4-BE49-F238E27FC236}">
                <a16:creationId xmlns:a16="http://schemas.microsoft.com/office/drawing/2014/main" id="{E625802C-283D-7E6D-1F53-D83B934300CB}"/>
              </a:ext>
            </a:extLst>
          </p:cNvPr>
          <p:cNvSpPr/>
          <p:nvPr/>
        </p:nvSpPr>
        <p:spPr>
          <a:xfrm>
            <a:off x="16365" y="1131231"/>
            <a:ext cx="2593670" cy="1343589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8" name="Rechteck 307">
            <a:extLst>
              <a:ext uri="{FF2B5EF4-FFF2-40B4-BE49-F238E27FC236}">
                <a16:creationId xmlns:a16="http://schemas.microsoft.com/office/drawing/2014/main" id="{A7C4D38F-6359-1BDE-E20D-83546F00044A}"/>
              </a:ext>
            </a:extLst>
          </p:cNvPr>
          <p:cNvSpPr/>
          <p:nvPr/>
        </p:nvSpPr>
        <p:spPr>
          <a:xfrm>
            <a:off x="0" y="2864291"/>
            <a:ext cx="2593670" cy="1610494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1751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</Words>
  <Application>Microsoft Office PowerPoint</Application>
  <PresentationFormat>Breitbild</PresentationFormat>
  <Paragraphs>101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Stefan Fuss</dc:creator>
  <cp:lastModifiedBy>Stefan Fuss</cp:lastModifiedBy>
  <cp:revision>15</cp:revision>
  <dcterms:created xsi:type="dcterms:W3CDTF">2023-11-01T08:05:01Z</dcterms:created>
  <dcterms:modified xsi:type="dcterms:W3CDTF">2025-05-11T10:56:31Z</dcterms:modified>
</cp:coreProperties>
</file>