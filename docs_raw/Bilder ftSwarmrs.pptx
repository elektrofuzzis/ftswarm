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16161"/>
    <a:srgbClr val="404040"/>
    <a:srgbClr val="EDEDED"/>
    <a:srgbClr val="996633"/>
    <a:srgbClr val="767171"/>
    <a:srgbClr val="C9D58F"/>
    <a:srgbClr val="FFFF00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A843930-AFCA-2D61-999B-B8E91262D6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E61994E-D822-661F-11B7-E0D57A4E2A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406BE8-CF49-86FC-1027-FE443B958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3CAC35-1AC6-1082-47C0-29252BFA36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D31051-30FF-09DA-38E2-6176AD9D2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85484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222345-2B56-CA41-B047-FF9A45246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A5A4216-EC16-C30E-8FA8-E842E96B5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A79CC3-435C-C150-3549-19824B5FE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93E0ECB-2D5F-1E61-DD64-28819F6E4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A4F29C1-FBD0-C691-DC54-0D6E9522B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9522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BEB63-E083-A83F-CD69-DDA451DBF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6DF39BB-0904-DEF9-C587-C554C88F8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C7177E7-2CDE-11CA-279D-DCFE3EB5D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D3A2B7-ED11-CA52-D77F-B99B0D0EB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59E12E1-E2FC-134E-6A44-2A2C91DD03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0920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CFC828-EE07-B9AC-BDB5-A4A2D5F9CD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E888395-8EC0-C847-5226-9C43C0334D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0482043-4857-8CAB-3FD4-C2689978E2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9CDE63-271C-2068-A16D-9F00EF4DB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E95112A-66C4-BA8E-580B-ABFF635B3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576DE98-EB2A-8B50-5986-AC95234A4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57056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1967DB-0BEA-540F-672D-A5ADF4D90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4AAC393-AC49-481C-CEA3-D473DAFCEF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7760E61-FE4E-BEE9-2121-04B4BD285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801D01C-ECE2-C0E3-3807-3223A274D7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1354842-0238-F313-3C06-3CDAD3546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910F861-5537-6C32-D5C1-27DF4A4A81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D16EFF-5326-5E29-7A5D-2017151EB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D83DD23-A8E8-99B3-D1F9-12C8D2988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25872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A807EC3-F8BF-F550-211D-C79D7B08DA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E5E13E86-86C0-39DF-6D9F-03442717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A82F007-DB7A-19B2-AA4A-5D82530F9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06AF822-AC58-1141-5ED4-6DC186C35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55942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7D7B349-DF88-96D2-359C-4D3B7F40D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7F5E843-2F20-0588-FEA5-5ED79A0E7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708CF5BF-2E32-148A-008A-72ABC3E63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38365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1BFF271-6B82-314F-DE41-A2CE99573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BC9817A-CB3D-30A4-A805-AE4C20B95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D09B4AC-1254-3534-048F-83D845D937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2D1A4909-FFD7-6E3C-1457-4C1E81EA9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B15AF3-7901-F14E-2A50-78353702C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A98C073-3B0F-2A5D-6E90-AE288F75A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63816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F737B30-309D-F93D-3C40-81E5C2CFB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386DD697-C852-7251-9416-8B005EEF8E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A04752B-CF8E-AAA3-098B-39EECAEC2C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F2F9E9-CC8A-1EBE-62FD-310BACB62E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800731A-C10A-C4CA-3E20-BE278B889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A46F1FF-A0B8-27C8-741D-5EE6A9B55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1243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E867E3D-9D94-0113-D55E-06028F5FF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1E5C040-D0B1-D48C-7A86-9CA60E163F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362C547-8191-E571-3FDD-106C54898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F524633-A3F0-210A-A806-73A22FAB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5C63D09-6DC1-1080-7792-A3A1BF44F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59040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37307EA-B95C-07C3-339C-780AB175B7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44CF81-19FF-BFED-363C-78E4CE4F49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F48232C-9748-543D-43FE-B9C6655F9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0646B8-E4CA-0AB6-9B90-AC497629E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A2027E7-DEA3-5E6E-FFD7-7588B104E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9771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368B678-A8A0-5932-EC3E-0B5A657A3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CBA42AF-22C7-7487-699B-937671A217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F3D691-9762-1424-3311-60BC2A3FE0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FBA0A0-9DE5-41E0-A858-3763F8093A41}" type="datetimeFigureOut">
              <a:rPr lang="de-DE" smtClean="0"/>
              <a:t>01.11.2024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117B8FC-90AC-7133-7C3A-2BE3F6B2AF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BAE8D6-A6D2-C44A-6574-21E8EDC64B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9261E2-1B49-4E92-ACEE-2C0F6F294FB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1829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Rechteck: abgerundete Ecken 112">
            <a:extLst>
              <a:ext uri="{FF2B5EF4-FFF2-40B4-BE49-F238E27FC236}">
                <a16:creationId xmlns:a16="http://schemas.microsoft.com/office/drawing/2014/main" id="{C6377CF0-3722-DE34-94E7-F89A7C27604D}"/>
              </a:ext>
            </a:extLst>
          </p:cNvPr>
          <p:cNvSpPr/>
          <p:nvPr/>
        </p:nvSpPr>
        <p:spPr>
          <a:xfrm>
            <a:off x="1668311" y="3364446"/>
            <a:ext cx="648000" cy="576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0F39763A-B13F-3AA7-6856-6BC6F136F697}"/>
              </a:ext>
            </a:extLst>
          </p:cNvPr>
          <p:cNvSpPr/>
          <p:nvPr/>
        </p:nvSpPr>
        <p:spPr>
          <a:xfrm>
            <a:off x="1137285" y="638810"/>
            <a:ext cx="2700000" cy="3240000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32" name="Gruppieren 31">
            <a:extLst>
              <a:ext uri="{FF2B5EF4-FFF2-40B4-BE49-F238E27FC236}">
                <a16:creationId xmlns:a16="http://schemas.microsoft.com/office/drawing/2014/main" id="{B2C271E0-116E-8400-F7C5-62ABC6DC660F}"/>
              </a:ext>
            </a:extLst>
          </p:cNvPr>
          <p:cNvGrpSpPr/>
          <p:nvPr/>
        </p:nvGrpSpPr>
        <p:grpSpPr>
          <a:xfrm>
            <a:off x="1137285" y="1071718"/>
            <a:ext cx="433247" cy="720140"/>
            <a:chOff x="7462666" y="2009937"/>
            <a:chExt cx="433247" cy="720140"/>
          </a:xfrm>
        </p:grpSpPr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B472516D-4440-9ADC-7882-EA3CF069EEB5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6" name="Ellipse 5">
              <a:extLst>
                <a:ext uri="{FF2B5EF4-FFF2-40B4-BE49-F238E27FC236}">
                  <a16:creationId xmlns:a16="http://schemas.microsoft.com/office/drawing/2014/main" id="{5C34E472-6DEA-7953-1A93-F29B708AE06F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Ellipse 6">
              <a:extLst>
                <a:ext uri="{FF2B5EF4-FFF2-40B4-BE49-F238E27FC236}">
                  <a16:creationId xmlns:a16="http://schemas.microsoft.com/office/drawing/2014/main" id="{7A4B1E62-5D91-7B6B-CCE1-5C23EF6B7692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" name="Ellipse 7">
              <a:extLst>
                <a:ext uri="{FF2B5EF4-FFF2-40B4-BE49-F238E27FC236}">
                  <a16:creationId xmlns:a16="http://schemas.microsoft.com/office/drawing/2014/main" id="{524F0ED7-B2A8-5DF0-26D7-057231A14FE8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" name="Ellipse 8">
              <a:extLst>
                <a:ext uri="{FF2B5EF4-FFF2-40B4-BE49-F238E27FC236}">
                  <a16:creationId xmlns:a16="http://schemas.microsoft.com/office/drawing/2014/main" id="{762F0801-93DC-7077-3D64-5D64892CC58B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DCDE7376-9A02-4DFD-3E59-12809AC3D3A8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BAB7653C-CE54-0D53-A80A-904C102F07EC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D698C18-E9D1-0309-29CA-05754D70589E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FEACD132-7539-60A0-3653-E6A7B855ED69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cxnSp>
          <p:nvCxnSpPr>
            <p:cNvPr id="21" name="Gerader Verbinder 20">
              <a:extLst>
                <a:ext uri="{FF2B5EF4-FFF2-40B4-BE49-F238E27FC236}">
                  <a16:creationId xmlns:a16="http://schemas.microsoft.com/office/drawing/2014/main" id="{1714D54A-2FE9-60DD-F38E-70E755E67DB6}"/>
                </a:ext>
              </a:extLst>
            </p:cNvPr>
            <p:cNvCxnSpPr>
              <a:stCxn id="6" idx="3"/>
              <a:endCxn id="6" idx="7"/>
            </p:cNvCxnSpPr>
            <p:nvPr/>
          </p:nvCxnSpPr>
          <p:spPr>
            <a:xfrm flipV="1">
              <a:off x="7670911" y="2049913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06491DF7-74D3-9CF2-4724-30EFB3985148}"/>
                </a:ext>
              </a:extLst>
            </p:cNvPr>
            <p:cNvCxnSpPr>
              <a:cxnSpLocks/>
              <a:stCxn id="7" idx="1"/>
              <a:endCxn id="7" idx="5"/>
            </p:cNvCxnSpPr>
            <p:nvPr/>
          </p:nvCxnSpPr>
          <p:spPr>
            <a:xfrm>
              <a:off x="7670911" y="2226088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Gerader Verbinder 24">
              <a:extLst>
                <a:ext uri="{FF2B5EF4-FFF2-40B4-BE49-F238E27FC236}">
                  <a16:creationId xmlns:a16="http://schemas.microsoft.com/office/drawing/2014/main" id="{B86701C9-8DAD-DBFF-FEDD-F22A4A6BC7FB}"/>
                </a:ext>
              </a:extLst>
            </p:cNvPr>
            <p:cNvCxnSpPr>
              <a:cxnSpLocks/>
              <a:stCxn id="8" idx="2"/>
              <a:endCxn id="8" idx="6"/>
            </p:cNvCxnSpPr>
            <p:nvPr/>
          </p:nvCxnSpPr>
          <p:spPr>
            <a:xfrm>
              <a:off x="7649823" y="2453175"/>
              <a:ext cx="144000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53CFCD4F-60A4-3279-ED6B-DE3B91A4ED09}"/>
                </a:ext>
              </a:extLst>
            </p:cNvPr>
            <p:cNvCxnSpPr>
              <a:cxnSpLocks/>
              <a:stCxn id="9" idx="4"/>
              <a:endCxn id="9" idx="0"/>
            </p:cNvCxnSpPr>
            <p:nvPr/>
          </p:nvCxnSpPr>
          <p:spPr>
            <a:xfrm flipV="1">
              <a:off x="7721823" y="2565000"/>
              <a:ext cx="0" cy="14400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uppieren 47">
            <a:extLst>
              <a:ext uri="{FF2B5EF4-FFF2-40B4-BE49-F238E27FC236}">
                <a16:creationId xmlns:a16="http://schemas.microsoft.com/office/drawing/2014/main" id="{90EEB867-528E-5EA7-03F3-12405183AE1E}"/>
              </a:ext>
            </a:extLst>
          </p:cNvPr>
          <p:cNvGrpSpPr/>
          <p:nvPr/>
        </p:nvGrpSpPr>
        <p:grpSpPr>
          <a:xfrm>
            <a:off x="1137908" y="2259914"/>
            <a:ext cx="433247" cy="720140"/>
            <a:chOff x="7462666" y="2009937"/>
            <a:chExt cx="433247" cy="720140"/>
          </a:xfrm>
        </p:grpSpPr>
        <p:sp>
          <p:nvSpPr>
            <p:cNvPr id="49" name="Rechteck 48">
              <a:extLst>
                <a:ext uri="{FF2B5EF4-FFF2-40B4-BE49-F238E27FC236}">
                  <a16:creationId xmlns:a16="http://schemas.microsoft.com/office/drawing/2014/main" id="{94FDA077-13FC-D1D3-3067-E08E676D1C2F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50" name="Ellipse 49">
              <a:extLst>
                <a:ext uri="{FF2B5EF4-FFF2-40B4-BE49-F238E27FC236}">
                  <a16:creationId xmlns:a16="http://schemas.microsoft.com/office/drawing/2014/main" id="{C0B89F0F-21F6-D20E-1541-DDC4E0209474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1" name="Ellipse 50">
              <a:extLst>
                <a:ext uri="{FF2B5EF4-FFF2-40B4-BE49-F238E27FC236}">
                  <a16:creationId xmlns:a16="http://schemas.microsoft.com/office/drawing/2014/main" id="{37E8960E-84D4-04DB-E6DF-0A4A2F4C009A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2" name="Ellipse 51">
              <a:extLst>
                <a:ext uri="{FF2B5EF4-FFF2-40B4-BE49-F238E27FC236}">
                  <a16:creationId xmlns:a16="http://schemas.microsoft.com/office/drawing/2014/main" id="{7088C684-AFD9-7FF3-804A-AB0E5DD52282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3" name="Ellipse 52">
              <a:extLst>
                <a:ext uri="{FF2B5EF4-FFF2-40B4-BE49-F238E27FC236}">
                  <a16:creationId xmlns:a16="http://schemas.microsoft.com/office/drawing/2014/main" id="{9CF157EA-76C6-1D1C-2658-4273AF06A2CB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D88F58A6-B8B9-CA00-2C3B-53E19F240F7D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CAEAD784-097F-9947-6919-9511C092C58C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F51F8330-A929-C92A-E02E-D7AD9D4833F7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F8848134-B9C1-248C-5EE2-5C757A600CF7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cxnSp>
          <p:nvCxnSpPr>
            <p:cNvPr id="58" name="Gerader Verbinder 57">
              <a:extLst>
                <a:ext uri="{FF2B5EF4-FFF2-40B4-BE49-F238E27FC236}">
                  <a16:creationId xmlns:a16="http://schemas.microsoft.com/office/drawing/2014/main" id="{2E0E9AEC-BB68-89CC-4D9D-59278782EB13}"/>
                </a:ext>
              </a:extLst>
            </p:cNvPr>
            <p:cNvCxnSpPr>
              <a:stCxn id="50" idx="3"/>
              <a:endCxn id="50" idx="7"/>
            </p:cNvCxnSpPr>
            <p:nvPr/>
          </p:nvCxnSpPr>
          <p:spPr>
            <a:xfrm flipV="1">
              <a:off x="7670911" y="2049913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Gerader Verbinder 58">
              <a:extLst>
                <a:ext uri="{FF2B5EF4-FFF2-40B4-BE49-F238E27FC236}">
                  <a16:creationId xmlns:a16="http://schemas.microsoft.com/office/drawing/2014/main" id="{E3E59091-ED92-EBCE-7C5A-24A8B41F3EA6}"/>
                </a:ext>
              </a:extLst>
            </p:cNvPr>
            <p:cNvCxnSpPr>
              <a:cxnSpLocks/>
              <a:stCxn id="51" idx="1"/>
              <a:endCxn id="51" idx="5"/>
            </p:cNvCxnSpPr>
            <p:nvPr/>
          </p:nvCxnSpPr>
          <p:spPr>
            <a:xfrm>
              <a:off x="7670911" y="2226088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Gerader Verbinder 59">
              <a:extLst>
                <a:ext uri="{FF2B5EF4-FFF2-40B4-BE49-F238E27FC236}">
                  <a16:creationId xmlns:a16="http://schemas.microsoft.com/office/drawing/2014/main" id="{E1F88098-5703-BC98-C493-138FC0DC401A}"/>
                </a:ext>
              </a:extLst>
            </p:cNvPr>
            <p:cNvCxnSpPr>
              <a:cxnSpLocks/>
              <a:stCxn id="52" idx="2"/>
              <a:endCxn id="52" idx="6"/>
            </p:cNvCxnSpPr>
            <p:nvPr/>
          </p:nvCxnSpPr>
          <p:spPr>
            <a:xfrm>
              <a:off x="7649823" y="2453175"/>
              <a:ext cx="144000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Gerader Verbinder 60">
              <a:extLst>
                <a:ext uri="{FF2B5EF4-FFF2-40B4-BE49-F238E27FC236}">
                  <a16:creationId xmlns:a16="http://schemas.microsoft.com/office/drawing/2014/main" id="{CD32E7EC-43E9-DFE0-33F7-540E0020ADD6}"/>
                </a:ext>
              </a:extLst>
            </p:cNvPr>
            <p:cNvCxnSpPr>
              <a:cxnSpLocks/>
              <a:stCxn id="53" idx="4"/>
              <a:endCxn id="53" idx="0"/>
            </p:cNvCxnSpPr>
            <p:nvPr/>
          </p:nvCxnSpPr>
          <p:spPr>
            <a:xfrm flipV="1">
              <a:off x="7721823" y="2565000"/>
              <a:ext cx="0" cy="14400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2" name="Ellipse 111">
            <a:extLst>
              <a:ext uri="{FF2B5EF4-FFF2-40B4-BE49-F238E27FC236}">
                <a16:creationId xmlns:a16="http://schemas.microsoft.com/office/drawing/2014/main" id="{833A6775-CE5D-80E3-2AEC-88B87B03D64D}"/>
              </a:ext>
            </a:extLst>
          </p:cNvPr>
          <p:cNvSpPr/>
          <p:nvPr/>
        </p:nvSpPr>
        <p:spPr>
          <a:xfrm>
            <a:off x="2397285" y="1132047"/>
            <a:ext cx="180000" cy="18000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4" name="Ellipse 113">
            <a:extLst>
              <a:ext uri="{FF2B5EF4-FFF2-40B4-BE49-F238E27FC236}">
                <a16:creationId xmlns:a16="http://schemas.microsoft.com/office/drawing/2014/main" id="{ACCC639E-9785-C59E-DAC0-9B612AA20FF3}"/>
              </a:ext>
            </a:extLst>
          </p:cNvPr>
          <p:cNvSpPr/>
          <p:nvPr/>
        </p:nvSpPr>
        <p:spPr>
          <a:xfrm>
            <a:off x="1806240" y="1042047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5" name="Ellipse 114">
            <a:extLst>
              <a:ext uri="{FF2B5EF4-FFF2-40B4-BE49-F238E27FC236}">
                <a16:creationId xmlns:a16="http://schemas.microsoft.com/office/drawing/2014/main" id="{8F368100-F3CE-12BD-834A-08F42B501152}"/>
              </a:ext>
            </a:extLst>
          </p:cNvPr>
          <p:cNvSpPr/>
          <p:nvPr/>
        </p:nvSpPr>
        <p:spPr>
          <a:xfrm>
            <a:off x="2808330" y="1054606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26" name="Gruppieren 125">
            <a:extLst>
              <a:ext uri="{FF2B5EF4-FFF2-40B4-BE49-F238E27FC236}">
                <a16:creationId xmlns:a16="http://schemas.microsoft.com/office/drawing/2014/main" id="{79643092-8918-5006-EC48-4278B900E0DB}"/>
              </a:ext>
            </a:extLst>
          </p:cNvPr>
          <p:cNvGrpSpPr/>
          <p:nvPr/>
        </p:nvGrpSpPr>
        <p:grpSpPr>
          <a:xfrm>
            <a:off x="1666283" y="2098802"/>
            <a:ext cx="720000" cy="180000"/>
            <a:chOff x="7869855" y="3395684"/>
            <a:chExt cx="720000" cy="180000"/>
          </a:xfrm>
        </p:grpSpPr>
        <p:sp>
          <p:nvSpPr>
            <p:cNvPr id="116" name="Rechteck 115">
              <a:extLst>
                <a:ext uri="{FF2B5EF4-FFF2-40B4-BE49-F238E27FC236}">
                  <a16:creationId xmlns:a16="http://schemas.microsoft.com/office/drawing/2014/main" id="{0894489D-0385-0A3C-356B-ADD9FEF20139}"/>
                </a:ext>
              </a:extLst>
            </p:cNvPr>
            <p:cNvSpPr/>
            <p:nvPr/>
          </p:nvSpPr>
          <p:spPr>
            <a:xfrm>
              <a:off x="7869855" y="3395684"/>
              <a:ext cx="720000" cy="18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7" name="Rechteck 116">
              <a:extLst>
                <a:ext uri="{FF2B5EF4-FFF2-40B4-BE49-F238E27FC236}">
                  <a16:creationId xmlns:a16="http://schemas.microsoft.com/office/drawing/2014/main" id="{65BA4F92-613F-1121-90D3-34CA39D7836F}"/>
                </a:ext>
              </a:extLst>
            </p:cNvPr>
            <p:cNvSpPr/>
            <p:nvPr/>
          </p:nvSpPr>
          <p:spPr>
            <a:xfrm>
              <a:off x="7914640" y="3426589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8" name="Rechteck 117">
              <a:extLst>
                <a:ext uri="{FF2B5EF4-FFF2-40B4-BE49-F238E27FC236}">
                  <a16:creationId xmlns:a16="http://schemas.microsoft.com/office/drawing/2014/main" id="{01432C6E-A5DA-7166-4791-478252813FD0}"/>
                </a:ext>
              </a:extLst>
            </p:cNvPr>
            <p:cNvSpPr/>
            <p:nvPr/>
          </p:nvSpPr>
          <p:spPr>
            <a:xfrm>
              <a:off x="8094238" y="3426589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Rechteck 118">
              <a:extLst>
                <a:ext uri="{FF2B5EF4-FFF2-40B4-BE49-F238E27FC236}">
                  <a16:creationId xmlns:a16="http://schemas.microsoft.com/office/drawing/2014/main" id="{377EBB63-BB47-A94A-B169-D9DA5DBDFAD9}"/>
                </a:ext>
              </a:extLst>
            </p:cNvPr>
            <p:cNvSpPr/>
            <p:nvPr/>
          </p:nvSpPr>
          <p:spPr>
            <a:xfrm>
              <a:off x="8273836" y="3426589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Rechteck 119">
              <a:extLst>
                <a:ext uri="{FF2B5EF4-FFF2-40B4-BE49-F238E27FC236}">
                  <a16:creationId xmlns:a16="http://schemas.microsoft.com/office/drawing/2014/main" id="{87FD056A-5781-3FC1-9DFC-D0A215BBF813}"/>
                </a:ext>
              </a:extLst>
            </p:cNvPr>
            <p:cNvSpPr/>
            <p:nvPr/>
          </p:nvSpPr>
          <p:spPr>
            <a:xfrm>
              <a:off x="8453433" y="3431244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32" name="Gruppieren 131">
            <a:extLst>
              <a:ext uri="{FF2B5EF4-FFF2-40B4-BE49-F238E27FC236}">
                <a16:creationId xmlns:a16="http://schemas.microsoft.com/office/drawing/2014/main" id="{DC70CC8E-FEE6-732F-8B47-1893C2A668B8}"/>
              </a:ext>
            </a:extLst>
          </p:cNvPr>
          <p:cNvGrpSpPr/>
          <p:nvPr/>
        </p:nvGrpSpPr>
        <p:grpSpPr>
          <a:xfrm rot="16200000">
            <a:off x="2161429" y="2441815"/>
            <a:ext cx="359745" cy="180000"/>
            <a:chOff x="7869855" y="3898992"/>
            <a:chExt cx="359745" cy="180000"/>
          </a:xfrm>
        </p:grpSpPr>
        <p:sp>
          <p:nvSpPr>
            <p:cNvPr id="127" name="Rechteck 126">
              <a:extLst>
                <a:ext uri="{FF2B5EF4-FFF2-40B4-BE49-F238E27FC236}">
                  <a16:creationId xmlns:a16="http://schemas.microsoft.com/office/drawing/2014/main" id="{EDC4564B-078B-D054-974C-E1020DF9B42A}"/>
                </a:ext>
              </a:extLst>
            </p:cNvPr>
            <p:cNvSpPr/>
            <p:nvPr/>
          </p:nvSpPr>
          <p:spPr>
            <a:xfrm>
              <a:off x="7869855" y="3898992"/>
              <a:ext cx="359745" cy="18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8" name="Rechteck 127">
              <a:extLst>
                <a:ext uri="{FF2B5EF4-FFF2-40B4-BE49-F238E27FC236}">
                  <a16:creationId xmlns:a16="http://schemas.microsoft.com/office/drawing/2014/main" id="{E7E785E0-7C89-CE84-187B-87A7EE505B3C}"/>
                </a:ext>
              </a:extLst>
            </p:cNvPr>
            <p:cNvSpPr/>
            <p:nvPr/>
          </p:nvSpPr>
          <p:spPr>
            <a:xfrm>
              <a:off x="7914640" y="3929897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9" name="Rechteck 128">
              <a:extLst>
                <a:ext uri="{FF2B5EF4-FFF2-40B4-BE49-F238E27FC236}">
                  <a16:creationId xmlns:a16="http://schemas.microsoft.com/office/drawing/2014/main" id="{B712E251-E530-F47B-F705-35AEF83F494E}"/>
                </a:ext>
              </a:extLst>
            </p:cNvPr>
            <p:cNvSpPr/>
            <p:nvPr/>
          </p:nvSpPr>
          <p:spPr>
            <a:xfrm>
              <a:off x="8094238" y="3929897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139" name="Gruppieren 138">
            <a:extLst>
              <a:ext uri="{FF2B5EF4-FFF2-40B4-BE49-F238E27FC236}">
                <a16:creationId xmlns:a16="http://schemas.microsoft.com/office/drawing/2014/main" id="{0E949FDC-67CE-44F5-0D65-75EA9013F75C}"/>
              </a:ext>
            </a:extLst>
          </p:cNvPr>
          <p:cNvGrpSpPr/>
          <p:nvPr/>
        </p:nvGrpSpPr>
        <p:grpSpPr>
          <a:xfrm>
            <a:off x="1666283" y="2353047"/>
            <a:ext cx="547705" cy="358075"/>
            <a:chOff x="7869855" y="3649929"/>
            <a:chExt cx="547705" cy="358075"/>
          </a:xfrm>
        </p:grpSpPr>
        <p:grpSp>
          <p:nvGrpSpPr>
            <p:cNvPr id="133" name="Gruppieren 132">
              <a:extLst>
                <a:ext uri="{FF2B5EF4-FFF2-40B4-BE49-F238E27FC236}">
                  <a16:creationId xmlns:a16="http://schemas.microsoft.com/office/drawing/2014/main" id="{40AD83C4-3B3D-4126-EEA6-ECE1F0803A81}"/>
                </a:ext>
              </a:extLst>
            </p:cNvPr>
            <p:cNvGrpSpPr/>
            <p:nvPr/>
          </p:nvGrpSpPr>
          <p:grpSpPr>
            <a:xfrm>
              <a:off x="7869855" y="3649929"/>
              <a:ext cx="547705" cy="180000"/>
              <a:chOff x="7869855" y="3649929"/>
              <a:chExt cx="547705" cy="180000"/>
            </a:xfrm>
          </p:grpSpPr>
          <p:sp>
            <p:nvSpPr>
              <p:cNvPr id="121" name="Rechteck 120">
                <a:extLst>
                  <a:ext uri="{FF2B5EF4-FFF2-40B4-BE49-F238E27FC236}">
                    <a16:creationId xmlns:a16="http://schemas.microsoft.com/office/drawing/2014/main" id="{504544C4-9673-E989-1C20-8435A706FF69}"/>
                  </a:ext>
                </a:extLst>
              </p:cNvPr>
              <p:cNvSpPr/>
              <p:nvPr/>
            </p:nvSpPr>
            <p:spPr>
              <a:xfrm>
                <a:off x="7869855" y="3649929"/>
                <a:ext cx="547705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2" name="Rechteck 121">
                <a:extLst>
                  <a:ext uri="{FF2B5EF4-FFF2-40B4-BE49-F238E27FC236}">
                    <a16:creationId xmlns:a16="http://schemas.microsoft.com/office/drawing/2014/main" id="{CB742313-B210-F881-FA26-E929D3ACB327}"/>
                  </a:ext>
                </a:extLst>
              </p:cNvPr>
              <p:cNvSpPr/>
              <p:nvPr/>
            </p:nvSpPr>
            <p:spPr>
              <a:xfrm>
                <a:off x="7914640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3" name="Rechteck 122">
                <a:extLst>
                  <a:ext uri="{FF2B5EF4-FFF2-40B4-BE49-F238E27FC236}">
                    <a16:creationId xmlns:a16="http://schemas.microsoft.com/office/drawing/2014/main" id="{A47340F1-C34A-B8CF-B6AF-E6F77338F4DB}"/>
                  </a:ext>
                </a:extLst>
              </p:cNvPr>
              <p:cNvSpPr/>
              <p:nvPr/>
            </p:nvSpPr>
            <p:spPr>
              <a:xfrm>
                <a:off x="8094238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8F4E2066-0C9D-F7C8-CAF1-E2D680B22187}"/>
                  </a:ext>
                </a:extLst>
              </p:cNvPr>
              <p:cNvSpPr/>
              <p:nvPr/>
            </p:nvSpPr>
            <p:spPr>
              <a:xfrm>
                <a:off x="8273836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34" name="Gruppieren 133">
              <a:extLst>
                <a:ext uri="{FF2B5EF4-FFF2-40B4-BE49-F238E27FC236}">
                  <a16:creationId xmlns:a16="http://schemas.microsoft.com/office/drawing/2014/main" id="{CA13E01E-8063-0FAF-EF10-D92B68A53835}"/>
                </a:ext>
              </a:extLst>
            </p:cNvPr>
            <p:cNvGrpSpPr/>
            <p:nvPr/>
          </p:nvGrpSpPr>
          <p:grpSpPr>
            <a:xfrm>
              <a:off x="7869855" y="3828004"/>
              <a:ext cx="547705" cy="180000"/>
              <a:chOff x="7869855" y="3649929"/>
              <a:chExt cx="547705" cy="180000"/>
            </a:xfrm>
          </p:grpSpPr>
          <p:sp>
            <p:nvSpPr>
              <p:cNvPr id="135" name="Rechteck 134">
                <a:extLst>
                  <a:ext uri="{FF2B5EF4-FFF2-40B4-BE49-F238E27FC236}">
                    <a16:creationId xmlns:a16="http://schemas.microsoft.com/office/drawing/2014/main" id="{F9F50CAC-03D2-12F7-54F1-9AEDC816FA01}"/>
                  </a:ext>
                </a:extLst>
              </p:cNvPr>
              <p:cNvSpPr/>
              <p:nvPr/>
            </p:nvSpPr>
            <p:spPr>
              <a:xfrm>
                <a:off x="7869855" y="3649929"/>
                <a:ext cx="547705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6" name="Rechteck 135">
                <a:extLst>
                  <a:ext uri="{FF2B5EF4-FFF2-40B4-BE49-F238E27FC236}">
                    <a16:creationId xmlns:a16="http://schemas.microsoft.com/office/drawing/2014/main" id="{B36037E6-60F7-8494-6FF6-BD2323D1323B}"/>
                  </a:ext>
                </a:extLst>
              </p:cNvPr>
              <p:cNvSpPr/>
              <p:nvPr/>
            </p:nvSpPr>
            <p:spPr>
              <a:xfrm>
                <a:off x="7914640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534D9772-DB48-861C-27F8-4B8A9E15FD1C}"/>
                  </a:ext>
                </a:extLst>
              </p:cNvPr>
              <p:cNvSpPr/>
              <p:nvPr/>
            </p:nvSpPr>
            <p:spPr>
              <a:xfrm>
                <a:off x="8094238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8" name="Rechteck 137">
                <a:extLst>
                  <a:ext uri="{FF2B5EF4-FFF2-40B4-BE49-F238E27FC236}">
                    <a16:creationId xmlns:a16="http://schemas.microsoft.com/office/drawing/2014/main" id="{6AF84B9B-1F79-D777-D031-8633D0D519E6}"/>
                  </a:ext>
                </a:extLst>
              </p:cNvPr>
              <p:cNvSpPr/>
              <p:nvPr/>
            </p:nvSpPr>
            <p:spPr>
              <a:xfrm>
                <a:off x="8273836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sp>
        <p:nvSpPr>
          <p:cNvPr id="140" name="Textfeld 139">
            <a:extLst>
              <a:ext uri="{FF2B5EF4-FFF2-40B4-BE49-F238E27FC236}">
                <a16:creationId xmlns:a16="http://schemas.microsoft.com/office/drawing/2014/main" id="{6BBB8CCB-625A-366A-D58D-6B47064D937B}"/>
              </a:ext>
            </a:extLst>
          </p:cNvPr>
          <p:cNvSpPr txBox="1"/>
          <p:nvPr/>
        </p:nvSpPr>
        <p:spPr>
          <a:xfrm>
            <a:off x="3810420" y="1026073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A1</a:t>
            </a:r>
          </a:p>
        </p:txBody>
      </p:sp>
      <p:sp>
        <p:nvSpPr>
          <p:cNvPr id="141" name="Textfeld 140">
            <a:extLst>
              <a:ext uri="{FF2B5EF4-FFF2-40B4-BE49-F238E27FC236}">
                <a16:creationId xmlns:a16="http://schemas.microsoft.com/office/drawing/2014/main" id="{8E08BF14-0BC7-E6BA-A636-8F951638E6D6}"/>
              </a:ext>
            </a:extLst>
          </p:cNvPr>
          <p:cNvSpPr txBox="1"/>
          <p:nvPr/>
        </p:nvSpPr>
        <p:spPr>
          <a:xfrm>
            <a:off x="3805348" y="1202801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142" name="Textfeld 141">
            <a:extLst>
              <a:ext uri="{FF2B5EF4-FFF2-40B4-BE49-F238E27FC236}">
                <a16:creationId xmlns:a16="http://schemas.microsoft.com/office/drawing/2014/main" id="{A561D22D-580E-0CD7-A0C4-6E79D295F9EF}"/>
              </a:ext>
            </a:extLst>
          </p:cNvPr>
          <p:cNvSpPr txBox="1"/>
          <p:nvPr/>
        </p:nvSpPr>
        <p:spPr>
          <a:xfrm>
            <a:off x="3807792" y="1379257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A2</a:t>
            </a:r>
          </a:p>
        </p:txBody>
      </p:sp>
      <p:sp>
        <p:nvSpPr>
          <p:cNvPr id="143" name="Textfeld 142">
            <a:extLst>
              <a:ext uri="{FF2B5EF4-FFF2-40B4-BE49-F238E27FC236}">
                <a16:creationId xmlns:a16="http://schemas.microsoft.com/office/drawing/2014/main" id="{0BFD2E69-C0E4-1234-88AD-8CD4F2287EE2}"/>
              </a:ext>
            </a:extLst>
          </p:cNvPr>
          <p:cNvSpPr txBox="1"/>
          <p:nvPr/>
        </p:nvSpPr>
        <p:spPr>
          <a:xfrm>
            <a:off x="3802720" y="1562081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144" name="Textfeld 143">
            <a:extLst>
              <a:ext uri="{FF2B5EF4-FFF2-40B4-BE49-F238E27FC236}">
                <a16:creationId xmlns:a16="http://schemas.microsoft.com/office/drawing/2014/main" id="{D4B03DE8-141A-9615-0F79-9A5973740465}"/>
              </a:ext>
            </a:extLst>
          </p:cNvPr>
          <p:cNvSpPr txBox="1"/>
          <p:nvPr/>
        </p:nvSpPr>
        <p:spPr>
          <a:xfrm>
            <a:off x="3830889" y="1836296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A3</a:t>
            </a:r>
          </a:p>
        </p:txBody>
      </p:sp>
      <p:sp>
        <p:nvSpPr>
          <p:cNvPr id="145" name="Textfeld 144">
            <a:extLst>
              <a:ext uri="{FF2B5EF4-FFF2-40B4-BE49-F238E27FC236}">
                <a16:creationId xmlns:a16="http://schemas.microsoft.com/office/drawing/2014/main" id="{C3F586E1-CD0A-707C-AE8A-4412C41F1AD6}"/>
              </a:ext>
            </a:extLst>
          </p:cNvPr>
          <p:cNvSpPr txBox="1"/>
          <p:nvPr/>
        </p:nvSpPr>
        <p:spPr>
          <a:xfrm>
            <a:off x="3825817" y="201302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146" name="Textfeld 145">
            <a:extLst>
              <a:ext uri="{FF2B5EF4-FFF2-40B4-BE49-F238E27FC236}">
                <a16:creationId xmlns:a16="http://schemas.microsoft.com/office/drawing/2014/main" id="{A44F4FD8-128E-7065-889B-B252DE1000D9}"/>
              </a:ext>
            </a:extLst>
          </p:cNvPr>
          <p:cNvSpPr txBox="1"/>
          <p:nvPr/>
        </p:nvSpPr>
        <p:spPr>
          <a:xfrm>
            <a:off x="3828261" y="2189480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A4</a:t>
            </a:r>
          </a:p>
        </p:txBody>
      </p:sp>
      <p:sp>
        <p:nvSpPr>
          <p:cNvPr id="147" name="Textfeld 146">
            <a:extLst>
              <a:ext uri="{FF2B5EF4-FFF2-40B4-BE49-F238E27FC236}">
                <a16:creationId xmlns:a16="http://schemas.microsoft.com/office/drawing/2014/main" id="{3083F243-377C-B592-CFAD-CBEA9B096492}"/>
              </a:ext>
            </a:extLst>
          </p:cNvPr>
          <p:cNvSpPr txBox="1"/>
          <p:nvPr/>
        </p:nvSpPr>
        <p:spPr>
          <a:xfrm>
            <a:off x="3823189" y="2372304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148" name="Textfeld 147">
            <a:extLst>
              <a:ext uri="{FF2B5EF4-FFF2-40B4-BE49-F238E27FC236}">
                <a16:creationId xmlns:a16="http://schemas.microsoft.com/office/drawing/2014/main" id="{A0939A82-A0E5-E2C0-22F2-4E5ED379952A}"/>
              </a:ext>
            </a:extLst>
          </p:cNvPr>
          <p:cNvSpPr txBox="1"/>
          <p:nvPr/>
        </p:nvSpPr>
        <p:spPr>
          <a:xfrm>
            <a:off x="3829473" y="2625649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A5</a:t>
            </a:r>
          </a:p>
        </p:txBody>
      </p:sp>
      <p:sp>
        <p:nvSpPr>
          <p:cNvPr id="149" name="Textfeld 148">
            <a:extLst>
              <a:ext uri="{FF2B5EF4-FFF2-40B4-BE49-F238E27FC236}">
                <a16:creationId xmlns:a16="http://schemas.microsoft.com/office/drawing/2014/main" id="{89829779-A38A-6B3A-C708-3722E58E4200}"/>
              </a:ext>
            </a:extLst>
          </p:cNvPr>
          <p:cNvSpPr txBox="1"/>
          <p:nvPr/>
        </p:nvSpPr>
        <p:spPr>
          <a:xfrm>
            <a:off x="3824401" y="280237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150" name="Textfeld 149">
            <a:extLst>
              <a:ext uri="{FF2B5EF4-FFF2-40B4-BE49-F238E27FC236}">
                <a16:creationId xmlns:a16="http://schemas.microsoft.com/office/drawing/2014/main" id="{11740751-9AA9-DC41-0C3B-26F4BA505949}"/>
              </a:ext>
            </a:extLst>
          </p:cNvPr>
          <p:cNvSpPr txBox="1"/>
          <p:nvPr/>
        </p:nvSpPr>
        <p:spPr>
          <a:xfrm>
            <a:off x="3826845" y="2978833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A6</a:t>
            </a:r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3D4870AF-1A87-D94E-E9CA-CA23671BC974}"/>
              </a:ext>
            </a:extLst>
          </p:cNvPr>
          <p:cNvSpPr txBox="1"/>
          <p:nvPr/>
        </p:nvSpPr>
        <p:spPr>
          <a:xfrm>
            <a:off x="3821773" y="3161657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152" name="Textfeld 151">
            <a:extLst>
              <a:ext uri="{FF2B5EF4-FFF2-40B4-BE49-F238E27FC236}">
                <a16:creationId xmlns:a16="http://schemas.microsoft.com/office/drawing/2014/main" id="{B67DA07C-1899-9A4A-45E7-02401A6523C3}"/>
              </a:ext>
            </a:extLst>
          </p:cNvPr>
          <p:cNvSpPr txBox="1"/>
          <p:nvPr/>
        </p:nvSpPr>
        <p:spPr>
          <a:xfrm>
            <a:off x="765073" y="1026203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M1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634753D6-A05C-A1F4-5B50-580B93978315}"/>
              </a:ext>
            </a:extLst>
          </p:cNvPr>
          <p:cNvSpPr txBox="1"/>
          <p:nvPr/>
        </p:nvSpPr>
        <p:spPr>
          <a:xfrm>
            <a:off x="765073" y="1202931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M1</a:t>
            </a:r>
          </a:p>
        </p:txBody>
      </p:sp>
      <p:sp>
        <p:nvSpPr>
          <p:cNvPr id="154" name="Textfeld 153">
            <a:extLst>
              <a:ext uri="{FF2B5EF4-FFF2-40B4-BE49-F238E27FC236}">
                <a16:creationId xmlns:a16="http://schemas.microsoft.com/office/drawing/2014/main" id="{8E58F49A-712B-7270-FCC3-BE45A57A9293}"/>
              </a:ext>
            </a:extLst>
          </p:cNvPr>
          <p:cNvSpPr txBox="1"/>
          <p:nvPr/>
        </p:nvSpPr>
        <p:spPr>
          <a:xfrm>
            <a:off x="765073" y="1379387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M2</a:t>
            </a:r>
          </a:p>
        </p:txBody>
      </p:sp>
      <p:sp>
        <p:nvSpPr>
          <p:cNvPr id="155" name="Textfeld 154">
            <a:extLst>
              <a:ext uri="{FF2B5EF4-FFF2-40B4-BE49-F238E27FC236}">
                <a16:creationId xmlns:a16="http://schemas.microsoft.com/office/drawing/2014/main" id="{6F001172-A34D-FEC0-1B0B-F1BED816BAD0}"/>
              </a:ext>
            </a:extLst>
          </p:cNvPr>
          <p:cNvSpPr txBox="1"/>
          <p:nvPr/>
        </p:nvSpPr>
        <p:spPr>
          <a:xfrm>
            <a:off x="765073" y="1562211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M2</a:t>
            </a:r>
          </a:p>
        </p:txBody>
      </p:sp>
      <p:sp>
        <p:nvSpPr>
          <p:cNvPr id="156" name="Textfeld 155">
            <a:extLst>
              <a:ext uri="{FF2B5EF4-FFF2-40B4-BE49-F238E27FC236}">
                <a16:creationId xmlns:a16="http://schemas.microsoft.com/office/drawing/2014/main" id="{153C1843-AB7E-C50B-5AAE-834ED31052D7}"/>
              </a:ext>
            </a:extLst>
          </p:cNvPr>
          <p:cNvSpPr txBox="1"/>
          <p:nvPr/>
        </p:nvSpPr>
        <p:spPr>
          <a:xfrm>
            <a:off x="502682" y="2199710"/>
            <a:ext cx="655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RS485B</a:t>
            </a:r>
          </a:p>
        </p:txBody>
      </p:sp>
      <p:sp>
        <p:nvSpPr>
          <p:cNvPr id="157" name="Textfeld 156">
            <a:extLst>
              <a:ext uri="{FF2B5EF4-FFF2-40B4-BE49-F238E27FC236}">
                <a16:creationId xmlns:a16="http://schemas.microsoft.com/office/drawing/2014/main" id="{C58D434B-F6D6-AEF1-CDAF-48CDB4FE1F6B}"/>
              </a:ext>
            </a:extLst>
          </p:cNvPr>
          <p:cNvSpPr txBox="1"/>
          <p:nvPr/>
        </p:nvSpPr>
        <p:spPr>
          <a:xfrm>
            <a:off x="496270" y="2376438"/>
            <a:ext cx="661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RS485A</a:t>
            </a:r>
          </a:p>
        </p:txBody>
      </p:sp>
      <p:sp>
        <p:nvSpPr>
          <p:cNvPr id="158" name="Textfeld 157">
            <a:extLst>
              <a:ext uri="{FF2B5EF4-FFF2-40B4-BE49-F238E27FC236}">
                <a16:creationId xmlns:a16="http://schemas.microsoft.com/office/drawing/2014/main" id="{CD7A855B-5E69-E47F-B131-27101A7ADB0A}"/>
              </a:ext>
            </a:extLst>
          </p:cNvPr>
          <p:cNvSpPr txBox="1"/>
          <p:nvPr/>
        </p:nvSpPr>
        <p:spPr>
          <a:xfrm>
            <a:off x="502682" y="2552894"/>
            <a:ext cx="65550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RS485B</a:t>
            </a:r>
          </a:p>
        </p:txBody>
      </p:sp>
      <p:sp>
        <p:nvSpPr>
          <p:cNvPr id="159" name="Textfeld 158">
            <a:extLst>
              <a:ext uri="{FF2B5EF4-FFF2-40B4-BE49-F238E27FC236}">
                <a16:creationId xmlns:a16="http://schemas.microsoft.com/office/drawing/2014/main" id="{F240D28C-7E67-8BD9-A435-CD4CD4CB5F74}"/>
              </a:ext>
            </a:extLst>
          </p:cNvPr>
          <p:cNvSpPr txBox="1"/>
          <p:nvPr/>
        </p:nvSpPr>
        <p:spPr>
          <a:xfrm>
            <a:off x="496270" y="2735718"/>
            <a:ext cx="661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RS485A</a:t>
            </a:r>
          </a:p>
        </p:txBody>
      </p:sp>
      <p:sp>
        <p:nvSpPr>
          <p:cNvPr id="160" name="Textfeld 159">
            <a:extLst>
              <a:ext uri="{FF2B5EF4-FFF2-40B4-BE49-F238E27FC236}">
                <a16:creationId xmlns:a16="http://schemas.microsoft.com/office/drawing/2014/main" id="{EB76D5F1-51E9-6B88-19C1-E354670F632E}"/>
              </a:ext>
            </a:extLst>
          </p:cNvPr>
          <p:cNvSpPr txBox="1"/>
          <p:nvPr/>
        </p:nvSpPr>
        <p:spPr>
          <a:xfrm>
            <a:off x="745890" y="1782037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LED</a:t>
            </a:r>
          </a:p>
        </p:txBody>
      </p:sp>
      <p:sp>
        <p:nvSpPr>
          <p:cNvPr id="161" name="Textfeld 160">
            <a:extLst>
              <a:ext uri="{FF2B5EF4-FFF2-40B4-BE49-F238E27FC236}">
                <a16:creationId xmlns:a16="http://schemas.microsoft.com/office/drawing/2014/main" id="{638BBBC3-E9E5-115C-F079-AA99FB22845B}"/>
              </a:ext>
            </a:extLst>
          </p:cNvPr>
          <p:cNvSpPr txBox="1"/>
          <p:nvPr/>
        </p:nvSpPr>
        <p:spPr>
          <a:xfrm>
            <a:off x="688181" y="1964861"/>
            <a:ext cx="476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GND</a:t>
            </a:r>
          </a:p>
        </p:txBody>
      </p:sp>
      <p:sp>
        <p:nvSpPr>
          <p:cNvPr id="162" name="Textfeld 161">
            <a:extLst>
              <a:ext uri="{FF2B5EF4-FFF2-40B4-BE49-F238E27FC236}">
                <a16:creationId xmlns:a16="http://schemas.microsoft.com/office/drawing/2014/main" id="{0E23CA02-1857-593F-F550-F18D6E35167E}"/>
              </a:ext>
            </a:extLst>
          </p:cNvPr>
          <p:cNvSpPr txBox="1"/>
          <p:nvPr/>
        </p:nvSpPr>
        <p:spPr>
          <a:xfrm>
            <a:off x="674744" y="2952708"/>
            <a:ext cx="476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GND</a:t>
            </a:r>
          </a:p>
        </p:txBody>
      </p:sp>
      <p:sp>
        <p:nvSpPr>
          <p:cNvPr id="163" name="Textfeld 162">
            <a:extLst>
              <a:ext uri="{FF2B5EF4-FFF2-40B4-BE49-F238E27FC236}">
                <a16:creationId xmlns:a16="http://schemas.microsoft.com/office/drawing/2014/main" id="{7E582ED5-9E95-56C4-2B6C-45E3D19B6E08}"/>
              </a:ext>
            </a:extLst>
          </p:cNvPr>
          <p:cNvSpPr txBox="1"/>
          <p:nvPr/>
        </p:nvSpPr>
        <p:spPr>
          <a:xfrm>
            <a:off x="801381" y="3135532"/>
            <a:ext cx="349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9V</a:t>
            </a:r>
          </a:p>
        </p:txBody>
      </p:sp>
      <p:sp>
        <p:nvSpPr>
          <p:cNvPr id="164" name="Textfeld 163">
            <a:extLst>
              <a:ext uri="{FF2B5EF4-FFF2-40B4-BE49-F238E27FC236}">
                <a16:creationId xmlns:a16="http://schemas.microsoft.com/office/drawing/2014/main" id="{B6D200FC-1AC8-4366-B59D-E38FC33AFC52}"/>
              </a:ext>
            </a:extLst>
          </p:cNvPr>
          <p:cNvSpPr txBox="1"/>
          <p:nvPr/>
        </p:nvSpPr>
        <p:spPr>
          <a:xfrm>
            <a:off x="2209477" y="884719"/>
            <a:ext cx="563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RESET</a:t>
            </a:r>
          </a:p>
        </p:txBody>
      </p:sp>
      <p:sp>
        <p:nvSpPr>
          <p:cNvPr id="165" name="Textfeld 164">
            <a:extLst>
              <a:ext uri="{FF2B5EF4-FFF2-40B4-BE49-F238E27FC236}">
                <a16:creationId xmlns:a16="http://schemas.microsoft.com/office/drawing/2014/main" id="{FCECB896-DA77-6FCE-738E-0F29DB47B0E1}"/>
              </a:ext>
            </a:extLst>
          </p:cNvPr>
          <p:cNvSpPr txBox="1"/>
          <p:nvPr/>
        </p:nvSpPr>
        <p:spPr>
          <a:xfrm>
            <a:off x="2742716" y="1095739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LED1</a:t>
            </a:r>
          </a:p>
        </p:txBody>
      </p:sp>
      <p:sp>
        <p:nvSpPr>
          <p:cNvPr id="166" name="Textfeld 165">
            <a:extLst>
              <a:ext uri="{FF2B5EF4-FFF2-40B4-BE49-F238E27FC236}">
                <a16:creationId xmlns:a16="http://schemas.microsoft.com/office/drawing/2014/main" id="{45CBD2D1-13CA-084D-E2BA-208D76771286}"/>
              </a:ext>
            </a:extLst>
          </p:cNvPr>
          <p:cNvSpPr txBox="1"/>
          <p:nvPr/>
        </p:nvSpPr>
        <p:spPr>
          <a:xfrm>
            <a:off x="1731314" y="1089253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LED2</a:t>
            </a:r>
          </a:p>
        </p:txBody>
      </p:sp>
      <p:sp>
        <p:nvSpPr>
          <p:cNvPr id="167" name="Textfeld 166">
            <a:extLst>
              <a:ext uri="{FF2B5EF4-FFF2-40B4-BE49-F238E27FC236}">
                <a16:creationId xmlns:a16="http://schemas.microsoft.com/office/drawing/2014/main" id="{23E92E9B-E03E-DEC8-A996-F6157D76DC96}"/>
              </a:ext>
            </a:extLst>
          </p:cNvPr>
          <p:cNvSpPr txBox="1"/>
          <p:nvPr/>
        </p:nvSpPr>
        <p:spPr>
          <a:xfrm>
            <a:off x="1639241" y="1865086"/>
            <a:ext cx="792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Extension</a:t>
            </a:r>
          </a:p>
        </p:txBody>
      </p:sp>
      <p:sp>
        <p:nvSpPr>
          <p:cNvPr id="168" name="Textfeld 167">
            <a:extLst>
              <a:ext uri="{FF2B5EF4-FFF2-40B4-BE49-F238E27FC236}">
                <a16:creationId xmlns:a16="http://schemas.microsoft.com/office/drawing/2014/main" id="{5329A86F-7736-2CBB-CC5E-7D0CDD26F7CD}"/>
              </a:ext>
            </a:extLst>
          </p:cNvPr>
          <p:cNvSpPr txBox="1"/>
          <p:nvPr/>
        </p:nvSpPr>
        <p:spPr>
          <a:xfrm>
            <a:off x="1678888" y="2660152"/>
            <a:ext cx="535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Servo</a:t>
            </a:r>
          </a:p>
        </p:txBody>
      </p:sp>
      <p:sp>
        <p:nvSpPr>
          <p:cNvPr id="169" name="Textfeld 168">
            <a:extLst>
              <a:ext uri="{FF2B5EF4-FFF2-40B4-BE49-F238E27FC236}">
                <a16:creationId xmlns:a16="http://schemas.microsoft.com/office/drawing/2014/main" id="{40AFA545-DA92-BE4F-A787-7ED5C0AC470A}"/>
              </a:ext>
            </a:extLst>
          </p:cNvPr>
          <p:cNvSpPr txBox="1"/>
          <p:nvPr/>
        </p:nvSpPr>
        <p:spPr>
          <a:xfrm rot="16200000">
            <a:off x="2224041" y="2397052"/>
            <a:ext cx="572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RS485</a:t>
            </a:r>
          </a:p>
        </p:txBody>
      </p:sp>
      <p:sp>
        <p:nvSpPr>
          <p:cNvPr id="170" name="Rechteck: abgerundete Ecken 169">
            <a:extLst>
              <a:ext uri="{FF2B5EF4-FFF2-40B4-BE49-F238E27FC236}">
                <a16:creationId xmlns:a16="http://schemas.microsoft.com/office/drawing/2014/main" id="{4ED44287-F7CB-7F43-7983-256B4B50EB6F}"/>
              </a:ext>
            </a:extLst>
          </p:cNvPr>
          <p:cNvSpPr/>
          <p:nvPr/>
        </p:nvSpPr>
        <p:spPr>
          <a:xfrm>
            <a:off x="3210230" y="1633833"/>
            <a:ext cx="90000" cy="162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1" name="Rechteck: abgerundete Ecken 170">
            <a:extLst>
              <a:ext uri="{FF2B5EF4-FFF2-40B4-BE49-F238E27FC236}">
                <a16:creationId xmlns:a16="http://schemas.microsoft.com/office/drawing/2014/main" id="{6AA7A818-C2C8-3602-E35C-0F72A3277FC1}"/>
              </a:ext>
            </a:extLst>
          </p:cNvPr>
          <p:cNvSpPr/>
          <p:nvPr/>
        </p:nvSpPr>
        <p:spPr>
          <a:xfrm>
            <a:off x="3024886" y="1633833"/>
            <a:ext cx="90000" cy="162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2" name="Rechteck: abgerundete Ecken 171">
            <a:extLst>
              <a:ext uri="{FF2B5EF4-FFF2-40B4-BE49-F238E27FC236}">
                <a16:creationId xmlns:a16="http://schemas.microsoft.com/office/drawing/2014/main" id="{8244C7F8-5F41-4AF8-0E5C-9D2C569F6917}"/>
              </a:ext>
            </a:extLst>
          </p:cNvPr>
          <p:cNvSpPr/>
          <p:nvPr/>
        </p:nvSpPr>
        <p:spPr>
          <a:xfrm>
            <a:off x="2839541" y="1633833"/>
            <a:ext cx="90000" cy="162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3" name="Rechteck: abgerundete Ecken 172">
            <a:extLst>
              <a:ext uri="{FF2B5EF4-FFF2-40B4-BE49-F238E27FC236}">
                <a16:creationId xmlns:a16="http://schemas.microsoft.com/office/drawing/2014/main" id="{4FC4730F-BEBC-B974-3F32-800F85B32A21}"/>
              </a:ext>
            </a:extLst>
          </p:cNvPr>
          <p:cNvSpPr/>
          <p:nvPr/>
        </p:nvSpPr>
        <p:spPr>
          <a:xfrm>
            <a:off x="2654196" y="1636911"/>
            <a:ext cx="90000" cy="162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4" name="Textfeld 173">
            <a:extLst>
              <a:ext uri="{FF2B5EF4-FFF2-40B4-BE49-F238E27FC236}">
                <a16:creationId xmlns:a16="http://schemas.microsoft.com/office/drawing/2014/main" id="{77C1FCA8-842B-5AD5-BDC1-B4C2CAA850E3}"/>
              </a:ext>
            </a:extLst>
          </p:cNvPr>
          <p:cNvSpPr txBox="1"/>
          <p:nvPr/>
        </p:nvSpPr>
        <p:spPr>
          <a:xfrm>
            <a:off x="1678888" y="3513946"/>
            <a:ext cx="637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USB</a:t>
            </a:r>
          </a:p>
        </p:txBody>
      </p:sp>
      <p:grpSp>
        <p:nvGrpSpPr>
          <p:cNvPr id="220" name="Gruppieren 219">
            <a:extLst>
              <a:ext uri="{FF2B5EF4-FFF2-40B4-BE49-F238E27FC236}">
                <a16:creationId xmlns:a16="http://schemas.microsoft.com/office/drawing/2014/main" id="{207B281B-C4D8-3282-84DF-D30A05AA5555}"/>
              </a:ext>
            </a:extLst>
          </p:cNvPr>
          <p:cNvGrpSpPr/>
          <p:nvPr/>
        </p:nvGrpSpPr>
        <p:grpSpPr>
          <a:xfrm>
            <a:off x="1402724" y="4163850"/>
            <a:ext cx="843507" cy="617168"/>
            <a:chOff x="1402724" y="4163850"/>
            <a:chExt cx="843507" cy="617168"/>
          </a:xfrm>
        </p:grpSpPr>
        <p:grpSp>
          <p:nvGrpSpPr>
            <p:cNvPr id="175" name="Gruppieren 174">
              <a:extLst>
                <a:ext uri="{FF2B5EF4-FFF2-40B4-BE49-F238E27FC236}">
                  <a16:creationId xmlns:a16="http://schemas.microsoft.com/office/drawing/2014/main" id="{CCC79DA1-CB40-E2AE-E841-4769E48E1B06}"/>
                </a:ext>
              </a:extLst>
            </p:cNvPr>
            <p:cNvGrpSpPr/>
            <p:nvPr/>
          </p:nvGrpSpPr>
          <p:grpSpPr>
            <a:xfrm>
              <a:off x="1479908" y="4601018"/>
              <a:ext cx="720000" cy="180000"/>
              <a:chOff x="7869855" y="3395684"/>
              <a:chExt cx="720000" cy="180000"/>
            </a:xfrm>
          </p:grpSpPr>
          <p:sp>
            <p:nvSpPr>
              <p:cNvPr id="176" name="Rechteck 175">
                <a:extLst>
                  <a:ext uri="{FF2B5EF4-FFF2-40B4-BE49-F238E27FC236}">
                    <a16:creationId xmlns:a16="http://schemas.microsoft.com/office/drawing/2014/main" id="{20F527D0-BD70-6570-7EAB-508CFF44F7C0}"/>
                  </a:ext>
                </a:extLst>
              </p:cNvPr>
              <p:cNvSpPr/>
              <p:nvPr/>
            </p:nvSpPr>
            <p:spPr>
              <a:xfrm>
                <a:off x="7869855" y="3395684"/>
                <a:ext cx="720000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7" name="Rechteck 176">
                <a:extLst>
                  <a:ext uri="{FF2B5EF4-FFF2-40B4-BE49-F238E27FC236}">
                    <a16:creationId xmlns:a16="http://schemas.microsoft.com/office/drawing/2014/main" id="{285FBFBA-0F84-DC97-B3E9-DFB2B53E6FEB}"/>
                  </a:ext>
                </a:extLst>
              </p:cNvPr>
              <p:cNvSpPr/>
              <p:nvPr/>
            </p:nvSpPr>
            <p:spPr>
              <a:xfrm>
                <a:off x="7914640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8" name="Rechteck 177">
                <a:extLst>
                  <a:ext uri="{FF2B5EF4-FFF2-40B4-BE49-F238E27FC236}">
                    <a16:creationId xmlns:a16="http://schemas.microsoft.com/office/drawing/2014/main" id="{3C267524-2FD7-5626-9DDD-E5AD3ADAF2AA}"/>
                  </a:ext>
                </a:extLst>
              </p:cNvPr>
              <p:cNvSpPr/>
              <p:nvPr/>
            </p:nvSpPr>
            <p:spPr>
              <a:xfrm>
                <a:off x="8094238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79" name="Rechteck 178">
                <a:extLst>
                  <a:ext uri="{FF2B5EF4-FFF2-40B4-BE49-F238E27FC236}">
                    <a16:creationId xmlns:a16="http://schemas.microsoft.com/office/drawing/2014/main" id="{89984F60-B1CC-74E2-D573-243E99E48FFF}"/>
                  </a:ext>
                </a:extLst>
              </p:cNvPr>
              <p:cNvSpPr/>
              <p:nvPr/>
            </p:nvSpPr>
            <p:spPr>
              <a:xfrm>
                <a:off x="8273836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0" name="Rechteck 179">
                <a:extLst>
                  <a:ext uri="{FF2B5EF4-FFF2-40B4-BE49-F238E27FC236}">
                    <a16:creationId xmlns:a16="http://schemas.microsoft.com/office/drawing/2014/main" id="{5E0A36AD-1522-F2ED-A484-28DE838F6870}"/>
                  </a:ext>
                </a:extLst>
              </p:cNvPr>
              <p:cNvSpPr/>
              <p:nvPr/>
            </p:nvSpPr>
            <p:spPr>
              <a:xfrm>
                <a:off x="8453433" y="343124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81" name="Textfeld 180">
              <a:extLst>
                <a:ext uri="{FF2B5EF4-FFF2-40B4-BE49-F238E27FC236}">
                  <a16:creationId xmlns:a16="http://schemas.microsoft.com/office/drawing/2014/main" id="{4DB80D1A-A019-FD2E-D538-C0EFFCD17060}"/>
                </a:ext>
              </a:extLst>
            </p:cNvPr>
            <p:cNvSpPr txBox="1"/>
            <p:nvPr/>
          </p:nvSpPr>
          <p:spPr>
            <a:xfrm rot="16200000">
              <a:off x="1303018" y="4264876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182" name="Textfeld 181">
              <a:extLst>
                <a:ext uri="{FF2B5EF4-FFF2-40B4-BE49-F238E27FC236}">
                  <a16:creationId xmlns:a16="http://schemas.microsoft.com/office/drawing/2014/main" id="{2FBDFF53-EC63-A27C-98FE-A8021BC723E1}"/>
                </a:ext>
              </a:extLst>
            </p:cNvPr>
            <p:cNvSpPr txBox="1"/>
            <p:nvPr/>
          </p:nvSpPr>
          <p:spPr>
            <a:xfrm rot="16200000">
              <a:off x="1535048" y="4277067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SDC</a:t>
              </a:r>
            </a:p>
          </p:txBody>
        </p:sp>
        <p:sp>
          <p:nvSpPr>
            <p:cNvPr id="183" name="Textfeld 182">
              <a:extLst>
                <a:ext uri="{FF2B5EF4-FFF2-40B4-BE49-F238E27FC236}">
                  <a16:creationId xmlns:a16="http://schemas.microsoft.com/office/drawing/2014/main" id="{EF284EDF-2363-0657-C1C4-D37DCB877F00}"/>
                </a:ext>
              </a:extLst>
            </p:cNvPr>
            <p:cNvSpPr txBox="1"/>
            <p:nvPr/>
          </p:nvSpPr>
          <p:spPr>
            <a:xfrm rot="16200000">
              <a:off x="1704240" y="4270971"/>
              <a:ext cx="4372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SDA</a:t>
              </a:r>
            </a:p>
          </p:txBody>
        </p:sp>
        <p:sp>
          <p:nvSpPr>
            <p:cNvPr id="184" name="Textfeld 183">
              <a:extLst>
                <a:ext uri="{FF2B5EF4-FFF2-40B4-BE49-F238E27FC236}">
                  <a16:creationId xmlns:a16="http://schemas.microsoft.com/office/drawing/2014/main" id="{44ABE433-CB29-FE9B-5DF0-F78B97D56F44}"/>
                </a:ext>
              </a:extLst>
            </p:cNvPr>
            <p:cNvSpPr txBox="1"/>
            <p:nvPr/>
          </p:nvSpPr>
          <p:spPr>
            <a:xfrm rot="16200000">
              <a:off x="1874335" y="4258747"/>
              <a:ext cx="4667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3.3V</a:t>
              </a:r>
            </a:p>
          </p:txBody>
        </p:sp>
      </p:grpSp>
      <p:sp>
        <p:nvSpPr>
          <p:cNvPr id="185" name="Textfeld 184">
            <a:extLst>
              <a:ext uri="{FF2B5EF4-FFF2-40B4-BE49-F238E27FC236}">
                <a16:creationId xmlns:a16="http://schemas.microsoft.com/office/drawing/2014/main" id="{965468C7-C426-C599-C1AF-4E6DC1F91633}"/>
              </a:ext>
            </a:extLst>
          </p:cNvPr>
          <p:cNvSpPr txBox="1"/>
          <p:nvPr/>
        </p:nvSpPr>
        <p:spPr>
          <a:xfrm>
            <a:off x="723503" y="4548372"/>
            <a:ext cx="792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Extension</a:t>
            </a:r>
          </a:p>
        </p:txBody>
      </p:sp>
      <p:grpSp>
        <p:nvGrpSpPr>
          <p:cNvPr id="186" name="Gruppieren 185">
            <a:extLst>
              <a:ext uri="{FF2B5EF4-FFF2-40B4-BE49-F238E27FC236}">
                <a16:creationId xmlns:a16="http://schemas.microsoft.com/office/drawing/2014/main" id="{B244ACC6-A3B9-C83A-E99A-A0F486DEC436}"/>
              </a:ext>
            </a:extLst>
          </p:cNvPr>
          <p:cNvGrpSpPr/>
          <p:nvPr/>
        </p:nvGrpSpPr>
        <p:grpSpPr>
          <a:xfrm>
            <a:off x="2963796" y="4507833"/>
            <a:ext cx="547705" cy="358075"/>
            <a:chOff x="7869855" y="3649929"/>
            <a:chExt cx="547705" cy="358075"/>
          </a:xfrm>
        </p:grpSpPr>
        <p:grpSp>
          <p:nvGrpSpPr>
            <p:cNvPr id="187" name="Gruppieren 186">
              <a:extLst>
                <a:ext uri="{FF2B5EF4-FFF2-40B4-BE49-F238E27FC236}">
                  <a16:creationId xmlns:a16="http://schemas.microsoft.com/office/drawing/2014/main" id="{590DA674-432C-2FB5-EEB1-0CDD810271A1}"/>
                </a:ext>
              </a:extLst>
            </p:cNvPr>
            <p:cNvGrpSpPr/>
            <p:nvPr/>
          </p:nvGrpSpPr>
          <p:grpSpPr>
            <a:xfrm>
              <a:off x="7869855" y="3649929"/>
              <a:ext cx="547705" cy="180000"/>
              <a:chOff x="7869855" y="3649929"/>
              <a:chExt cx="547705" cy="180000"/>
            </a:xfrm>
          </p:grpSpPr>
          <p:sp>
            <p:nvSpPr>
              <p:cNvPr id="193" name="Rechteck 192">
                <a:extLst>
                  <a:ext uri="{FF2B5EF4-FFF2-40B4-BE49-F238E27FC236}">
                    <a16:creationId xmlns:a16="http://schemas.microsoft.com/office/drawing/2014/main" id="{C07A32FE-2EB8-EAFA-7740-5499C24ECC09}"/>
                  </a:ext>
                </a:extLst>
              </p:cNvPr>
              <p:cNvSpPr/>
              <p:nvPr/>
            </p:nvSpPr>
            <p:spPr>
              <a:xfrm>
                <a:off x="7869855" y="3649929"/>
                <a:ext cx="547705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4" name="Rechteck 193">
                <a:extLst>
                  <a:ext uri="{FF2B5EF4-FFF2-40B4-BE49-F238E27FC236}">
                    <a16:creationId xmlns:a16="http://schemas.microsoft.com/office/drawing/2014/main" id="{0C1969AF-C7DF-9387-E2B6-14C5EA9E91E6}"/>
                  </a:ext>
                </a:extLst>
              </p:cNvPr>
              <p:cNvSpPr/>
              <p:nvPr/>
            </p:nvSpPr>
            <p:spPr>
              <a:xfrm>
                <a:off x="7914640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A12EFE0C-EA7D-BD1D-8411-B7EA7B88EA1D}"/>
                  </a:ext>
                </a:extLst>
              </p:cNvPr>
              <p:cNvSpPr/>
              <p:nvPr/>
            </p:nvSpPr>
            <p:spPr>
              <a:xfrm>
                <a:off x="8094238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6" name="Rechteck 195">
                <a:extLst>
                  <a:ext uri="{FF2B5EF4-FFF2-40B4-BE49-F238E27FC236}">
                    <a16:creationId xmlns:a16="http://schemas.microsoft.com/office/drawing/2014/main" id="{38C6DE46-42DB-6DAD-FFB7-79EE835E2338}"/>
                  </a:ext>
                </a:extLst>
              </p:cNvPr>
              <p:cNvSpPr/>
              <p:nvPr/>
            </p:nvSpPr>
            <p:spPr>
              <a:xfrm>
                <a:off x="8273836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88" name="Gruppieren 187">
              <a:extLst>
                <a:ext uri="{FF2B5EF4-FFF2-40B4-BE49-F238E27FC236}">
                  <a16:creationId xmlns:a16="http://schemas.microsoft.com/office/drawing/2014/main" id="{50441451-0BCE-6083-1ADC-8CDB49D5304A}"/>
                </a:ext>
              </a:extLst>
            </p:cNvPr>
            <p:cNvGrpSpPr/>
            <p:nvPr/>
          </p:nvGrpSpPr>
          <p:grpSpPr>
            <a:xfrm>
              <a:off x="7869855" y="3828004"/>
              <a:ext cx="547705" cy="180000"/>
              <a:chOff x="7869855" y="3649929"/>
              <a:chExt cx="547705" cy="180000"/>
            </a:xfrm>
          </p:grpSpPr>
          <p:sp>
            <p:nvSpPr>
              <p:cNvPr id="189" name="Rechteck 188">
                <a:extLst>
                  <a:ext uri="{FF2B5EF4-FFF2-40B4-BE49-F238E27FC236}">
                    <a16:creationId xmlns:a16="http://schemas.microsoft.com/office/drawing/2014/main" id="{61AD5E62-36EE-D7D7-88B3-8BF3A485DEAA}"/>
                  </a:ext>
                </a:extLst>
              </p:cNvPr>
              <p:cNvSpPr/>
              <p:nvPr/>
            </p:nvSpPr>
            <p:spPr>
              <a:xfrm>
                <a:off x="7869855" y="3649929"/>
                <a:ext cx="547705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0" name="Rechteck 189">
                <a:extLst>
                  <a:ext uri="{FF2B5EF4-FFF2-40B4-BE49-F238E27FC236}">
                    <a16:creationId xmlns:a16="http://schemas.microsoft.com/office/drawing/2014/main" id="{F8B8A6E6-8141-7627-754A-2CCF60198095}"/>
                  </a:ext>
                </a:extLst>
              </p:cNvPr>
              <p:cNvSpPr/>
              <p:nvPr/>
            </p:nvSpPr>
            <p:spPr>
              <a:xfrm>
                <a:off x="7914640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1" name="Rechteck 190">
                <a:extLst>
                  <a:ext uri="{FF2B5EF4-FFF2-40B4-BE49-F238E27FC236}">
                    <a16:creationId xmlns:a16="http://schemas.microsoft.com/office/drawing/2014/main" id="{FD38090A-0DB5-AA2E-C178-A57E42FB1209}"/>
                  </a:ext>
                </a:extLst>
              </p:cNvPr>
              <p:cNvSpPr/>
              <p:nvPr/>
            </p:nvSpPr>
            <p:spPr>
              <a:xfrm>
                <a:off x="8094238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2" name="Rechteck 191">
                <a:extLst>
                  <a:ext uri="{FF2B5EF4-FFF2-40B4-BE49-F238E27FC236}">
                    <a16:creationId xmlns:a16="http://schemas.microsoft.com/office/drawing/2014/main" id="{AE84BAA1-A36F-EE95-FB92-9E1695C76FCB}"/>
                  </a:ext>
                </a:extLst>
              </p:cNvPr>
              <p:cNvSpPr/>
              <p:nvPr/>
            </p:nvSpPr>
            <p:spPr>
              <a:xfrm>
                <a:off x="8273836" y="368083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</p:grpSp>
      <p:sp>
        <p:nvSpPr>
          <p:cNvPr id="197" name="Textfeld 196">
            <a:extLst>
              <a:ext uri="{FF2B5EF4-FFF2-40B4-BE49-F238E27FC236}">
                <a16:creationId xmlns:a16="http://schemas.microsoft.com/office/drawing/2014/main" id="{805D0C71-BF13-080B-0F05-362BF65DC8A2}"/>
              </a:ext>
            </a:extLst>
          </p:cNvPr>
          <p:cNvSpPr txBox="1"/>
          <p:nvPr/>
        </p:nvSpPr>
        <p:spPr>
          <a:xfrm rot="16200000">
            <a:off x="2793140" y="4189600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198" name="Textfeld 197">
            <a:extLst>
              <a:ext uri="{FF2B5EF4-FFF2-40B4-BE49-F238E27FC236}">
                <a16:creationId xmlns:a16="http://schemas.microsoft.com/office/drawing/2014/main" id="{42BDD06C-C8D8-2136-F8DE-EB3FFDEE26DB}"/>
              </a:ext>
            </a:extLst>
          </p:cNvPr>
          <p:cNvSpPr txBox="1"/>
          <p:nvPr/>
        </p:nvSpPr>
        <p:spPr>
          <a:xfrm rot="16200000">
            <a:off x="3059011" y="4244158"/>
            <a:ext cx="349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5V</a:t>
            </a:r>
          </a:p>
        </p:txBody>
      </p:sp>
      <p:sp>
        <p:nvSpPr>
          <p:cNvPr id="199" name="Textfeld 198">
            <a:extLst>
              <a:ext uri="{FF2B5EF4-FFF2-40B4-BE49-F238E27FC236}">
                <a16:creationId xmlns:a16="http://schemas.microsoft.com/office/drawing/2014/main" id="{D673275B-72FF-63B4-D245-135ED60881FA}"/>
              </a:ext>
            </a:extLst>
          </p:cNvPr>
          <p:cNvSpPr txBox="1"/>
          <p:nvPr/>
        </p:nvSpPr>
        <p:spPr>
          <a:xfrm rot="16200000">
            <a:off x="3105876" y="4114769"/>
            <a:ext cx="614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Servo2</a:t>
            </a:r>
          </a:p>
        </p:txBody>
      </p:sp>
      <p:sp>
        <p:nvSpPr>
          <p:cNvPr id="200" name="Textfeld 199">
            <a:extLst>
              <a:ext uri="{FF2B5EF4-FFF2-40B4-BE49-F238E27FC236}">
                <a16:creationId xmlns:a16="http://schemas.microsoft.com/office/drawing/2014/main" id="{3D758F7A-C5D3-BC07-F522-0F1AF0FA7CA0}"/>
              </a:ext>
            </a:extLst>
          </p:cNvPr>
          <p:cNvSpPr txBox="1"/>
          <p:nvPr/>
        </p:nvSpPr>
        <p:spPr>
          <a:xfrm rot="16200000">
            <a:off x="2798247" y="4907501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201" name="Textfeld 200">
            <a:extLst>
              <a:ext uri="{FF2B5EF4-FFF2-40B4-BE49-F238E27FC236}">
                <a16:creationId xmlns:a16="http://schemas.microsoft.com/office/drawing/2014/main" id="{319602E0-A6D8-A838-ADE7-BB04849F8D38}"/>
              </a:ext>
            </a:extLst>
          </p:cNvPr>
          <p:cNvSpPr txBox="1"/>
          <p:nvPr/>
        </p:nvSpPr>
        <p:spPr>
          <a:xfrm rot="16200000">
            <a:off x="3064118" y="4844183"/>
            <a:ext cx="349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5V</a:t>
            </a:r>
          </a:p>
        </p:txBody>
      </p:sp>
      <p:sp>
        <p:nvSpPr>
          <p:cNvPr id="202" name="Textfeld 201">
            <a:extLst>
              <a:ext uri="{FF2B5EF4-FFF2-40B4-BE49-F238E27FC236}">
                <a16:creationId xmlns:a16="http://schemas.microsoft.com/office/drawing/2014/main" id="{B79C7B02-1ADD-64CF-D0F9-8DDB82F2B4A0}"/>
              </a:ext>
            </a:extLst>
          </p:cNvPr>
          <p:cNvSpPr txBox="1"/>
          <p:nvPr/>
        </p:nvSpPr>
        <p:spPr>
          <a:xfrm rot="16200000">
            <a:off x="3110983" y="4976431"/>
            <a:ext cx="6142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Servo1</a:t>
            </a:r>
          </a:p>
        </p:txBody>
      </p:sp>
      <p:sp>
        <p:nvSpPr>
          <p:cNvPr id="204" name="Textfeld 203">
            <a:extLst>
              <a:ext uri="{FF2B5EF4-FFF2-40B4-BE49-F238E27FC236}">
                <a16:creationId xmlns:a16="http://schemas.microsoft.com/office/drawing/2014/main" id="{935ECEF6-5597-FC21-4C12-C0649DAC96E0}"/>
              </a:ext>
            </a:extLst>
          </p:cNvPr>
          <p:cNvSpPr txBox="1"/>
          <p:nvPr/>
        </p:nvSpPr>
        <p:spPr>
          <a:xfrm>
            <a:off x="2495622" y="4532124"/>
            <a:ext cx="53572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Servo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4314E76F-E9EE-A4EA-905B-FB90173F31AA}"/>
              </a:ext>
            </a:extLst>
          </p:cNvPr>
          <p:cNvGrpSpPr/>
          <p:nvPr/>
        </p:nvGrpSpPr>
        <p:grpSpPr>
          <a:xfrm rot="10800000">
            <a:off x="3409350" y="1068130"/>
            <a:ext cx="433247" cy="720140"/>
            <a:chOff x="7462666" y="2009937"/>
            <a:chExt cx="433247" cy="720140"/>
          </a:xfrm>
        </p:grpSpPr>
        <p:sp>
          <p:nvSpPr>
            <p:cNvPr id="3" name="Rechteck 2">
              <a:extLst>
                <a:ext uri="{FF2B5EF4-FFF2-40B4-BE49-F238E27FC236}">
                  <a16:creationId xmlns:a16="http://schemas.microsoft.com/office/drawing/2014/main" id="{42B0D381-A827-8478-1D7D-2D2FC9588451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10" name="Ellipse 9">
              <a:extLst>
                <a:ext uri="{FF2B5EF4-FFF2-40B4-BE49-F238E27FC236}">
                  <a16:creationId xmlns:a16="http://schemas.microsoft.com/office/drawing/2014/main" id="{F155E878-0DC3-BBCA-F311-5505A3CFF3A5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7B590CAB-E1F9-2179-3756-4940DE86C1A4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" name="Ellipse 11">
              <a:extLst>
                <a:ext uri="{FF2B5EF4-FFF2-40B4-BE49-F238E27FC236}">
                  <a16:creationId xmlns:a16="http://schemas.microsoft.com/office/drawing/2014/main" id="{2896EBDF-A2FC-1D4B-1197-71D1DD2A677C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" name="Ellipse 12">
              <a:extLst>
                <a:ext uri="{FF2B5EF4-FFF2-40B4-BE49-F238E27FC236}">
                  <a16:creationId xmlns:a16="http://schemas.microsoft.com/office/drawing/2014/main" id="{4618ABBB-218F-0864-5295-A5B7EA02EE3D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1E6A0B5E-19A4-5CF4-1F52-449EA1D314AB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16EC4918-B9BE-AD63-D3E4-65BFE54A8DAD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7DAF3A97-C927-B6B1-FD90-59522BFA750D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988DEFCC-77C4-8C2C-73EB-977B3BE1EB2F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ABE0333F-7DC0-F754-44ED-6340EEC37E99}"/>
              </a:ext>
            </a:extLst>
          </p:cNvPr>
          <p:cNvGrpSpPr/>
          <p:nvPr/>
        </p:nvGrpSpPr>
        <p:grpSpPr>
          <a:xfrm rot="10800000">
            <a:off x="3399306" y="1878729"/>
            <a:ext cx="433247" cy="720140"/>
            <a:chOff x="7462666" y="2009937"/>
            <a:chExt cx="433247" cy="720140"/>
          </a:xfrm>
        </p:grpSpPr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7A2D203D-6EA9-8C68-3AE4-7F27CAD53608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27" name="Ellipse 26">
              <a:extLst>
                <a:ext uri="{FF2B5EF4-FFF2-40B4-BE49-F238E27FC236}">
                  <a16:creationId xmlns:a16="http://schemas.microsoft.com/office/drawing/2014/main" id="{66F2A4EA-4073-B7D7-AA66-82B85765047A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8" name="Ellipse 27">
              <a:extLst>
                <a:ext uri="{FF2B5EF4-FFF2-40B4-BE49-F238E27FC236}">
                  <a16:creationId xmlns:a16="http://schemas.microsoft.com/office/drawing/2014/main" id="{6B6C6C01-31B7-7CAD-39C5-8A962397B374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0" name="Ellipse 29">
              <a:extLst>
                <a:ext uri="{FF2B5EF4-FFF2-40B4-BE49-F238E27FC236}">
                  <a16:creationId xmlns:a16="http://schemas.microsoft.com/office/drawing/2014/main" id="{D270B209-8805-B3E9-324F-96FD73390DDE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1" name="Ellipse 30">
              <a:extLst>
                <a:ext uri="{FF2B5EF4-FFF2-40B4-BE49-F238E27FC236}">
                  <a16:creationId xmlns:a16="http://schemas.microsoft.com/office/drawing/2014/main" id="{B8A81AA3-3F5D-5D52-2FC5-27DA1784BA7A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3" name="Rechteck 32">
              <a:extLst>
                <a:ext uri="{FF2B5EF4-FFF2-40B4-BE49-F238E27FC236}">
                  <a16:creationId xmlns:a16="http://schemas.microsoft.com/office/drawing/2014/main" id="{FD604907-6667-FA37-3F15-4FC22F782339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37" name="Rechteck 36">
              <a:extLst>
                <a:ext uri="{FF2B5EF4-FFF2-40B4-BE49-F238E27FC236}">
                  <a16:creationId xmlns:a16="http://schemas.microsoft.com/office/drawing/2014/main" id="{53DFD4E6-4D97-3CFC-87AD-A223B49B6428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38" name="Rechteck 37">
              <a:extLst>
                <a:ext uri="{FF2B5EF4-FFF2-40B4-BE49-F238E27FC236}">
                  <a16:creationId xmlns:a16="http://schemas.microsoft.com/office/drawing/2014/main" id="{ACDB4D75-6CF9-085E-C503-22CBDB028036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40" name="Rechteck 39">
              <a:extLst>
                <a:ext uri="{FF2B5EF4-FFF2-40B4-BE49-F238E27FC236}">
                  <a16:creationId xmlns:a16="http://schemas.microsoft.com/office/drawing/2014/main" id="{A4742689-4765-5580-DD13-83246FBA8864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grpSp>
        <p:nvGrpSpPr>
          <p:cNvPr id="41" name="Gruppieren 40">
            <a:extLst>
              <a:ext uri="{FF2B5EF4-FFF2-40B4-BE49-F238E27FC236}">
                <a16:creationId xmlns:a16="http://schemas.microsoft.com/office/drawing/2014/main" id="{A5E1D7C1-3A01-5082-CDA5-C2F574CC8742}"/>
              </a:ext>
            </a:extLst>
          </p:cNvPr>
          <p:cNvGrpSpPr/>
          <p:nvPr/>
        </p:nvGrpSpPr>
        <p:grpSpPr>
          <a:xfrm rot="10800000">
            <a:off x="3405328" y="2669197"/>
            <a:ext cx="433247" cy="720140"/>
            <a:chOff x="7462666" y="2009937"/>
            <a:chExt cx="433247" cy="720140"/>
          </a:xfrm>
        </p:grpSpPr>
        <p:sp>
          <p:nvSpPr>
            <p:cNvPr id="45" name="Rechteck 44">
              <a:extLst>
                <a:ext uri="{FF2B5EF4-FFF2-40B4-BE49-F238E27FC236}">
                  <a16:creationId xmlns:a16="http://schemas.microsoft.com/office/drawing/2014/main" id="{08365CBC-0ECD-E360-01A3-948C5EAF00FE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46" name="Ellipse 45">
              <a:extLst>
                <a:ext uri="{FF2B5EF4-FFF2-40B4-BE49-F238E27FC236}">
                  <a16:creationId xmlns:a16="http://schemas.microsoft.com/office/drawing/2014/main" id="{C216B1DF-6158-A1EB-53AA-D389A9BD61DC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25" name="Ellipse 124">
              <a:extLst>
                <a:ext uri="{FF2B5EF4-FFF2-40B4-BE49-F238E27FC236}">
                  <a16:creationId xmlns:a16="http://schemas.microsoft.com/office/drawing/2014/main" id="{4FA6F020-1B54-D6CC-E40D-AE48BD23E3E3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Ellipse 129">
              <a:extLst>
                <a:ext uri="{FF2B5EF4-FFF2-40B4-BE49-F238E27FC236}">
                  <a16:creationId xmlns:a16="http://schemas.microsoft.com/office/drawing/2014/main" id="{D8F2567D-74C1-D819-4A0F-D44C65DCAC16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Ellipse 130">
              <a:extLst>
                <a:ext uri="{FF2B5EF4-FFF2-40B4-BE49-F238E27FC236}">
                  <a16:creationId xmlns:a16="http://schemas.microsoft.com/office/drawing/2014/main" id="{BEFA07DF-F99B-ADC7-AF6E-662BBF1C4B60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03" name="Rechteck 202">
              <a:extLst>
                <a:ext uri="{FF2B5EF4-FFF2-40B4-BE49-F238E27FC236}">
                  <a16:creationId xmlns:a16="http://schemas.microsoft.com/office/drawing/2014/main" id="{0B4DE1BC-F461-A419-43FD-CCC7B4F6817B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205" name="Rechteck 204">
              <a:extLst>
                <a:ext uri="{FF2B5EF4-FFF2-40B4-BE49-F238E27FC236}">
                  <a16:creationId xmlns:a16="http://schemas.microsoft.com/office/drawing/2014/main" id="{EEB4E92C-924D-05E3-2EB8-32DC21A427D1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206" name="Rechteck 205">
              <a:extLst>
                <a:ext uri="{FF2B5EF4-FFF2-40B4-BE49-F238E27FC236}">
                  <a16:creationId xmlns:a16="http://schemas.microsoft.com/office/drawing/2014/main" id="{A718CC4D-687B-4359-A2B8-61777E73C8D5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207" name="Rechteck 206">
              <a:extLst>
                <a:ext uri="{FF2B5EF4-FFF2-40B4-BE49-F238E27FC236}">
                  <a16:creationId xmlns:a16="http://schemas.microsoft.com/office/drawing/2014/main" id="{55750402-9030-8CEE-575B-C3D98A87B4C6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grpSp>
        <p:nvGrpSpPr>
          <p:cNvPr id="208" name="Gruppieren 207">
            <a:extLst>
              <a:ext uri="{FF2B5EF4-FFF2-40B4-BE49-F238E27FC236}">
                <a16:creationId xmlns:a16="http://schemas.microsoft.com/office/drawing/2014/main" id="{9C461321-6DFC-39F2-CC25-2EFB6E5F1D94}"/>
              </a:ext>
            </a:extLst>
          </p:cNvPr>
          <p:cNvGrpSpPr/>
          <p:nvPr/>
        </p:nvGrpSpPr>
        <p:grpSpPr>
          <a:xfrm>
            <a:off x="1141381" y="3018099"/>
            <a:ext cx="433247" cy="360620"/>
            <a:chOff x="8238632" y="1988930"/>
            <a:chExt cx="433247" cy="360620"/>
          </a:xfrm>
        </p:grpSpPr>
        <p:sp>
          <p:nvSpPr>
            <p:cNvPr id="209" name="Rechteck 208">
              <a:extLst>
                <a:ext uri="{FF2B5EF4-FFF2-40B4-BE49-F238E27FC236}">
                  <a16:creationId xmlns:a16="http://schemas.microsoft.com/office/drawing/2014/main" id="{B7FE221D-D1A5-3D85-1A0D-C6B607059950}"/>
                </a:ext>
              </a:extLst>
            </p:cNvPr>
            <p:cNvSpPr/>
            <p:nvPr/>
          </p:nvSpPr>
          <p:spPr>
            <a:xfrm>
              <a:off x="8239879" y="1988930"/>
              <a:ext cx="432000" cy="36007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210" name="Ellipse 209">
              <a:extLst>
                <a:ext uri="{FF2B5EF4-FFF2-40B4-BE49-F238E27FC236}">
                  <a16:creationId xmlns:a16="http://schemas.microsoft.com/office/drawing/2014/main" id="{88CBDB19-4777-BB3C-2989-24FA8E4CF301}"/>
                </a:ext>
              </a:extLst>
            </p:cNvPr>
            <p:cNvSpPr/>
            <p:nvPr/>
          </p:nvSpPr>
          <p:spPr>
            <a:xfrm>
              <a:off x="8425789" y="2007818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1" name="Ellipse 210">
              <a:extLst>
                <a:ext uri="{FF2B5EF4-FFF2-40B4-BE49-F238E27FC236}">
                  <a16:creationId xmlns:a16="http://schemas.microsoft.com/office/drawing/2014/main" id="{9BDA1733-EBA0-41D0-39AB-22317FABF59C}"/>
                </a:ext>
              </a:extLst>
            </p:cNvPr>
            <p:cNvSpPr/>
            <p:nvPr/>
          </p:nvSpPr>
          <p:spPr>
            <a:xfrm>
              <a:off x="8425789" y="2183993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2" name="Rechteck 211">
              <a:extLst>
                <a:ext uri="{FF2B5EF4-FFF2-40B4-BE49-F238E27FC236}">
                  <a16:creationId xmlns:a16="http://schemas.microsoft.com/office/drawing/2014/main" id="{01BAAC91-9C95-4409-C3FB-FE1A302DFE6D}"/>
                </a:ext>
              </a:extLst>
            </p:cNvPr>
            <p:cNvSpPr/>
            <p:nvPr/>
          </p:nvSpPr>
          <p:spPr>
            <a:xfrm>
              <a:off x="8238632" y="1989790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213" name="Rechteck 212">
              <a:extLst>
                <a:ext uri="{FF2B5EF4-FFF2-40B4-BE49-F238E27FC236}">
                  <a16:creationId xmlns:a16="http://schemas.microsoft.com/office/drawing/2014/main" id="{EFB91A43-1447-5DFF-FD22-E121F0F659CF}"/>
                </a:ext>
              </a:extLst>
            </p:cNvPr>
            <p:cNvSpPr/>
            <p:nvPr/>
          </p:nvSpPr>
          <p:spPr>
            <a:xfrm>
              <a:off x="8238632" y="2169550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grpSp>
        <p:nvGrpSpPr>
          <p:cNvPr id="214" name="Gruppieren 213">
            <a:extLst>
              <a:ext uri="{FF2B5EF4-FFF2-40B4-BE49-F238E27FC236}">
                <a16:creationId xmlns:a16="http://schemas.microsoft.com/office/drawing/2014/main" id="{70495745-F91D-BCCD-2DF4-93D2985E227F}"/>
              </a:ext>
            </a:extLst>
          </p:cNvPr>
          <p:cNvGrpSpPr/>
          <p:nvPr/>
        </p:nvGrpSpPr>
        <p:grpSpPr>
          <a:xfrm>
            <a:off x="1152659" y="1835078"/>
            <a:ext cx="433247" cy="360620"/>
            <a:chOff x="8238632" y="1988930"/>
            <a:chExt cx="433247" cy="360620"/>
          </a:xfrm>
        </p:grpSpPr>
        <p:sp>
          <p:nvSpPr>
            <p:cNvPr id="215" name="Rechteck 214">
              <a:extLst>
                <a:ext uri="{FF2B5EF4-FFF2-40B4-BE49-F238E27FC236}">
                  <a16:creationId xmlns:a16="http://schemas.microsoft.com/office/drawing/2014/main" id="{36761E63-A64A-451B-EE13-6DFC92D9CEF0}"/>
                </a:ext>
              </a:extLst>
            </p:cNvPr>
            <p:cNvSpPr/>
            <p:nvPr/>
          </p:nvSpPr>
          <p:spPr>
            <a:xfrm>
              <a:off x="8239879" y="1988930"/>
              <a:ext cx="432000" cy="36007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216" name="Ellipse 215">
              <a:extLst>
                <a:ext uri="{FF2B5EF4-FFF2-40B4-BE49-F238E27FC236}">
                  <a16:creationId xmlns:a16="http://schemas.microsoft.com/office/drawing/2014/main" id="{D09B237F-13C7-9B20-28BA-0DFA65F85107}"/>
                </a:ext>
              </a:extLst>
            </p:cNvPr>
            <p:cNvSpPr/>
            <p:nvPr/>
          </p:nvSpPr>
          <p:spPr>
            <a:xfrm>
              <a:off x="8425789" y="2007818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17" name="Ellipse 216">
              <a:extLst>
                <a:ext uri="{FF2B5EF4-FFF2-40B4-BE49-F238E27FC236}">
                  <a16:creationId xmlns:a16="http://schemas.microsoft.com/office/drawing/2014/main" id="{8584AFE1-6E97-CDB5-B7F4-DAD288F47F00}"/>
                </a:ext>
              </a:extLst>
            </p:cNvPr>
            <p:cNvSpPr/>
            <p:nvPr/>
          </p:nvSpPr>
          <p:spPr>
            <a:xfrm>
              <a:off x="8425789" y="2183993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18" name="Rechteck 217">
              <a:extLst>
                <a:ext uri="{FF2B5EF4-FFF2-40B4-BE49-F238E27FC236}">
                  <a16:creationId xmlns:a16="http://schemas.microsoft.com/office/drawing/2014/main" id="{3AA6A685-82FF-B162-63CD-2AEC277DE866}"/>
                </a:ext>
              </a:extLst>
            </p:cNvPr>
            <p:cNvSpPr/>
            <p:nvPr/>
          </p:nvSpPr>
          <p:spPr>
            <a:xfrm>
              <a:off x="8238632" y="1989790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219" name="Rechteck 218">
              <a:extLst>
                <a:ext uri="{FF2B5EF4-FFF2-40B4-BE49-F238E27FC236}">
                  <a16:creationId xmlns:a16="http://schemas.microsoft.com/office/drawing/2014/main" id="{CB2AC98D-1AFC-1C04-AF02-FC57FAE10E15}"/>
                </a:ext>
              </a:extLst>
            </p:cNvPr>
            <p:cNvSpPr/>
            <p:nvPr/>
          </p:nvSpPr>
          <p:spPr>
            <a:xfrm>
              <a:off x="8238632" y="2169550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grpSp>
        <p:nvGrpSpPr>
          <p:cNvPr id="34" name="Gruppieren 33">
            <a:extLst>
              <a:ext uri="{FF2B5EF4-FFF2-40B4-BE49-F238E27FC236}">
                <a16:creationId xmlns:a16="http://schemas.microsoft.com/office/drawing/2014/main" id="{BF9753B0-4362-B03B-BEBF-87F2B1AC0E2B}"/>
              </a:ext>
            </a:extLst>
          </p:cNvPr>
          <p:cNvGrpSpPr/>
          <p:nvPr/>
        </p:nvGrpSpPr>
        <p:grpSpPr>
          <a:xfrm>
            <a:off x="4461415" y="648997"/>
            <a:ext cx="4134326" cy="5298904"/>
            <a:chOff x="3350861" y="1257300"/>
            <a:chExt cx="4134326" cy="5298904"/>
          </a:xfrm>
        </p:grpSpPr>
        <p:sp>
          <p:nvSpPr>
            <p:cNvPr id="35" name="Rechteck: abgerundete Ecken 34">
              <a:extLst>
                <a:ext uri="{FF2B5EF4-FFF2-40B4-BE49-F238E27FC236}">
                  <a16:creationId xmlns:a16="http://schemas.microsoft.com/office/drawing/2014/main" id="{A07DDBEB-FF35-889B-5D46-B4653B3A838C}"/>
                </a:ext>
              </a:extLst>
            </p:cNvPr>
            <p:cNvSpPr/>
            <p:nvPr/>
          </p:nvSpPr>
          <p:spPr>
            <a:xfrm>
              <a:off x="6034315" y="5289932"/>
              <a:ext cx="648000" cy="576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6" name="Rechteck 35">
              <a:extLst>
                <a:ext uri="{FF2B5EF4-FFF2-40B4-BE49-F238E27FC236}">
                  <a16:creationId xmlns:a16="http://schemas.microsoft.com/office/drawing/2014/main" id="{5BA3D93D-DF1A-AEE3-4305-A5FE76F3B410}"/>
                </a:ext>
              </a:extLst>
            </p:cNvPr>
            <p:cNvSpPr/>
            <p:nvPr/>
          </p:nvSpPr>
          <p:spPr>
            <a:xfrm>
              <a:off x="4166235" y="1257300"/>
              <a:ext cx="2700000" cy="4459835"/>
            </a:xfrm>
            <a:prstGeom prst="rect">
              <a:avLst/>
            </a:prstGeom>
            <a:solidFill>
              <a:schemeClr val="bg1">
                <a:lumMod val="65000"/>
                <a:alpha val="20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39" name="Gruppieren 38">
              <a:extLst>
                <a:ext uri="{FF2B5EF4-FFF2-40B4-BE49-F238E27FC236}">
                  <a16:creationId xmlns:a16="http://schemas.microsoft.com/office/drawing/2014/main" id="{1A57285D-5A05-A578-C950-2BE201E0487A}"/>
                </a:ext>
              </a:extLst>
            </p:cNvPr>
            <p:cNvGrpSpPr/>
            <p:nvPr/>
          </p:nvGrpSpPr>
          <p:grpSpPr>
            <a:xfrm rot="16200000">
              <a:off x="4280769" y="5319497"/>
              <a:ext cx="433247" cy="360620"/>
              <a:chOff x="8238632" y="1988930"/>
              <a:chExt cx="433247" cy="360620"/>
            </a:xfrm>
          </p:grpSpPr>
          <p:sp>
            <p:nvSpPr>
              <p:cNvPr id="368" name="Rechteck 367">
                <a:extLst>
                  <a:ext uri="{FF2B5EF4-FFF2-40B4-BE49-F238E27FC236}">
                    <a16:creationId xmlns:a16="http://schemas.microsoft.com/office/drawing/2014/main" id="{B70E0112-5047-BBC6-3DED-191C652D16A9}"/>
                  </a:ext>
                </a:extLst>
              </p:cNvPr>
              <p:cNvSpPr/>
              <p:nvPr/>
            </p:nvSpPr>
            <p:spPr>
              <a:xfrm>
                <a:off x="8239879" y="1988930"/>
                <a:ext cx="432000" cy="36007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69" name="Ellipse 368">
                <a:extLst>
                  <a:ext uri="{FF2B5EF4-FFF2-40B4-BE49-F238E27FC236}">
                    <a16:creationId xmlns:a16="http://schemas.microsoft.com/office/drawing/2014/main" id="{856297EE-6F64-8021-05FD-012D36BD6E1F}"/>
                  </a:ext>
                </a:extLst>
              </p:cNvPr>
              <p:cNvSpPr/>
              <p:nvPr/>
            </p:nvSpPr>
            <p:spPr>
              <a:xfrm>
                <a:off x="8425789" y="2007818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0" name="Ellipse 369">
                <a:extLst>
                  <a:ext uri="{FF2B5EF4-FFF2-40B4-BE49-F238E27FC236}">
                    <a16:creationId xmlns:a16="http://schemas.microsoft.com/office/drawing/2014/main" id="{31EC4551-5764-EB34-7513-F3016F3F967A}"/>
                  </a:ext>
                </a:extLst>
              </p:cNvPr>
              <p:cNvSpPr/>
              <p:nvPr/>
            </p:nvSpPr>
            <p:spPr>
              <a:xfrm>
                <a:off x="8425789" y="2183993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71" name="Rechteck 370">
                <a:extLst>
                  <a:ext uri="{FF2B5EF4-FFF2-40B4-BE49-F238E27FC236}">
                    <a16:creationId xmlns:a16="http://schemas.microsoft.com/office/drawing/2014/main" id="{ADED40AC-A369-BD5E-0396-39C5FD886F8F}"/>
                  </a:ext>
                </a:extLst>
              </p:cNvPr>
              <p:cNvSpPr/>
              <p:nvPr/>
            </p:nvSpPr>
            <p:spPr>
              <a:xfrm>
                <a:off x="8238632" y="1989790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72" name="Rechteck 371">
                <a:extLst>
                  <a:ext uri="{FF2B5EF4-FFF2-40B4-BE49-F238E27FC236}">
                    <a16:creationId xmlns:a16="http://schemas.microsoft.com/office/drawing/2014/main" id="{53B1E389-40E2-F386-A34A-FDCF608614D4}"/>
                  </a:ext>
                </a:extLst>
              </p:cNvPr>
              <p:cNvSpPr/>
              <p:nvPr/>
            </p:nvSpPr>
            <p:spPr>
              <a:xfrm>
                <a:off x="8238632" y="2169550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</p:grpSp>
        <p:sp>
          <p:nvSpPr>
            <p:cNvPr id="42" name="Ellipse 41">
              <a:extLst>
                <a:ext uri="{FF2B5EF4-FFF2-40B4-BE49-F238E27FC236}">
                  <a16:creationId xmlns:a16="http://schemas.microsoft.com/office/drawing/2014/main" id="{6AF18DC5-6039-BB17-2181-4C954BF847E2}"/>
                </a:ext>
              </a:extLst>
            </p:cNvPr>
            <p:cNvSpPr/>
            <p:nvPr/>
          </p:nvSpPr>
          <p:spPr>
            <a:xfrm>
              <a:off x="5426235" y="2970372"/>
              <a:ext cx="180000" cy="180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" name="Ellipse 42">
              <a:extLst>
                <a:ext uri="{FF2B5EF4-FFF2-40B4-BE49-F238E27FC236}">
                  <a16:creationId xmlns:a16="http://schemas.microsoft.com/office/drawing/2014/main" id="{963E4F50-C78A-B380-B933-ED3702295DDF}"/>
                </a:ext>
              </a:extLst>
            </p:cNvPr>
            <p:cNvSpPr/>
            <p:nvPr/>
          </p:nvSpPr>
          <p:spPr>
            <a:xfrm>
              <a:off x="4835190" y="2880372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" name="Ellipse 43">
              <a:extLst>
                <a:ext uri="{FF2B5EF4-FFF2-40B4-BE49-F238E27FC236}">
                  <a16:creationId xmlns:a16="http://schemas.microsoft.com/office/drawing/2014/main" id="{396A0566-7375-459B-3EF2-9EAEF7DDB57B}"/>
                </a:ext>
              </a:extLst>
            </p:cNvPr>
            <p:cNvSpPr/>
            <p:nvPr/>
          </p:nvSpPr>
          <p:spPr>
            <a:xfrm>
              <a:off x="5837280" y="2892931"/>
              <a:ext cx="360000" cy="360000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7" name="Gruppieren 46">
              <a:extLst>
                <a:ext uri="{FF2B5EF4-FFF2-40B4-BE49-F238E27FC236}">
                  <a16:creationId xmlns:a16="http://schemas.microsoft.com/office/drawing/2014/main" id="{B90D996E-0101-A5CF-74C3-B764BF7114EB}"/>
                </a:ext>
              </a:extLst>
            </p:cNvPr>
            <p:cNvGrpSpPr/>
            <p:nvPr/>
          </p:nvGrpSpPr>
          <p:grpSpPr>
            <a:xfrm>
              <a:off x="5192661" y="3627773"/>
              <a:ext cx="720000" cy="180000"/>
              <a:chOff x="7869855" y="3395684"/>
              <a:chExt cx="720000" cy="180000"/>
            </a:xfrm>
          </p:grpSpPr>
          <p:sp>
            <p:nvSpPr>
              <p:cNvPr id="363" name="Rechteck 362">
                <a:extLst>
                  <a:ext uri="{FF2B5EF4-FFF2-40B4-BE49-F238E27FC236}">
                    <a16:creationId xmlns:a16="http://schemas.microsoft.com/office/drawing/2014/main" id="{C1E67A8B-93E0-4D42-E79D-52855055E28B}"/>
                  </a:ext>
                </a:extLst>
              </p:cNvPr>
              <p:cNvSpPr/>
              <p:nvPr/>
            </p:nvSpPr>
            <p:spPr>
              <a:xfrm>
                <a:off x="7869855" y="3395684"/>
                <a:ext cx="720000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4" name="Rechteck 363">
                <a:extLst>
                  <a:ext uri="{FF2B5EF4-FFF2-40B4-BE49-F238E27FC236}">
                    <a16:creationId xmlns:a16="http://schemas.microsoft.com/office/drawing/2014/main" id="{EBB2E342-C2C2-AD56-CCFE-466B2884ABA0}"/>
                  </a:ext>
                </a:extLst>
              </p:cNvPr>
              <p:cNvSpPr/>
              <p:nvPr/>
            </p:nvSpPr>
            <p:spPr>
              <a:xfrm>
                <a:off x="7914640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5" name="Rechteck 364">
                <a:extLst>
                  <a:ext uri="{FF2B5EF4-FFF2-40B4-BE49-F238E27FC236}">
                    <a16:creationId xmlns:a16="http://schemas.microsoft.com/office/drawing/2014/main" id="{97945A1F-F775-A36D-7A42-95D4E5F9E3AC}"/>
                  </a:ext>
                </a:extLst>
              </p:cNvPr>
              <p:cNvSpPr/>
              <p:nvPr/>
            </p:nvSpPr>
            <p:spPr>
              <a:xfrm>
                <a:off x="8094238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6" name="Rechteck 365">
                <a:extLst>
                  <a:ext uri="{FF2B5EF4-FFF2-40B4-BE49-F238E27FC236}">
                    <a16:creationId xmlns:a16="http://schemas.microsoft.com/office/drawing/2014/main" id="{499E0FC0-BE80-2CAD-EECD-E185D057CCEE}"/>
                  </a:ext>
                </a:extLst>
              </p:cNvPr>
              <p:cNvSpPr/>
              <p:nvPr/>
            </p:nvSpPr>
            <p:spPr>
              <a:xfrm>
                <a:off x="8273836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7" name="Rechteck 366">
                <a:extLst>
                  <a:ext uri="{FF2B5EF4-FFF2-40B4-BE49-F238E27FC236}">
                    <a16:creationId xmlns:a16="http://schemas.microsoft.com/office/drawing/2014/main" id="{CBCDCD8F-A0A6-CB98-4384-78D038DC71BE}"/>
                  </a:ext>
                </a:extLst>
              </p:cNvPr>
              <p:cNvSpPr/>
              <p:nvPr/>
            </p:nvSpPr>
            <p:spPr>
              <a:xfrm>
                <a:off x="8453433" y="343124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62" name="Gruppieren 61">
              <a:extLst>
                <a:ext uri="{FF2B5EF4-FFF2-40B4-BE49-F238E27FC236}">
                  <a16:creationId xmlns:a16="http://schemas.microsoft.com/office/drawing/2014/main" id="{970C9444-691F-D2BD-EAD0-E3B3E35C2C5D}"/>
                </a:ext>
              </a:extLst>
            </p:cNvPr>
            <p:cNvGrpSpPr/>
            <p:nvPr/>
          </p:nvGrpSpPr>
          <p:grpSpPr>
            <a:xfrm rot="16200000">
              <a:off x="6092027" y="4222826"/>
              <a:ext cx="359745" cy="180000"/>
              <a:chOff x="7869855" y="3898992"/>
              <a:chExt cx="359745" cy="180000"/>
            </a:xfrm>
          </p:grpSpPr>
          <p:sp>
            <p:nvSpPr>
              <p:cNvPr id="360" name="Rechteck 359">
                <a:extLst>
                  <a:ext uri="{FF2B5EF4-FFF2-40B4-BE49-F238E27FC236}">
                    <a16:creationId xmlns:a16="http://schemas.microsoft.com/office/drawing/2014/main" id="{568C0FBA-DA25-7468-C432-FA1982DA5672}"/>
                  </a:ext>
                </a:extLst>
              </p:cNvPr>
              <p:cNvSpPr/>
              <p:nvPr/>
            </p:nvSpPr>
            <p:spPr>
              <a:xfrm>
                <a:off x="7869855" y="3898992"/>
                <a:ext cx="359745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1" name="Rechteck 360">
                <a:extLst>
                  <a:ext uri="{FF2B5EF4-FFF2-40B4-BE49-F238E27FC236}">
                    <a16:creationId xmlns:a16="http://schemas.microsoft.com/office/drawing/2014/main" id="{EBB72E8C-BBB0-55AA-8BCB-E1D4B2A5B7E6}"/>
                  </a:ext>
                </a:extLst>
              </p:cNvPr>
              <p:cNvSpPr/>
              <p:nvPr/>
            </p:nvSpPr>
            <p:spPr>
              <a:xfrm>
                <a:off x="7914640" y="3929897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62" name="Rechteck 361">
                <a:extLst>
                  <a:ext uri="{FF2B5EF4-FFF2-40B4-BE49-F238E27FC236}">
                    <a16:creationId xmlns:a16="http://schemas.microsoft.com/office/drawing/2014/main" id="{DC3EFBF2-A3C2-466F-00A4-91E59E94BE2B}"/>
                  </a:ext>
                </a:extLst>
              </p:cNvPr>
              <p:cNvSpPr/>
              <p:nvPr/>
            </p:nvSpPr>
            <p:spPr>
              <a:xfrm>
                <a:off x="8094238" y="3929897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3ABEDD27-BB4E-B12F-2812-09B7BA4C52E2}"/>
                </a:ext>
              </a:extLst>
            </p:cNvPr>
            <p:cNvSpPr txBox="1"/>
            <p:nvPr/>
          </p:nvSpPr>
          <p:spPr>
            <a:xfrm>
              <a:off x="5238427" y="2723044"/>
              <a:ext cx="5631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RESET</a:t>
              </a:r>
            </a:p>
          </p:txBody>
        </p: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90D6BD97-9028-E110-C127-5BCF378EEDE9}"/>
                </a:ext>
              </a:extLst>
            </p:cNvPr>
            <p:cNvSpPr txBox="1"/>
            <p:nvPr/>
          </p:nvSpPr>
          <p:spPr>
            <a:xfrm>
              <a:off x="5771666" y="2934064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LED1</a:t>
              </a:r>
            </a:p>
          </p:txBody>
        </p: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F37E68DD-A3DA-F400-437B-61A1FF9327E0}"/>
                </a:ext>
              </a:extLst>
            </p:cNvPr>
            <p:cNvSpPr txBox="1"/>
            <p:nvPr/>
          </p:nvSpPr>
          <p:spPr>
            <a:xfrm>
              <a:off x="4760264" y="2927578"/>
              <a:ext cx="49725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LED2</a:t>
              </a:r>
            </a:p>
          </p:txBody>
        </p:sp>
        <p:sp>
          <p:nvSpPr>
            <p:cNvPr id="66" name="Textfeld 65">
              <a:extLst>
                <a:ext uri="{FF2B5EF4-FFF2-40B4-BE49-F238E27FC236}">
                  <a16:creationId xmlns:a16="http://schemas.microsoft.com/office/drawing/2014/main" id="{30DFAD87-6DC9-F818-4FC3-7FE2EC7EFB46}"/>
                </a:ext>
              </a:extLst>
            </p:cNvPr>
            <p:cNvSpPr txBox="1"/>
            <p:nvPr/>
          </p:nvSpPr>
          <p:spPr>
            <a:xfrm rot="16200000">
              <a:off x="5806257" y="4176709"/>
              <a:ext cx="5721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RS485</a:t>
              </a:r>
            </a:p>
          </p:txBody>
        </p:sp>
        <p:sp>
          <p:nvSpPr>
            <p:cNvPr id="67" name="Rechteck: abgerundete Ecken 66">
              <a:extLst>
                <a:ext uri="{FF2B5EF4-FFF2-40B4-BE49-F238E27FC236}">
                  <a16:creationId xmlns:a16="http://schemas.microsoft.com/office/drawing/2014/main" id="{1F4E298C-8F23-9B0B-9F3D-0196A37324E2}"/>
                </a:ext>
              </a:extLst>
            </p:cNvPr>
            <p:cNvSpPr/>
            <p:nvPr/>
          </p:nvSpPr>
          <p:spPr>
            <a:xfrm>
              <a:off x="5210020" y="3980700"/>
              <a:ext cx="90000" cy="162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8" name="Rechteck: abgerundete Ecken 67">
              <a:extLst>
                <a:ext uri="{FF2B5EF4-FFF2-40B4-BE49-F238E27FC236}">
                  <a16:creationId xmlns:a16="http://schemas.microsoft.com/office/drawing/2014/main" id="{2B80784A-276F-DE40-D628-7ACA27F08B7B}"/>
                </a:ext>
              </a:extLst>
            </p:cNvPr>
            <p:cNvSpPr/>
            <p:nvPr/>
          </p:nvSpPr>
          <p:spPr>
            <a:xfrm>
              <a:off x="5024675" y="3980700"/>
              <a:ext cx="90000" cy="162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9" name="Rechteck: abgerundete Ecken 68">
              <a:extLst>
                <a:ext uri="{FF2B5EF4-FFF2-40B4-BE49-F238E27FC236}">
                  <a16:creationId xmlns:a16="http://schemas.microsoft.com/office/drawing/2014/main" id="{92FCAAE2-702D-DE92-18FC-F0B13BAABE67}"/>
                </a:ext>
              </a:extLst>
            </p:cNvPr>
            <p:cNvSpPr/>
            <p:nvPr/>
          </p:nvSpPr>
          <p:spPr>
            <a:xfrm>
              <a:off x="4839330" y="3983778"/>
              <a:ext cx="90000" cy="162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0" name="Textfeld 69">
              <a:extLst>
                <a:ext uri="{FF2B5EF4-FFF2-40B4-BE49-F238E27FC236}">
                  <a16:creationId xmlns:a16="http://schemas.microsoft.com/office/drawing/2014/main" id="{0A492CA1-0B9E-6642-373C-886CB264D498}"/>
                </a:ext>
              </a:extLst>
            </p:cNvPr>
            <p:cNvSpPr txBox="1"/>
            <p:nvPr/>
          </p:nvSpPr>
          <p:spPr>
            <a:xfrm>
              <a:off x="6044892" y="5439432"/>
              <a:ext cx="6374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USB</a:t>
              </a:r>
            </a:p>
          </p:txBody>
        </p:sp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255DAC1C-178B-300A-5797-CF975176029C}"/>
                </a:ext>
              </a:extLst>
            </p:cNvPr>
            <p:cNvGrpSpPr/>
            <p:nvPr/>
          </p:nvGrpSpPr>
          <p:grpSpPr>
            <a:xfrm rot="10800000">
              <a:off x="6429452" y="3773418"/>
              <a:ext cx="433247" cy="720140"/>
              <a:chOff x="7462666" y="2009937"/>
              <a:chExt cx="433247" cy="720140"/>
            </a:xfrm>
          </p:grpSpPr>
          <p:sp>
            <p:nvSpPr>
              <p:cNvPr id="351" name="Rechteck 350">
                <a:extLst>
                  <a:ext uri="{FF2B5EF4-FFF2-40B4-BE49-F238E27FC236}">
                    <a16:creationId xmlns:a16="http://schemas.microsoft.com/office/drawing/2014/main" id="{FB616EB2-CBDA-D403-B0E8-E190631646C2}"/>
                  </a:ext>
                </a:extLst>
              </p:cNvPr>
              <p:cNvSpPr/>
              <p:nvPr/>
            </p:nvSpPr>
            <p:spPr>
              <a:xfrm>
                <a:off x="7463913" y="2009937"/>
                <a:ext cx="432000" cy="72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52" name="Ellipse 351">
                <a:extLst>
                  <a:ext uri="{FF2B5EF4-FFF2-40B4-BE49-F238E27FC236}">
                    <a16:creationId xmlns:a16="http://schemas.microsoft.com/office/drawing/2014/main" id="{45ED7A83-73F8-8A7A-18C3-098B40846BD9}"/>
                  </a:ext>
                </a:extLst>
              </p:cNvPr>
              <p:cNvSpPr/>
              <p:nvPr/>
            </p:nvSpPr>
            <p:spPr>
              <a:xfrm>
                <a:off x="7649823" y="2028825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53" name="Ellipse 352">
                <a:extLst>
                  <a:ext uri="{FF2B5EF4-FFF2-40B4-BE49-F238E27FC236}">
                    <a16:creationId xmlns:a16="http://schemas.microsoft.com/office/drawing/2014/main" id="{B73DED9C-35D0-82BF-E646-973289DFEFE3}"/>
                  </a:ext>
                </a:extLst>
              </p:cNvPr>
              <p:cNvSpPr/>
              <p:nvPr/>
            </p:nvSpPr>
            <p:spPr>
              <a:xfrm>
                <a:off x="7649823" y="2205000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4" name="Ellipse 353">
                <a:extLst>
                  <a:ext uri="{FF2B5EF4-FFF2-40B4-BE49-F238E27FC236}">
                    <a16:creationId xmlns:a16="http://schemas.microsoft.com/office/drawing/2014/main" id="{005F0E6D-C6A2-7A8E-7B94-B24A90A5A36B}"/>
                  </a:ext>
                </a:extLst>
              </p:cNvPr>
              <p:cNvSpPr/>
              <p:nvPr/>
            </p:nvSpPr>
            <p:spPr>
              <a:xfrm>
                <a:off x="7649823" y="2381175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5" name="Ellipse 354">
                <a:extLst>
                  <a:ext uri="{FF2B5EF4-FFF2-40B4-BE49-F238E27FC236}">
                    <a16:creationId xmlns:a16="http://schemas.microsoft.com/office/drawing/2014/main" id="{0532CE2C-8D52-C4A7-C832-C09FFFC0E6CE}"/>
                  </a:ext>
                </a:extLst>
              </p:cNvPr>
              <p:cNvSpPr/>
              <p:nvPr/>
            </p:nvSpPr>
            <p:spPr>
              <a:xfrm>
                <a:off x="7649823" y="2565000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56" name="Rechteck 355">
                <a:extLst>
                  <a:ext uri="{FF2B5EF4-FFF2-40B4-BE49-F238E27FC236}">
                    <a16:creationId xmlns:a16="http://schemas.microsoft.com/office/drawing/2014/main" id="{1F81E88A-E102-6FB0-CA8E-22EF001D3336}"/>
                  </a:ext>
                </a:extLst>
              </p:cNvPr>
              <p:cNvSpPr/>
              <p:nvPr/>
            </p:nvSpPr>
            <p:spPr>
              <a:xfrm>
                <a:off x="7462666" y="201079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57" name="Rechteck 356">
                <a:extLst>
                  <a:ext uri="{FF2B5EF4-FFF2-40B4-BE49-F238E27FC236}">
                    <a16:creationId xmlns:a16="http://schemas.microsoft.com/office/drawing/2014/main" id="{B6EE2442-70D2-6730-C478-A842A8117A71}"/>
                  </a:ext>
                </a:extLst>
              </p:cNvPr>
              <p:cNvSpPr/>
              <p:nvPr/>
            </p:nvSpPr>
            <p:spPr>
              <a:xfrm>
                <a:off x="7462666" y="255007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58" name="Rechteck 357">
                <a:extLst>
                  <a:ext uri="{FF2B5EF4-FFF2-40B4-BE49-F238E27FC236}">
                    <a16:creationId xmlns:a16="http://schemas.microsoft.com/office/drawing/2014/main" id="{3B4A9D48-9E6E-13F2-9365-8B5F6EA630C4}"/>
                  </a:ext>
                </a:extLst>
              </p:cNvPr>
              <p:cNvSpPr/>
              <p:nvPr/>
            </p:nvSpPr>
            <p:spPr>
              <a:xfrm>
                <a:off x="7462666" y="237031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59" name="Rechteck 358">
                <a:extLst>
                  <a:ext uri="{FF2B5EF4-FFF2-40B4-BE49-F238E27FC236}">
                    <a16:creationId xmlns:a16="http://schemas.microsoft.com/office/drawing/2014/main" id="{B11B61D1-106A-525E-B25A-BF3D7F834DE7}"/>
                  </a:ext>
                </a:extLst>
              </p:cNvPr>
              <p:cNvSpPr/>
              <p:nvPr/>
            </p:nvSpPr>
            <p:spPr>
              <a:xfrm>
                <a:off x="7462666" y="219055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</p:grpSp>
        <p:grpSp>
          <p:nvGrpSpPr>
            <p:cNvPr id="72" name="Gruppieren 71">
              <a:extLst>
                <a:ext uri="{FF2B5EF4-FFF2-40B4-BE49-F238E27FC236}">
                  <a16:creationId xmlns:a16="http://schemas.microsoft.com/office/drawing/2014/main" id="{7CBCFB05-C42A-E35F-04A7-C823887EDEF8}"/>
                </a:ext>
              </a:extLst>
            </p:cNvPr>
            <p:cNvGrpSpPr/>
            <p:nvPr/>
          </p:nvGrpSpPr>
          <p:grpSpPr>
            <a:xfrm rot="10800000">
              <a:off x="6429452" y="3028006"/>
              <a:ext cx="433247" cy="720140"/>
              <a:chOff x="7462666" y="2009937"/>
              <a:chExt cx="433247" cy="720140"/>
            </a:xfrm>
          </p:grpSpPr>
          <p:sp>
            <p:nvSpPr>
              <p:cNvPr id="342" name="Rechteck 341">
                <a:extLst>
                  <a:ext uri="{FF2B5EF4-FFF2-40B4-BE49-F238E27FC236}">
                    <a16:creationId xmlns:a16="http://schemas.microsoft.com/office/drawing/2014/main" id="{8E9BB55E-CA3D-14B9-5636-6F75DCC5CB6A}"/>
                  </a:ext>
                </a:extLst>
              </p:cNvPr>
              <p:cNvSpPr/>
              <p:nvPr/>
            </p:nvSpPr>
            <p:spPr>
              <a:xfrm>
                <a:off x="7463913" y="2009937"/>
                <a:ext cx="432000" cy="72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43" name="Ellipse 342">
                <a:extLst>
                  <a:ext uri="{FF2B5EF4-FFF2-40B4-BE49-F238E27FC236}">
                    <a16:creationId xmlns:a16="http://schemas.microsoft.com/office/drawing/2014/main" id="{444E5B8E-38D9-AC4E-6F88-B34C317CFAD4}"/>
                  </a:ext>
                </a:extLst>
              </p:cNvPr>
              <p:cNvSpPr/>
              <p:nvPr/>
            </p:nvSpPr>
            <p:spPr>
              <a:xfrm>
                <a:off x="7649823" y="2028825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44" name="Ellipse 343">
                <a:extLst>
                  <a:ext uri="{FF2B5EF4-FFF2-40B4-BE49-F238E27FC236}">
                    <a16:creationId xmlns:a16="http://schemas.microsoft.com/office/drawing/2014/main" id="{C1741486-61FE-65C7-9935-CCF7193EFB9A}"/>
                  </a:ext>
                </a:extLst>
              </p:cNvPr>
              <p:cNvSpPr/>
              <p:nvPr/>
            </p:nvSpPr>
            <p:spPr>
              <a:xfrm>
                <a:off x="7649823" y="2205000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5" name="Ellipse 344">
                <a:extLst>
                  <a:ext uri="{FF2B5EF4-FFF2-40B4-BE49-F238E27FC236}">
                    <a16:creationId xmlns:a16="http://schemas.microsoft.com/office/drawing/2014/main" id="{0BFB02B5-6200-F377-0BE3-B421922167A3}"/>
                  </a:ext>
                </a:extLst>
              </p:cNvPr>
              <p:cNvSpPr/>
              <p:nvPr/>
            </p:nvSpPr>
            <p:spPr>
              <a:xfrm>
                <a:off x="7649823" y="2381175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6" name="Ellipse 345">
                <a:extLst>
                  <a:ext uri="{FF2B5EF4-FFF2-40B4-BE49-F238E27FC236}">
                    <a16:creationId xmlns:a16="http://schemas.microsoft.com/office/drawing/2014/main" id="{6BD208CA-76D1-6AEE-D500-B528DE5D709E}"/>
                  </a:ext>
                </a:extLst>
              </p:cNvPr>
              <p:cNvSpPr/>
              <p:nvPr/>
            </p:nvSpPr>
            <p:spPr>
              <a:xfrm>
                <a:off x="7649823" y="2565000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47" name="Rechteck 346">
                <a:extLst>
                  <a:ext uri="{FF2B5EF4-FFF2-40B4-BE49-F238E27FC236}">
                    <a16:creationId xmlns:a16="http://schemas.microsoft.com/office/drawing/2014/main" id="{35E1ACD7-7C12-773F-7EE3-8EDE1F89EFC0}"/>
                  </a:ext>
                </a:extLst>
              </p:cNvPr>
              <p:cNvSpPr/>
              <p:nvPr/>
            </p:nvSpPr>
            <p:spPr>
              <a:xfrm>
                <a:off x="7462666" y="201079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48" name="Rechteck 347">
                <a:extLst>
                  <a:ext uri="{FF2B5EF4-FFF2-40B4-BE49-F238E27FC236}">
                    <a16:creationId xmlns:a16="http://schemas.microsoft.com/office/drawing/2014/main" id="{D125E7FB-771C-7AAE-A6F5-A1A9EB1007F9}"/>
                  </a:ext>
                </a:extLst>
              </p:cNvPr>
              <p:cNvSpPr/>
              <p:nvPr/>
            </p:nvSpPr>
            <p:spPr>
              <a:xfrm>
                <a:off x="7462666" y="255007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49" name="Rechteck 348">
                <a:extLst>
                  <a:ext uri="{FF2B5EF4-FFF2-40B4-BE49-F238E27FC236}">
                    <a16:creationId xmlns:a16="http://schemas.microsoft.com/office/drawing/2014/main" id="{22972C66-C62A-33E3-FF7D-D6335FF60F2D}"/>
                  </a:ext>
                </a:extLst>
              </p:cNvPr>
              <p:cNvSpPr/>
              <p:nvPr/>
            </p:nvSpPr>
            <p:spPr>
              <a:xfrm>
                <a:off x="7462666" y="237031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50" name="Rechteck 349">
                <a:extLst>
                  <a:ext uri="{FF2B5EF4-FFF2-40B4-BE49-F238E27FC236}">
                    <a16:creationId xmlns:a16="http://schemas.microsoft.com/office/drawing/2014/main" id="{3D74DA46-5C96-FAD8-0633-6212004DFB65}"/>
                  </a:ext>
                </a:extLst>
              </p:cNvPr>
              <p:cNvSpPr/>
              <p:nvPr/>
            </p:nvSpPr>
            <p:spPr>
              <a:xfrm>
                <a:off x="7462666" y="219055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</p:grpSp>
        <p:grpSp>
          <p:nvGrpSpPr>
            <p:cNvPr id="73" name="Gruppieren 72">
              <a:extLst>
                <a:ext uri="{FF2B5EF4-FFF2-40B4-BE49-F238E27FC236}">
                  <a16:creationId xmlns:a16="http://schemas.microsoft.com/office/drawing/2014/main" id="{D4EB8A43-2538-7454-2140-6D0E8437193A}"/>
                </a:ext>
              </a:extLst>
            </p:cNvPr>
            <p:cNvGrpSpPr/>
            <p:nvPr/>
          </p:nvGrpSpPr>
          <p:grpSpPr>
            <a:xfrm rot="10800000">
              <a:off x="6429452" y="2282593"/>
              <a:ext cx="433247" cy="720140"/>
              <a:chOff x="7462666" y="2009937"/>
              <a:chExt cx="433247" cy="720140"/>
            </a:xfrm>
          </p:grpSpPr>
          <p:sp>
            <p:nvSpPr>
              <p:cNvPr id="333" name="Rechteck 332">
                <a:extLst>
                  <a:ext uri="{FF2B5EF4-FFF2-40B4-BE49-F238E27FC236}">
                    <a16:creationId xmlns:a16="http://schemas.microsoft.com/office/drawing/2014/main" id="{49F8E658-1C78-9AAB-0D92-1FD83F87A43A}"/>
                  </a:ext>
                </a:extLst>
              </p:cNvPr>
              <p:cNvSpPr/>
              <p:nvPr/>
            </p:nvSpPr>
            <p:spPr>
              <a:xfrm>
                <a:off x="7463913" y="2009937"/>
                <a:ext cx="432000" cy="72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34" name="Ellipse 333">
                <a:extLst>
                  <a:ext uri="{FF2B5EF4-FFF2-40B4-BE49-F238E27FC236}">
                    <a16:creationId xmlns:a16="http://schemas.microsoft.com/office/drawing/2014/main" id="{C49804B5-4732-3A53-E41D-BAE7288A0E57}"/>
                  </a:ext>
                </a:extLst>
              </p:cNvPr>
              <p:cNvSpPr/>
              <p:nvPr/>
            </p:nvSpPr>
            <p:spPr>
              <a:xfrm>
                <a:off x="7649823" y="2028825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35" name="Ellipse 334">
                <a:extLst>
                  <a:ext uri="{FF2B5EF4-FFF2-40B4-BE49-F238E27FC236}">
                    <a16:creationId xmlns:a16="http://schemas.microsoft.com/office/drawing/2014/main" id="{FFAE3AA1-B2D4-93FC-120B-F45EDE1004EE}"/>
                  </a:ext>
                </a:extLst>
              </p:cNvPr>
              <p:cNvSpPr/>
              <p:nvPr/>
            </p:nvSpPr>
            <p:spPr>
              <a:xfrm>
                <a:off x="7649823" y="2205000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6" name="Ellipse 335">
                <a:extLst>
                  <a:ext uri="{FF2B5EF4-FFF2-40B4-BE49-F238E27FC236}">
                    <a16:creationId xmlns:a16="http://schemas.microsoft.com/office/drawing/2014/main" id="{9E0DB053-F6C8-F478-3E73-5406F648257B}"/>
                  </a:ext>
                </a:extLst>
              </p:cNvPr>
              <p:cNvSpPr/>
              <p:nvPr/>
            </p:nvSpPr>
            <p:spPr>
              <a:xfrm>
                <a:off x="7649823" y="2381175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7" name="Ellipse 336">
                <a:extLst>
                  <a:ext uri="{FF2B5EF4-FFF2-40B4-BE49-F238E27FC236}">
                    <a16:creationId xmlns:a16="http://schemas.microsoft.com/office/drawing/2014/main" id="{67DB41EE-D39D-05C4-7271-D0B5BFDB6AD9}"/>
                  </a:ext>
                </a:extLst>
              </p:cNvPr>
              <p:cNvSpPr/>
              <p:nvPr/>
            </p:nvSpPr>
            <p:spPr>
              <a:xfrm>
                <a:off x="7649823" y="2565000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38" name="Rechteck 337">
                <a:extLst>
                  <a:ext uri="{FF2B5EF4-FFF2-40B4-BE49-F238E27FC236}">
                    <a16:creationId xmlns:a16="http://schemas.microsoft.com/office/drawing/2014/main" id="{2DF0C546-8082-96EE-FB6F-C8BCAFBB05C3}"/>
                  </a:ext>
                </a:extLst>
              </p:cNvPr>
              <p:cNvSpPr/>
              <p:nvPr/>
            </p:nvSpPr>
            <p:spPr>
              <a:xfrm>
                <a:off x="7462666" y="201079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39" name="Rechteck 338">
                <a:extLst>
                  <a:ext uri="{FF2B5EF4-FFF2-40B4-BE49-F238E27FC236}">
                    <a16:creationId xmlns:a16="http://schemas.microsoft.com/office/drawing/2014/main" id="{AC1A3D2F-2145-7236-1F39-BE59DD2CF3B7}"/>
                  </a:ext>
                </a:extLst>
              </p:cNvPr>
              <p:cNvSpPr/>
              <p:nvPr/>
            </p:nvSpPr>
            <p:spPr>
              <a:xfrm>
                <a:off x="7462666" y="255007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40" name="Rechteck 339">
                <a:extLst>
                  <a:ext uri="{FF2B5EF4-FFF2-40B4-BE49-F238E27FC236}">
                    <a16:creationId xmlns:a16="http://schemas.microsoft.com/office/drawing/2014/main" id="{56E726CD-12F8-3B8F-E621-659895DF0BA7}"/>
                  </a:ext>
                </a:extLst>
              </p:cNvPr>
              <p:cNvSpPr/>
              <p:nvPr/>
            </p:nvSpPr>
            <p:spPr>
              <a:xfrm>
                <a:off x="7462666" y="237031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41" name="Rechteck 340">
                <a:extLst>
                  <a:ext uri="{FF2B5EF4-FFF2-40B4-BE49-F238E27FC236}">
                    <a16:creationId xmlns:a16="http://schemas.microsoft.com/office/drawing/2014/main" id="{B41A1DE0-C688-3ADA-B3BA-903E33B3E20B}"/>
                  </a:ext>
                </a:extLst>
              </p:cNvPr>
              <p:cNvSpPr/>
              <p:nvPr/>
            </p:nvSpPr>
            <p:spPr>
              <a:xfrm>
                <a:off x="7462666" y="219055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</p:grpSp>
        <p:grpSp>
          <p:nvGrpSpPr>
            <p:cNvPr id="74" name="Gruppieren 73">
              <a:extLst>
                <a:ext uri="{FF2B5EF4-FFF2-40B4-BE49-F238E27FC236}">
                  <a16:creationId xmlns:a16="http://schemas.microsoft.com/office/drawing/2014/main" id="{EFAAC850-F456-E6C3-64DC-3E6749D2B75A}"/>
                </a:ext>
              </a:extLst>
            </p:cNvPr>
            <p:cNvGrpSpPr/>
            <p:nvPr/>
          </p:nvGrpSpPr>
          <p:grpSpPr>
            <a:xfrm rot="10800000">
              <a:off x="6429452" y="1537181"/>
              <a:ext cx="433247" cy="720140"/>
              <a:chOff x="7462666" y="2009937"/>
              <a:chExt cx="433247" cy="720140"/>
            </a:xfrm>
          </p:grpSpPr>
          <p:sp>
            <p:nvSpPr>
              <p:cNvPr id="324" name="Rechteck 323">
                <a:extLst>
                  <a:ext uri="{FF2B5EF4-FFF2-40B4-BE49-F238E27FC236}">
                    <a16:creationId xmlns:a16="http://schemas.microsoft.com/office/drawing/2014/main" id="{876AE358-EC84-1170-76FE-AF5EFE89074A}"/>
                  </a:ext>
                </a:extLst>
              </p:cNvPr>
              <p:cNvSpPr/>
              <p:nvPr/>
            </p:nvSpPr>
            <p:spPr>
              <a:xfrm>
                <a:off x="7463913" y="2009937"/>
                <a:ext cx="432000" cy="72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25" name="Ellipse 324">
                <a:extLst>
                  <a:ext uri="{FF2B5EF4-FFF2-40B4-BE49-F238E27FC236}">
                    <a16:creationId xmlns:a16="http://schemas.microsoft.com/office/drawing/2014/main" id="{65B3A364-CBE5-F1C4-7D3C-71D7B9804635}"/>
                  </a:ext>
                </a:extLst>
              </p:cNvPr>
              <p:cNvSpPr/>
              <p:nvPr/>
            </p:nvSpPr>
            <p:spPr>
              <a:xfrm>
                <a:off x="7649823" y="2028825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326" name="Ellipse 325">
                <a:extLst>
                  <a:ext uri="{FF2B5EF4-FFF2-40B4-BE49-F238E27FC236}">
                    <a16:creationId xmlns:a16="http://schemas.microsoft.com/office/drawing/2014/main" id="{66A693D5-84B5-001E-4338-52A2432203EA}"/>
                  </a:ext>
                </a:extLst>
              </p:cNvPr>
              <p:cNvSpPr/>
              <p:nvPr/>
            </p:nvSpPr>
            <p:spPr>
              <a:xfrm>
                <a:off x="7649823" y="2205000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7" name="Ellipse 326">
                <a:extLst>
                  <a:ext uri="{FF2B5EF4-FFF2-40B4-BE49-F238E27FC236}">
                    <a16:creationId xmlns:a16="http://schemas.microsoft.com/office/drawing/2014/main" id="{6F9E37C4-5AFF-E649-5B31-DE36A42729AC}"/>
                  </a:ext>
                </a:extLst>
              </p:cNvPr>
              <p:cNvSpPr/>
              <p:nvPr/>
            </p:nvSpPr>
            <p:spPr>
              <a:xfrm>
                <a:off x="7649823" y="2381175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8" name="Ellipse 327">
                <a:extLst>
                  <a:ext uri="{FF2B5EF4-FFF2-40B4-BE49-F238E27FC236}">
                    <a16:creationId xmlns:a16="http://schemas.microsoft.com/office/drawing/2014/main" id="{0F6D7947-2F7A-CED1-C558-622AA4E29415}"/>
                  </a:ext>
                </a:extLst>
              </p:cNvPr>
              <p:cNvSpPr/>
              <p:nvPr/>
            </p:nvSpPr>
            <p:spPr>
              <a:xfrm>
                <a:off x="7649823" y="2565000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9" name="Rechteck 328">
                <a:extLst>
                  <a:ext uri="{FF2B5EF4-FFF2-40B4-BE49-F238E27FC236}">
                    <a16:creationId xmlns:a16="http://schemas.microsoft.com/office/drawing/2014/main" id="{9E371ECE-D27A-ABC6-6717-37E7EA93A6DA}"/>
                  </a:ext>
                </a:extLst>
              </p:cNvPr>
              <p:cNvSpPr/>
              <p:nvPr/>
            </p:nvSpPr>
            <p:spPr>
              <a:xfrm>
                <a:off x="7462666" y="201079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30" name="Rechteck 329">
                <a:extLst>
                  <a:ext uri="{FF2B5EF4-FFF2-40B4-BE49-F238E27FC236}">
                    <a16:creationId xmlns:a16="http://schemas.microsoft.com/office/drawing/2014/main" id="{12EDB6D1-AEA7-D4AA-1536-CFF095232995}"/>
                  </a:ext>
                </a:extLst>
              </p:cNvPr>
              <p:cNvSpPr/>
              <p:nvPr/>
            </p:nvSpPr>
            <p:spPr>
              <a:xfrm>
                <a:off x="7462666" y="255007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31" name="Rechteck 330">
                <a:extLst>
                  <a:ext uri="{FF2B5EF4-FFF2-40B4-BE49-F238E27FC236}">
                    <a16:creationId xmlns:a16="http://schemas.microsoft.com/office/drawing/2014/main" id="{C15E5B5E-E0B5-708E-403C-BBDBAE9ABE02}"/>
                  </a:ext>
                </a:extLst>
              </p:cNvPr>
              <p:cNvSpPr/>
              <p:nvPr/>
            </p:nvSpPr>
            <p:spPr>
              <a:xfrm>
                <a:off x="7462666" y="237031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32" name="Rechteck 331">
                <a:extLst>
                  <a:ext uri="{FF2B5EF4-FFF2-40B4-BE49-F238E27FC236}">
                    <a16:creationId xmlns:a16="http://schemas.microsoft.com/office/drawing/2014/main" id="{A9E1E29B-EA22-B416-A4C7-EDF47A13481E}"/>
                  </a:ext>
                </a:extLst>
              </p:cNvPr>
              <p:cNvSpPr/>
              <p:nvPr/>
            </p:nvSpPr>
            <p:spPr>
              <a:xfrm>
                <a:off x="7462666" y="219055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</p:grpSp>
        <p:grpSp>
          <p:nvGrpSpPr>
            <p:cNvPr id="75" name="Gruppieren 74">
              <a:extLst>
                <a:ext uri="{FF2B5EF4-FFF2-40B4-BE49-F238E27FC236}">
                  <a16:creationId xmlns:a16="http://schemas.microsoft.com/office/drawing/2014/main" id="{6950F3A2-75D9-C8A6-729B-4DCCD3981D26}"/>
                </a:ext>
              </a:extLst>
            </p:cNvPr>
            <p:cNvGrpSpPr/>
            <p:nvPr/>
          </p:nvGrpSpPr>
          <p:grpSpPr>
            <a:xfrm>
              <a:off x="4164988" y="4510421"/>
              <a:ext cx="433247" cy="720140"/>
              <a:chOff x="7462666" y="2009937"/>
              <a:chExt cx="433247" cy="720140"/>
            </a:xfrm>
          </p:grpSpPr>
          <p:sp>
            <p:nvSpPr>
              <p:cNvPr id="311" name="Rechteck 310">
                <a:extLst>
                  <a:ext uri="{FF2B5EF4-FFF2-40B4-BE49-F238E27FC236}">
                    <a16:creationId xmlns:a16="http://schemas.microsoft.com/office/drawing/2014/main" id="{FE7F25F7-F9A6-442F-A9EF-D26498D99985}"/>
                  </a:ext>
                </a:extLst>
              </p:cNvPr>
              <p:cNvSpPr/>
              <p:nvPr/>
            </p:nvSpPr>
            <p:spPr>
              <a:xfrm>
                <a:off x="7463913" y="2009937"/>
                <a:ext cx="432000" cy="72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12" name="Ellipse 311">
                <a:extLst>
                  <a:ext uri="{FF2B5EF4-FFF2-40B4-BE49-F238E27FC236}">
                    <a16:creationId xmlns:a16="http://schemas.microsoft.com/office/drawing/2014/main" id="{EC98A770-DF93-C3A3-8E1C-2B2A8B1F1F50}"/>
                  </a:ext>
                </a:extLst>
              </p:cNvPr>
              <p:cNvSpPr/>
              <p:nvPr/>
            </p:nvSpPr>
            <p:spPr>
              <a:xfrm>
                <a:off x="7649823" y="202882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3" name="Ellipse 312">
                <a:extLst>
                  <a:ext uri="{FF2B5EF4-FFF2-40B4-BE49-F238E27FC236}">
                    <a16:creationId xmlns:a16="http://schemas.microsoft.com/office/drawing/2014/main" id="{84EA8AFB-CFC5-2E06-F9B5-A17213A09FB5}"/>
                  </a:ext>
                </a:extLst>
              </p:cNvPr>
              <p:cNvSpPr/>
              <p:nvPr/>
            </p:nvSpPr>
            <p:spPr>
              <a:xfrm>
                <a:off x="7649823" y="220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4" name="Ellipse 313">
                <a:extLst>
                  <a:ext uri="{FF2B5EF4-FFF2-40B4-BE49-F238E27FC236}">
                    <a16:creationId xmlns:a16="http://schemas.microsoft.com/office/drawing/2014/main" id="{C0E3A45D-C550-606F-125A-2E06AB24D8BD}"/>
                  </a:ext>
                </a:extLst>
              </p:cNvPr>
              <p:cNvSpPr/>
              <p:nvPr/>
            </p:nvSpPr>
            <p:spPr>
              <a:xfrm>
                <a:off x="7649823" y="238117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5" name="Ellipse 314">
                <a:extLst>
                  <a:ext uri="{FF2B5EF4-FFF2-40B4-BE49-F238E27FC236}">
                    <a16:creationId xmlns:a16="http://schemas.microsoft.com/office/drawing/2014/main" id="{9040234A-338E-E005-FD2E-9355B0A90B44}"/>
                  </a:ext>
                </a:extLst>
              </p:cNvPr>
              <p:cNvSpPr/>
              <p:nvPr/>
            </p:nvSpPr>
            <p:spPr>
              <a:xfrm>
                <a:off x="7649823" y="256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6" name="Rechteck 315">
                <a:extLst>
                  <a:ext uri="{FF2B5EF4-FFF2-40B4-BE49-F238E27FC236}">
                    <a16:creationId xmlns:a16="http://schemas.microsoft.com/office/drawing/2014/main" id="{5633B9D2-C9B7-3573-6444-F8CC781018C1}"/>
                  </a:ext>
                </a:extLst>
              </p:cNvPr>
              <p:cNvSpPr/>
              <p:nvPr/>
            </p:nvSpPr>
            <p:spPr>
              <a:xfrm>
                <a:off x="7462666" y="201079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17" name="Rechteck 316">
                <a:extLst>
                  <a:ext uri="{FF2B5EF4-FFF2-40B4-BE49-F238E27FC236}">
                    <a16:creationId xmlns:a16="http://schemas.microsoft.com/office/drawing/2014/main" id="{9E100EA2-3478-9E60-903A-894221DBF640}"/>
                  </a:ext>
                </a:extLst>
              </p:cNvPr>
              <p:cNvSpPr/>
              <p:nvPr/>
            </p:nvSpPr>
            <p:spPr>
              <a:xfrm>
                <a:off x="7462666" y="255007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18" name="Rechteck 317">
                <a:extLst>
                  <a:ext uri="{FF2B5EF4-FFF2-40B4-BE49-F238E27FC236}">
                    <a16:creationId xmlns:a16="http://schemas.microsoft.com/office/drawing/2014/main" id="{C239428B-A461-3765-33DB-A2FFBBD44DA2}"/>
                  </a:ext>
                </a:extLst>
              </p:cNvPr>
              <p:cNvSpPr/>
              <p:nvPr/>
            </p:nvSpPr>
            <p:spPr>
              <a:xfrm>
                <a:off x="7462666" y="237031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19" name="Rechteck 318">
                <a:extLst>
                  <a:ext uri="{FF2B5EF4-FFF2-40B4-BE49-F238E27FC236}">
                    <a16:creationId xmlns:a16="http://schemas.microsoft.com/office/drawing/2014/main" id="{1E68D4B1-C6E9-A9B2-C798-05837FD8F701}"/>
                  </a:ext>
                </a:extLst>
              </p:cNvPr>
              <p:cNvSpPr/>
              <p:nvPr/>
            </p:nvSpPr>
            <p:spPr>
              <a:xfrm>
                <a:off x="7462666" y="219055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cxnSp>
            <p:nvCxnSpPr>
              <p:cNvPr id="320" name="Gerader Verbinder 319">
                <a:extLst>
                  <a:ext uri="{FF2B5EF4-FFF2-40B4-BE49-F238E27FC236}">
                    <a16:creationId xmlns:a16="http://schemas.microsoft.com/office/drawing/2014/main" id="{4E953440-58DD-9AAC-F995-C505617F16CB}"/>
                  </a:ext>
                </a:extLst>
              </p:cNvPr>
              <p:cNvCxnSpPr>
                <a:stCxn id="312" idx="3"/>
                <a:endCxn id="312" idx="7"/>
              </p:cNvCxnSpPr>
              <p:nvPr/>
            </p:nvCxnSpPr>
            <p:spPr>
              <a:xfrm flipV="1">
                <a:off x="7670911" y="2049913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1" name="Gerader Verbinder 320">
                <a:extLst>
                  <a:ext uri="{FF2B5EF4-FFF2-40B4-BE49-F238E27FC236}">
                    <a16:creationId xmlns:a16="http://schemas.microsoft.com/office/drawing/2014/main" id="{6D18021E-D6D6-250F-80FA-D073B14D0AD4}"/>
                  </a:ext>
                </a:extLst>
              </p:cNvPr>
              <p:cNvCxnSpPr>
                <a:cxnSpLocks/>
                <a:stCxn id="313" idx="1"/>
                <a:endCxn id="313" idx="5"/>
              </p:cNvCxnSpPr>
              <p:nvPr/>
            </p:nvCxnSpPr>
            <p:spPr>
              <a:xfrm>
                <a:off x="7670911" y="2226088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2" name="Gerader Verbinder 321">
                <a:extLst>
                  <a:ext uri="{FF2B5EF4-FFF2-40B4-BE49-F238E27FC236}">
                    <a16:creationId xmlns:a16="http://schemas.microsoft.com/office/drawing/2014/main" id="{8F8ED50B-169D-766B-6DE1-03E541B8DFF5}"/>
                  </a:ext>
                </a:extLst>
              </p:cNvPr>
              <p:cNvCxnSpPr>
                <a:cxnSpLocks/>
                <a:stCxn id="314" idx="2"/>
                <a:endCxn id="314" idx="6"/>
              </p:cNvCxnSpPr>
              <p:nvPr/>
            </p:nvCxnSpPr>
            <p:spPr>
              <a:xfrm>
                <a:off x="7649823" y="2453175"/>
                <a:ext cx="144000" cy="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3" name="Gerader Verbinder 322">
                <a:extLst>
                  <a:ext uri="{FF2B5EF4-FFF2-40B4-BE49-F238E27FC236}">
                    <a16:creationId xmlns:a16="http://schemas.microsoft.com/office/drawing/2014/main" id="{DAAEDBA3-AC55-43E4-DF89-665C8B557A8E}"/>
                  </a:ext>
                </a:extLst>
              </p:cNvPr>
              <p:cNvCxnSpPr>
                <a:cxnSpLocks/>
                <a:stCxn id="315" idx="4"/>
                <a:endCxn id="315" idx="0"/>
              </p:cNvCxnSpPr>
              <p:nvPr/>
            </p:nvCxnSpPr>
            <p:spPr>
              <a:xfrm flipV="1">
                <a:off x="7721823" y="2565000"/>
                <a:ext cx="0" cy="14400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6" name="Gruppieren 75">
              <a:extLst>
                <a:ext uri="{FF2B5EF4-FFF2-40B4-BE49-F238E27FC236}">
                  <a16:creationId xmlns:a16="http://schemas.microsoft.com/office/drawing/2014/main" id="{EB35CC43-6B60-5ADA-AF7F-23C279738C1F}"/>
                </a:ext>
              </a:extLst>
            </p:cNvPr>
            <p:cNvGrpSpPr/>
            <p:nvPr/>
          </p:nvGrpSpPr>
          <p:grpSpPr>
            <a:xfrm>
              <a:off x="4164988" y="4123145"/>
              <a:ext cx="433247" cy="360620"/>
              <a:chOff x="8238632" y="1988930"/>
              <a:chExt cx="433247" cy="360620"/>
            </a:xfrm>
          </p:grpSpPr>
          <p:sp>
            <p:nvSpPr>
              <p:cNvPr id="306" name="Rechteck 305">
                <a:extLst>
                  <a:ext uri="{FF2B5EF4-FFF2-40B4-BE49-F238E27FC236}">
                    <a16:creationId xmlns:a16="http://schemas.microsoft.com/office/drawing/2014/main" id="{2785C5CD-67AB-43A2-D4AB-ACBF853B0AF5}"/>
                  </a:ext>
                </a:extLst>
              </p:cNvPr>
              <p:cNvSpPr/>
              <p:nvPr/>
            </p:nvSpPr>
            <p:spPr>
              <a:xfrm>
                <a:off x="8239879" y="1988930"/>
                <a:ext cx="432000" cy="36007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07" name="Ellipse 306">
                <a:extLst>
                  <a:ext uri="{FF2B5EF4-FFF2-40B4-BE49-F238E27FC236}">
                    <a16:creationId xmlns:a16="http://schemas.microsoft.com/office/drawing/2014/main" id="{DACCA06D-F5BC-4FCF-F289-468D27EAC918}"/>
                  </a:ext>
                </a:extLst>
              </p:cNvPr>
              <p:cNvSpPr/>
              <p:nvPr/>
            </p:nvSpPr>
            <p:spPr>
              <a:xfrm>
                <a:off x="8425789" y="2007818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8" name="Ellipse 307">
                <a:extLst>
                  <a:ext uri="{FF2B5EF4-FFF2-40B4-BE49-F238E27FC236}">
                    <a16:creationId xmlns:a16="http://schemas.microsoft.com/office/drawing/2014/main" id="{98633F19-58B4-BCD0-B390-900A05E5AF68}"/>
                  </a:ext>
                </a:extLst>
              </p:cNvPr>
              <p:cNvSpPr/>
              <p:nvPr/>
            </p:nvSpPr>
            <p:spPr>
              <a:xfrm>
                <a:off x="8425789" y="2183993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09" name="Rechteck 308">
                <a:extLst>
                  <a:ext uri="{FF2B5EF4-FFF2-40B4-BE49-F238E27FC236}">
                    <a16:creationId xmlns:a16="http://schemas.microsoft.com/office/drawing/2014/main" id="{7C189BA0-0470-ACF0-E2B2-75D53B74E425}"/>
                  </a:ext>
                </a:extLst>
              </p:cNvPr>
              <p:cNvSpPr/>
              <p:nvPr/>
            </p:nvSpPr>
            <p:spPr>
              <a:xfrm>
                <a:off x="8238632" y="1989790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10" name="Rechteck 309">
                <a:extLst>
                  <a:ext uri="{FF2B5EF4-FFF2-40B4-BE49-F238E27FC236}">
                    <a16:creationId xmlns:a16="http://schemas.microsoft.com/office/drawing/2014/main" id="{00622661-BE91-0563-4B2A-A578E2E69248}"/>
                  </a:ext>
                </a:extLst>
              </p:cNvPr>
              <p:cNvSpPr/>
              <p:nvPr/>
            </p:nvSpPr>
            <p:spPr>
              <a:xfrm>
                <a:off x="8238632" y="2169550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</p:grpSp>
        <p:grpSp>
          <p:nvGrpSpPr>
            <p:cNvPr id="77" name="Gruppieren 76">
              <a:extLst>
                <a:ext uri="{FF2B5EF4-FFF2-40B4-BE49-F238E27FC236}">
                  <a16:creationId xmlns:a16="http://schemas.microsoft.com/office/drawing/2014/main" id="{62C85C0D-2568-14A2-0DAC-C6530164C26F}"/>
                </a:ext>
              </a:extLst>
            </p:cNvPr>
            <p:cNvGrpSpPr/>
            <p:nvPr/>
          </p:nvGrpSpPr>
          <p:grpSpPr>
            <a:xfrm>
              <a:off x="4164988" y="3376349"/>
              <a:ext cx="433247" cy="720140"/>
              <a:chOff x="7462666" y="2009937"/>
              <a:chExt cx="433247" cy="720140"/>
            </a:xfrm>
          </p:grpSpPr>
          <p:sp>
            <p:nvSpPr>
              <p:cNvPr id="293" name="Rechteck 292">
                <a:extLst>
                  <a:ext uri="{FF2B5EF4-FFF2-40B4-BE49-F238E27FC236}">
                    <a16:creationId xmlns:a16="http://schemas.microsoft.com/office/drawing/2014/main" id="{38F34913-D55A-0F42-944F-2DA821221BCD}"/>
                  </a:ext>
                </a:extLst>
              </p:cNvPr>
              <p:cNvSpPr/>
              <p:nvPr/>
            </p:nvSpPr>
            <p:spPr>
              <a:xfrm>
                <a:off x="7463913" y="2009937"/>
                <a:ext cx="432000" cy="72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94" name="Ellipse 293">
                <a:extLst>
                  <a:ext uri="{FF2B5EF4-FFF2-40B4-BE49-F238E27FC236}">
                    <a16:creationId xmlns:a16="http://schemas.microsoft.com/office/drawing/2014/main" id="{D22D524D-9739-650E-5245-228A5B5C699D}"/>
                  </a:ext>
                </a:extLst>
              </p:cNvPr>
              <p:cNvSpPr/>
              <p:nvPr/>
            </p:nvSpPr>
            <p:spPr>
              <a:xfrm>
                <a:off x="7649823" y="202882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5" name="Ellipse 294">
                <a:extLst>
                  <a:ext uri="{FF2B5EF4-FFF2-40B4-BE49-F238E27FC236}">
                    <a16:creationId xmlns:a16="http://schemas.microsoft.com/office/drawing/2014/main" id="{19B65A56-908B-C4A2-EA59-15C50E5578F9}"/>
                  </a:ext>
                </a:extLst>
              </p:cNvPr>
              <p:cNvSpPr/>
              <p:nvPr/>
            </p:nvSpPr>
            <p:spPr>
              <a:xfrm>
                <a:off x="7649823" y="220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6" name="Ellipse 295">
                <a:extLst>
                  <a:ext uri="{FF2B5EF4-FFF2-40B4-BE49-F238E27FC236}">
                    <a16:creationId xmlns:a16="http://schemas.microsoft.com/office/drawing/2014/main" id="{269FA13B-A777-A746-2A3A-1D6A641D4AF3}"/>
                  </a:ext>
                </a:extLst>
              </p:cNvPr>
              <p:cNvSpPr/>
              <p:nvPr/>
            </p:nvSpPr>
            <p:spPr>
              <a:xfrm>
                <a:off x="7649823" y="238117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7" name="Ellipse 296">
                <a:extLst>
                  <a:ext uri="{FF2B5EF4-FFF2-40B4-BE49-F238E27FC236}">
                    <a16:creationId xmlns:a16="http://schemas.microsoft.com/office/drawing/2014/main" id="{AB01E7E5-8360-6CEE-6CB7-6ED3A09A8109}"/>
                  </a:ext>
                </a:extLst>
              </p:cNvPr>
              <p:cNvSpPr/>
              <p:nvPr/>
            </p:nvSpPr>
            <p:spPr>
              <a:xfrm>
                <a:off x="7649823" y="256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98" name="Rechteck 297">
                <a:extLst>
                  <a:ext uri="{FF2B5EF4-FFF2-40B4-BE49-F238E27FC236}">
                    <a16:creationId xmlns:a16="http://schemas.microsoft.com/office/drawing/2014/main" id="{35EE9807-F3BC-0BA7-CEB6-C47219FC89A0}"/>
                  </a:ext>
                </a:extLst>
              </p:cNvPr>
              <p:cNvSpPr/>
              <p:nvPr/>
            </p:nvSpPr>
            <p:spPr>
              <a:xfrm>
                <a:off x="7462666" y="201079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99" name="Rechteck 298">
                <a:extLst>
                  <a:ext uri="{FF2B5EF4-FFF2-40B4-BE49-F238E27FC236}">
                    <a16:creationId xmlns:a16="http://schemas.microsoft.com/office/drawing/2014/main" id="{7F495DA1-3D05-A6ED-48CE-FBBD8C5C9972}"/>
                  </a:ext>
                </a:extLst>
              </p:cNvPr>
              <p:cNvSpPr/>
              <p:nvPr/>
            </p:nvSpPr>
            <p:spPr>
              <a:xfrm>
                <a:off x="7462666" y="255007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00" name="Rechteck 299">
                <a:extLst>
                  <a:ext uri="{FF2B5EF4-FFF2-40B4-BE49-F238E27FC236}">
                    <a16:creationId xmlns:a16="http://schemas.microsoft.com/office/drawing/2014/main" id="{283E19FF-E045-6B34-F28C-D6B893CF23A1}"/>
                  </a:ext>
                </a:extLst>
              </p:cNvPr>
              <p:cNvSpPr/>
              <p:nvPr/>
            </p:nvSpPr>
            <p:spPr>
              <a:xfrm>
                <a:off x="7462666" y="237031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01" name="Rechteck 300">
                <a:extLst>
                  <a:ext uri="{FF2B5EF4-FFF2-40B4-BE49-F238E27FC236}">
                    <a16:creationId xmlns:a16="http://schemas.microsoft.com/office/drawing/2014/main" id="{15BE0E52-6093-8C39-5850-1780C6B9BBFF}"/>
                  </a:ext>
                </a:extLst>
              </p:cNvPr>
              <p:cNvSpPr/>
              <p:nvPr/>
            </p:nvSpPr>
            <p:spPr>
              <a:xfrm>
                <a:off x="7462666" y="219055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cxnSp>
            <p:nvCxnSpPr>
              <p:cNvPr id="302" name="Gerader Verbinder 301">
                <a:extLst>
                  <a:ext uri="{FF2B5EF4-FFF2-40B4-BE49-F238E27FC236}">
                    <a16:creationId xmlns:a16="http://schemas.microsoft.com/office/drawing/2014/main" id="{0BFA9DE3-2FFD-4443-B9F2-7D6065878B4E}"/>
                  </a:ext>
                </a:extLst>
              </p:cNvPr>
              <p:cNvCxnSpPr>
                <a:stCxn id="294" idx="3"/>
                <a:endCxn id="294" idx="7"/>
              </p:cNvCxnSpPr>
              <p:nvPr/>
            </p:nvCxnSpPr>
            <p:spPr>
              <a:xfrm flipV="1">
                <a:off x="7670911" y="2049913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3" name="Gerader Verbinder 302">
                <a:extLst>
                  <a:ext uri="{FF2B5EF4-FFF2-40B4-BE49-F238E27FC236}">
                    <a16:creationId xmlns:a16="http://schemas.microsoft.com/office/drawing/2014/main" id="{E58E6BFE-07D0-CEF0-908C-4199B407C27C}"/>
                  </a:ext>
                </a:extLst>
              </p:cNvPr>
              <p:cNvCxnSpPr>
                <a:cxnSpLocks/>
                <a:stCxn id="295" idx="1"/>
                <a:endCxn id="295" idx="5"/>
              </p:cNvCxnSpPr>
              <p:nvPr/>
            </p:nvCxnSpPr>
            <p:spPr>
              <a:xfrm>
                <a:off x="7670911" y="2226088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4" name="Gerader Verbinder 303">
                <a:extLst>
                  <a:ext uri="{FF2B5EF4-FFF2-40B4-BE49-F238E27FC236}">
                    <a16:creationId xmlns:a16="http://schemas.microsoft.com/office/drawing/2014/main" id="{741A86B3-72B4-7E79-1014-EC0C47925D0E}"/>
                  </a:ext>
                </a:extLst>
              </p:cNvPr>
              <p:cNvCxnSpPr>
                <a:cxnSpLocks/>
                <a:stCxn id="296" idx="2"/>
                <a:endCxn id="296" idx="6"/>
              </p:cNvCxnSpPr>
              <p:nvPr/>
            </p:nvCxnSpPr>
            <p:spPr>
              <a:xfrm>
                <a:off x="7649823" y="2453175"/>
                <a:ext cx="144000" cy="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5" name="Gerader Verbinder 304">
                <a:extLst>
                  <a:ext uri="{FF2B5EF4-FFF2-40B4-BE49-F238E27FC236}">
                    <a16:creationId xmlns:a16="http://schemas.microsoft.com/office/drawing/2014/main" id="{F1BA29DE-808D-75DD-18B7-52C812C05437}"/>
                  </a:ext>
                </a:extLst>
              </p:cNvPr>
              <p:cNvCxnSpPr>
                <a:cxnSpLocks/>
                <a:stCxn id="297" idx="4"/>
                <a:endCxn id="297" idx="0"/>
              </p:cNvCxnSpPr>
              <p:nvPr/>
            </p:nvCxnSpPr>
            <p:spPr>
              <a:xfrm flipV="1">
                <a:off x="7721823" y="2565000"/>
                <a:ext cx="0" cy="14400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8" name="Gruppieren 77">
              <a:extLst>
                <a:ext uri="{FF2B5EF4-FFF2-40B4-BE49-F238E27FC236}">
                  <a16:creationId xmlns:a16="http://schemas.microsoft.com/office/drawing/2014/main" id="{5FF62C65-3073-1F69-0396-9555F2D61830}"/>
                </a:ext>
              </a:extLst>
            </p:cNvPr>
            <p:cNvGrpSpPr/>
            <p:nvPr/>
          </p:nvGrpSpPr>
          <p:grpSpPr>
            <a:xfrm>
              <a:off x="4164988" y="2628219"/>
              <a:ext cx="433247" cy="720140"/>
              <a:chOff x="7462666" y="2009937"/>
              <a:chExt cx="433247" cy="720140"/>
            </a:xfrm>
          </p:grpSpPr>
          <p:sp>
            <p:nvSpPr>
              <p:cNvPr id="280" name="Rechteck 279">
                <a:extLst>
                  <a:ext uri="{FF2B5EF4-FFF2-40B4-BE49-F238E27FC236}">
                    <a16:creationId xmlns:a16="http://schemas.microsoft.com/office/drawing/2014/main" id="{0CB40970-6D8C-FDC4-ECE9-A75B4278C81E}"/>
                  </a:ext>
                </a:extLst>
              </p:cNvPr>
              <p:cNvSpPr/>
              <p:nvPr/>
            </p:nvSpPr>
            <p:spPr>
              <a:xfrm>
                <a:off x="7463913" y="2009937"/>
                <a:ext cx="432000" cy="72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81" name="Ellipse 280">
                <a:extLst>
                  <a:ext uri="{FF2B5EF4-FFF2-40B4-BE49-F238E27FC236}">
                    <a16:creationId xmlns:a16="http://schemas.microsoft.com/office/drawing/2014/main" id="{9659385D-7978-FBDD-4A0A-2B4102F6B5F5}"/>
                  </a:ext>
                </a:extLst>
              </p:cNvPr>
              <p:cNvSpPr/>
              <p:nvPr/>
            </p:nvSpPr>
            <p:spPr>
              <a:xfrm>
                <a:off x="7649823" y="202882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2" name="Ellipse 281">
                <a:extLst>
                  <a:ext uri="{FF2B5EF4-FFF2-40B4-BE49-F238E27FC236}">
                    <a16:creationId xmlns:a16="http://schemas.microsoft.com/office/drawing/2014/main" id="{9FD7DEF2-8A82-E528-62C4-28124F849101}"/>
                  </a:ext>
                </a:extLst>
              </p:cNvPr>
              <p:cNvSpPr/>
              <p:nvPr/>
            </p:nvSpPr>
            <p:spPr>
              <a:xfrm>
                <a:off x="7649823" y="220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3" name="Ellipse 282">
                <a:extLst>
                  <a:ext uri="{FF2B5EF4-FFF2-40B4-BE49-F238E27FC236}">
                    <a16:creationId xmlns:a16="http://schemas.microsoft.com/office/drawing/2014/main" id="{C4514146-604B-EEBD-1596-4BB999A287C2}"/>
                  </a:ext>
                </a:extLst>
              </p:cNvPr>
              <p:cNvSpPr/>
              <p:nvPr/>
            </p:nvSpPr>
            <p:spPr>
              <a:xfrm>
                <a:off x="7649823" y="238117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4" name="Ellipse 283">
                <a:extLst>
                  <a:ext uri="{FF2B5EF4-FFF2-40B4-BE49-F238E27FC236}">
                    <a16:creationId xmlns:a16="http://schemas.microsoft.com/office/drawing/2014/main" id="{C3F54191-AADD-451E-E5D5-B2208EAAFF6A}"/>
                  </a:ext>
                </a:extLst>
              </p:cNvPr>
              <p:cNvSpPr/>
              <p:nvPr/>
            </p:nvSpPr>
            <p:spPr>
              <a:xfrm>
                <a:off x="7649823" y="256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85" name="Rechteck 284">
                <a:extLst>
                  <a:ext uri="{FF2B5EF4-FFF2-40B4-BE49-F238E27FC236}">
                    <a16:creationId xmlns:a16="http://schemas.microsoft.com/office/drawing/2014/main" id="{F5989A27-3F9E-B0B2-5D0A-38E54F238828}"/>
                  </a:ext>
                </a:extLst>
              </p:cNvPr>
              <p:cNvSpPr/>
              <p:nvPr/>
            </p:nvSpPr>
            <p:spPr>
              <a:xfrm>
                <a:off x="7462666" y="201079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86" name="Rechteck 285">
                <a:extLst>
                  <a:ext uri="{FF2B5EF4-FFF2-40B4-BE49-F238E27FC236}">
                    <a16:creationId xmlns:a16="http://schemas.microsoft.com/office/drawing/2014/main" id="{C4D089DC-6FAD-F3B0-DCF8-F79DEE45939C}"/>
                  </a:ext>
                </a:extLst>
              </p:cNvPr>
              <p:cNvSpPr/>
              <p:nvPr/>
            </p:nvSpPr>
            <p:spPr>
              <a:xfrm>
                <a:off x="7462666" y="255007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87" name="Rechteck 286">
                <a:extLst>
                  <a:ext uri="{FF2B5EF4-FFF2-40B4-BE49-F238E27FC236}">
                    <a16:creationId xmlns:a16="http://schemas.microsoft.com/office/drawing/2014/main" id="{44B7EDC4-4149-A217-F666-AB6B7E776EE7}"/>
                  </a:ext>
                </a:extLst>
              </p:cNvPr>
              <p:cNvSpPr/>
              <p:nvPr/>
            </p:nvSpPr>
            <p:spPr>
              <a:xfrm>
                <a:off x="7462666" y="237031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88" name="Rechteck 287">
                <a:extLst>
                  <a:ext uri="{FF2B5EF4-FFF2-40B4-BE49-F238E27FC236}">
                    <a16:creationId xmlns:a16="http://schemas.microsoft.com/office/drawing/2014/main" id="{C84020BF-DAC8-5375-0C16-7C206D7B7D17}"/>
                  </a:ext>
                </a:extLst>
              </p:cNvPr>
              <p:cNvSpPr/>
              <p:nvPr/>
            </p:nvSpPr>
            <p:spPr>
              <a:xfrm>
                <a:off x="7462666" y="219055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cxnSp>
            <p:nvCxnSpPr>
              <p:cNvPr id="289" name="Gerader Verbinder 288">
                <a:extLst>
                  <a:ext uri="{FF2B5EF4-FFF2-40B4-BE49-F238E27FC236}">
                    <a16:creationId xmlns:a16="http://schemas.microsoft.com/office/drawing/2014/main" id="{AC32191D-4623-18A5-3991-D9D6551D80C2}"/>
                  </a:ext>
                </a:extLst>
              </p:cNvPr>
              <p:cNvCxnSpPr>
                <a:stCxn id="281" idx="3"/>
                <a:endCxn id="281" idx="7"/>
              </p:cNvCxnSpPr>
              <p:nvPr/>
            </p:nvCxnSpPr>
            <p:spPr>
              <a:xfrm flipV="1">
                <a:off x="7670911" y="2049913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0" name="Gerader Verbinder 289">
                <a:extLst>
                  <a:ext uri="{FF2B5EF4-FFF2-40B4-BE49-F238E27FC236}">
                    <a16:creationId xmlns:a16="http://schemas.microsoft.com/office/drawing/2014/main" id="{80AF1D18-1A7B-F671-35DE-78E3DF1B939B}"/>
                  </a:ext>
                </a:extLst>
              </p:cNvPr>
              <p:cNvCxnSpPr>
                <a:cxnSpLocks/>
                <a:stCxn id="282" idx="1"/>
                <a:endCxn id="282" idx="5"/>
              </p:cNvCxnSpPr>
              <p:nvPr/>
            </p:nvCxnSpPr>
            <p:spPr>
              <a:xfrm>
                <a:off x="7670911" y="2226088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Gerader Verbinder 290">
                <a:extLst>
                  <a:ext uri="{FF2B5EF4-FFF2-40B4-BE49-F238E27FC236}">
                    <a16:creationId xmlns:a16="http://schemas.microsoft.com/office/drawing/2014/main" id="{CB10211E-0F7A-856C-6CE0-9531E1E1ABFD}"/>
                  </a:ext>
                </a:extLst>
              </p:cNvPr>
              <p:cNvCxnSpPr>
                <a:cxnSpLocks/>
                <a:stCxn id="283" idx="2"/>
                <a:endCxn id="283" idx="6"/>
              </p:cNvCxnSpPr>
              <p:nvPr/>
            </p:nvCxnSpPr>
            <p:spPr>
              <a:xfrm>
                <a:off x="7649823" y="2453175"/>
                <a:ext cx="144000" cy="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Gerader Verbinder 291">
                <a:extLst>
                  <a:ext uri="{FF2B5EF4-FFF2-40B4-BE49-F238E27FC236}">
                    <a16:creationId xmlns:a16="http://schemas.microsoft.com/office/drawing/2014/main" id="{FA7160B8-D14D-8A9B-9028-096ABEB422E7}"/>
                  </a:ext>
                </a:extLst>
              </p:cNvPr>
              <p:cNvCxnSpPr>
                <a:cxnSpLocks/>
                <a:stCxn id="284" idx="4"/>
                <a:endCxn id="284" idx="0"/>
              </p:cNvCxnSpPr>
              <p:nvPr/>
            </p:nvCxnSpPr>
            <p:spPr>
              <a:xfrm flipV="1">
                <a:off x="7721823" y="2565000"/>
                <a:ext cx="0" cy="14400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9" name="Gruppieren 78">
              <a:extLst>
                <a:ext uri="{FF2B5EF4-FFF2-40B4-BE49-F238E27FC236}">
                  <a16:creationId xmlns:a16="http://schemas.microsoft.com/office/drawing/2014/main" id="{9929D8DA-C4A7-CE99-C111-02803B42EE18}"/>
                </a:ext>
              </a:extLst>
            </p:cNvPr>
            <p:cNvGrpSpPr/>
            <p:nvPr/>
          </p:nvGrpSpPr>
          <p:grpSpPr>
            <a:xfrm>
              <a:off x="4164988" y="2240943"/>
              <a:ext cx="433247" cy="360620"/>
              <a:chOff x="8238632" y="1988930"/>
              <a:chExt cx="433247" cy="360620"/>
            </a:xfrm>
          </p:grpSpPr>
          <p:sp>
            <p:nvSpPr>
              <p:cNvPr id="275" name="Rechteck 274">
                <a:extLst>
                  <a:ext uri="{FF2B5EF4-FFF2-40B4-BE49-F238E27FC236}">
                    <a16:creationId xmlns:a16="http://schemas.microsoft.com/office/drawing/2014/main" id="{9DA72FD8-EE5F-65BF-812A-9D71E347B2F1}"/>
                  </a:ext>
                </a:extLst>
              </p:cNvPr>
              <p:cNvSpPr/>
              <p:nvPr/>
            </p:nvSpPr>
            <p:spPr>
              <a:xfrm>
                <a:off x="8239879" y="1988930"/>
                <a:ext cx="432000" cy="36007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76" name="Ellipse 275">
                <a:extLst>
                  <a:ext uri="{FF2B5EF4-FFF2-40B4-BE49-F238E27FC236}">
                    <a16:creationId xmlns:a16="http://schemas.microsoft.com/office/drawing/2014/main" id="{AE7AFA65-E081-048F-C0E4-31A3F5540426}"/>
                  </a:ext>
                </a:extLst>
              </p:cNvPr>
              <p:cNvSpPr/>
              <p:nvPr/>
            </p:nvSpPr>
            <p:spPr>
              <a:xfrm>
                <a:off x="8425789" y="2007818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7" name="Ellipse 276">
                <a:extLst>
                  <a:ext uri="{FF2B5EF4-FFF2-40B4-BE49-F238E27FC236}">
                    <a16:creationId xmlns:a16="http://schemas.microsoft.com/office/drawing/2014/main" id="{F4D43C81-8B6C-C2E7-378C-C5CAFFA67182}"/>
                  </a:ext>
                </a:extLst>
              </p:cNvPr>
              <p:cNvSpPr/>
              <p:nvPr/>
            </p:nvSpPr>
            <p:spPr>
              <a:xfrm>
                <a:off x="8425789" y="2183993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78" name="Rechteck 277">
                <a:extLst>
                  <a:ext uri="{FF2B5EF4-FFF2-40B4-BE49-F238E27FC236}">
                    <a16:creationId xmlns:a16="http://schemas.microsoft.com/office/drawing/2014/main" id="{0ADBEAED-A401-4B16-6670-E65173F7F4E3}"/>
                  </a:ext>
                </a:extLst>
              </p:cNvPr>
              <p:cNvSpPr/>
              <p:nvPr/>
            </p:nvSpPr>
            <p:spPr>
              <a:xfrm>
                <a:off x="8238632" y="1989790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79" name="Rechteck 278">
                <a:extLst>
                  <a:ext uri="{FF2B5EF4-FFF2-40B4-BE49-F238E27FC236}">
                    <a16:creationId xmlns:a16="http://schemas.microsoft.com/office/drawing/2014/main" id="{D4B2DE57-988A-79D4-20D6-CA4F637407C2}"/>
                  </a:ext>
                </a:extLst>
              </p:cNvPr>
              <p:cNvSpPr/>
              <p:nvPr/>
            </p:nvSpPr>
            <p:spPr>
              <a:xfrm>
                <a:off x="8238632" y="2169550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</p:grpSp>
        <p:grpSp>
          <p:nvGrpSpPr>
            <p:cNvPr id="80" name="Gruppieren 79">
              <a:extLst>
                <a:ext uri="{FF2B5EF4-FFF2-40B4-BE49-F238E27FC236}">
                  <a16:creationId xmlns:a16="http://schemas.microsoft.com/office/drawing/2014/main" id="{9B244AC1-E61A-2407-2953-D041F280C23E}"/>
                </a:ext>
              </a:extLst>
            </p:cNvPr>
            <p:cNvGrpSpPr/>
            <p:nvPr/>
          </p:nvGrpSpPr>
          <p:grpSpPr>
            <a:xfrm>
              <a:off x="4164988" y="1494147"/>
              <a:ext cx="433247" cy="720140"/>
              <a:chOff x="7462666" y="2009937"/>
              <a:chExt cx="433247" cy="720140"/>
            </a:xfrm>
          </p:grpSpPr>
          <p:sp>
            <p:nvSpPr>
              <p:cNvPr id="262" name="Rechteck 261">
                <a:extLst>
                  <a:ext uri="{FF2B5EF4-FFF2-40B4-BE49-F238E27FC236}">
                    <a16:creationId xmlns:a16="http://schemas.microsoft.com/office/drawing/2014/main" id="{F5FD509F-3AB3-E69F-F425-336850F69917}"/>
                  </a:ext>
                </a:extLst>
              </p:cNvPr>
              <p:cNvSpPr/>
              <p:nvPr/>
            </p:nvSpPr>
            <p:spPr>
              <a:xfrm>
                <a:off x="7463913" y="2009937"/>
                <a:ext cx="432000" cy="72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63" name="Ellipse 262">
                <a:extLst>
                  <a:ext uri="{FF2B5EF4-FFF2-40B4-BE49-F238E27FC236}">
                    <a16:creationId xmlns:a16="http://schemas.microsoft.com/office/drawing/2014/main" id="{6633427F-D0FE-0138-684C-41A9BAE0868F}"/>
                  </a:ext>
                </a:extLst>
              </p:cNvPr>
              <p:cNvSpPr/>
              <p:nvPr/>
            </p:nvSpPr>
            <p:spPr>
              <a:xfrm>
                <a:off x="7649823" y="202882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4" name="Ellipse 263">
                <a:extLst>
                  <a:ext uri="{FF2B5EF4-FFF2-40B4-BE49-F238E27FC236}">
                    <a16:creationId xmlns:a16="http://schemas.microsoft.com/office/drawing/2014/main" id="{4FED182E-6B9F-54CC-76A2-4EB3B9F885C0}"/>
                  </a:ext>
                </a:extLst>
              </p:cNvPr>
              <p:cNvSpPr/>
              <p:nvPr/>
            </p:nvSpPr>
            <p:spPr>
              <a:xfrm>
                <a:off x="7649823" y="220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5" name="Ellipse 264">
                <a:extLst>
                  <a:ext uri="{FF2B5EF4-FFF2-40B4-BE49-F238E27FC236}">
                    <a16:creationId xmlns:a16="http://schemas.microsoft.com/office/drawing/2014/main" id="{0AB4C577-EE27-4572-1AC4-463D1A7D6723}"/>
                  </a:ext>
                </a:extLst>
              </p:cNvPr>
              <p:cNvSpPr/>
              <p:nvPr/>
            </p:nvSpPr>
            <p:spPr>
              <a:xfrm>
                <a:off x="7649823" y="238117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6" name="Ellipse 265">
                <a:extLst>
                  <a:ext uri="{FF2B5EF4-FFF2-40B4-BE49-F238E27FC236}">
                    <a16:creationId xmlns:a16="http://schemas.microsoft.com/office/drawing/2014/main" id="{179941F5-5268-62D2-D16B-A6DD9F0DE0CE}"/>
                  </a:ext>
                </a:extLst>
              </p:cNvPr>
              <p:cNvSpPr/>
              <p:nvPr/>
            </p:nvSpPr>
            <p:spPr>
              <a:xfrm>
                <a:off x="7649823" y="256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67" name="Rechteck 266">
                <a:extLst>
                  <a:ext uri="{FF2B5EF4-FFF2-40B4-BE49-F238E27FC236}">
                    <a16:creationId xmlns:a16="http://schemas.microsoft.com/office/drawing/2014/main" id="{B0BAE7F1-F6DD-76F3-FFCB-E46C10BA613D}"/>
                  </a:ext>
                </a:extLst>
              </p:cNvPr>
              <p:cNvSpPr/>
              <p:nvPr/>
            </p:nvSpPr>
            <p:spPr>
              <a:xfrm>
                <a:off x="7462666" y="201079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68" name="Rechteck 267">
                <a:extLst>
                  <a:ext uri="{FF2B5EF4-FFF2-40B4-BE49-F238E27FC236}">
                    <a16:creationId xmlns:a16="http://schemas.microsoft.com/office/drawing/2014/main" id="{F24B2CC3-6118-ACF4-6917-DC5F3CAF6D29}"/>
                  </a:ext>
                </a:extLst>
              </p:cNvPr>
              <p:cNvSpPr/>
              <p:nvPr/>
            </p:nvSpPr>
            <p:spPr>
              <a:xfrm>
                <a:off x="7462666" y="255007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69" name="Rechteck 268">
                <a:extLst>
                  <a:ext uri="{FF2B5EF4-FFF2-40B4-BE49-F238E27FC236}">
                    <a16:creationId xmlns:a16="http://schemas.microsoft.com/office/drawing/2014/main" id="{1EC478EA-49AC-2711-0264-5BE5C6D02516}"/>
                  </a:ext>
                </a:extLst>
              </p:cNvPr>
              <p:cNvSpPr/>
              <p:nvPr/>
            </p:nvSpPr>
            <p:spPr>
              <a:xfrm>
                <a:off x="7462666" y="237031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70" name="Rechteck 269">
                <a:extLst>
                  <a:ext uri="{FF2B5EF4-FFF2-40B4-BE49-F238E27FC236}">
                    <a16:creationId xmlns:a16="http://schemas.microsoft.com/office/drawing/2014/main" id="{E26C9E3A-9029-D171-C90F-FC2DD46E54AA}"/>
                  </a:ext>
                </a:extLst>
              </p:cNvPr>
              <p:cNvSpPr/>
              <p:nvPr/>
            </p:nvSpPr>
            <p:spPr>
              <a:xfrm>
                <a:off x="7462666" y="219055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cxnSp>
            <p:nvCxnSpPr>
              <p:cNvPr id="271" name="Gerader Verbinder 270">
                <a:extLst>
                  <a:ext uri="{FF2B5EF4-FFF2-40B4-BE49-F238E27FC236}">
                    <a16:creationId xmlns:a16="http://schemas.microsoft.com/office/drawing/2014/main" id="{F8A1D4F8-14B7-C867-6DA9-C621588C58C0}"/>
                  </a:ext>
                </a:extLst>
              </p:cNvPr>
              <p:cNvCxnSpPr>
                <a:stCxn id="263" idx="3"/>
                <a:endCxn id="263" idx="7"/>
              </p:cNvCxnSpPr>
              <p:nvPr/>
            </p:nvCxnSpPr>
            <p:spPr>
              <a:xfrm flipV="1">
                <a:off x="7670911" y="2049913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2" name="Gerader Verbinder 271">
                <a:extLst>
                  <a:ext uri="{FF2B5EF4-FFF2-40B4-BE49-F238E27FC236}">
                    <a16:creationId xmlns:a16="http://schemas.microsoft.com/office/drawing/2014/main" id="{1A8F81DA-7F37-0BF5-A91E-D154FADE5F0A}"/>
                  </a:ext>
                </a:extLst>
              </p:cNvPr>
              <p:cNvCxnSpPr>
                <a:cxnSpLocks/>
                <a:stCxn id="264" idx="1"/>
                <a:endCxn id="264" idx="5"/>
              </p:cNvCxnSpPr>
              <p:nvPr/>
            </p:nvCxnSpPr>
            <p:spPr>
              <a:xfrm>
                <a:off x="7670911" y="2226088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3" name="Gerader Verbinder 272">
                <a:extLst>
                  <a:ext uri="{FF2B5EF4-FFF2-40B4-BE49-F238E27FC236}">
                    <a16:creationId xmlns:a16="http://schemas.microsoft.com/office/drawing/2014/main" id="{F8D1C2B8-6950-E8CC-E369-7739D61F9A72}"/>
                  </a:ext>
                </a:extLst>
              </p:cNvPr>
              <p:cNvCxnSpPr>
                <a:cxnSpLocks/>
                <a:stCxn id="265" idx="2"/>
                <a:endCxn id="265" idx="6"/>
              </p:cNvCxnSpPr>
              <p:nvPr/>
            </p:nvCxnSpPr>
            <p:spPr>
              <a:xfrm>
                <a:off x="7649823" y="2453175"/>
                <a:ext cx="144000" cy="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Gerader Verbinder 273">
                <a:extLst>
                  <a:ext uri="{FF2B5EF4-FFF2-40B4-BE49-F238E27FC236}">
                    <a16:creationId xmlns:a16="http://schemas.microsoft.com/office/drawing/2014/main" id="{C8CF6593-D148-CB5F-A79A-FA98289D3C45}"/>
                  </a:ext>
                </a:extLst>
              </p:cNvPr>
              <p:cNvCxnSpPr>
                <a:cxnSpLocks/>
                <a:stCxn id="266" idx="4"/>
                <a:endCxn id="266" idx="0"/>
              </p:cNvCxnSpPr>
              <p:nvPr/>
            </p:nvCxnSpPr>
            <p:spPr>
              <a:xfrm flipV="1">
                <a:off x="7721823" y="2565000"/>
                <a:ext cx="0" cy="14400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1" name="Textfeld 80">
              <a:extLst>
                <a:ext uri="{FF2B5EF4-FFF2-40B4-BE49-F238E27FC236}">
                  <a16:creationId xmlns:a16="http://schemas.microsoft.com/office/drawing/2014/main" id="{DB0BCAC7-F870-D031-BD0C-AC45F9CD0381}"/>
                </a:ext>
              </a:extLst>
            </p:cNvPr>
            <p:cNvSpPr txBox="1"/>
            <p:nvPr/>
          </p:nvSpPr>
          <p:spPr>
            <a:xfrm>
              <a:off x="5136188" y="3385657"/>
              <a:ext cx="853275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Extension</a:t>
              </a:r>
            </a:p>
          </p:txBody>
        </p:sp>
        <p:sp>
          <p:nvSpPr>
            <p:cNvPr id="82" name="Rechteck: abgerundete Ecken 81">
              <a:extLst>
                <a:ext uri="{FF2B5EF4-FFF2-40B4-BE49-F238E27FC236}">
                  <a16:creationId xmlns:a16="http://schemas.microsoft.com/office/drawing/2014/main" id="{5B83D102-7054-9D11-8257-276FBEC47623}"/>
                </a:ext>
              </a:extLst>
            </p:cNvPr>
            <p:cNvSpPr/>
            <p:nvPr/>
          </p:nvSpPr>
          <p:spPr>
            <a:xfrm>
              <a:off x="5768484" y="3978320"/>
              <a:ext cx="90000" cy="162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" name="Rechteck: abgerundete Ecken 82">
              <a:extLst>
                <a:ext uri="{FF2B5EF4-FFF2-40B4-BE49-F238E27FC236}">
                  <a16:creationId xmlns:a16="http://schemas.microsoft.com/office/drawing/2014/main" id="{5A41CEF4-3E41-43B2-34CD-A7DD9779D9B6}"/>
                </a:ext>
              </a:extLst>
            </p:cNvPr>
            <p:cNvSpPr/>
            <p:nvPr/>
          </p:nvSpPr>
          <p:spPr>
            <a:xfrm>
              <a:off x="5583139" y="3978320"/>
              <a:ext cx="90000" cy="162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" name="Rechteck: abgerundete Ecken 83">
              <a:extLst>
                <a:ext uri="{FF2B5EF4-FFF2-40B4-BE49-F238E27FC236}">
                  <a16:creationId xmlns:a16="http://schemas.microsoft.com/office/drawing/2014/main" id="{1ACF5FFF-B99C-43F3-3C01-7FC5E9188709}"/>
                </a:ext>
              </a:extLst>
            </p:cNvPr>
            <p:cNvSpPr/>
            <p:nvPr/>
          </p:nvSpPr>
          <p:spPr>
            <a:xfrm>
              <a:off x="5397794" y="3981398"/>
              <a:ext cx="90000" cy="162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" name="Textfeld 84">
              <a:extLst>
                <a:ext uri="{FF2B5EF4-FFF2-40B4-BE49-F238E27FC236}">
                  <a16:creationId xmlns:a16="http://schemas.microsoft.com/office/drawing/2014/main" id="{21C34EC9-D48E-14CB-8A65-6880A11748F8}"/>
                </a:ext>
              </a:extLst>
            </p:cNvPr>
            <p:cNvSpPr txBox="1"/>
            <p:nvPr/>
          </p:nvSpPr>
          <p:spPr>
            <a:xfrm>
              <a:off x="6815192" y="4470212"/>
              <a:ext cx="6619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RS485A</a:t>
              </a:r>
            </a:p>
          </p:txBody>
        </p:sp>
        <p:sp>
          <p:nvSpPr>
            <p:cNvPr id="86" name="Textfeld 85">
              <a:extLst>
                <a:ext uri="{FF2B5EF4-FFF2-40B4-BE49-F238E27FC236}">
                  <a16:creationId xmlns:a16="http://schemas.microsoft.com/office/drawing/2014/main" id="{24EA7EBF-F5D3-83D7-D200-D5FAC637625A}"/>
                </a:ext>
              </a:extLst>
            </p:cNvPr>
            <p:cNvSpPr txBox="1"/>
            <p:nvPr/>
          </p:nvSpPr>
          <p:spPr>
            <a:xfrm>
              <a:off x="6818437" y="4822929"/>
              <a:ext cx="6619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RS485A</a:t>
              </a:r>
            </a:p>
          </p:txBody>
        </p:sp>
        <p:sp>
          <p:nvSpPr>
            <p:cNvPr id="87" name="Textfeld 86">
              <a:extLst>
                <a:ext uri="{FF2B5EF4-FFF2-40B4-BE49-F238E27FC236}">
                  <a16:creationId xmlns:a16="http://schemas.microsoft.com/office/drawing/2014/main" id="{512345E0-F710-1091-7876-39373E46925C}"/>
                </a:ext>
              </a:extLst>
            </p:cNvPr>
            <p:cNvSpPr txBox="1"/>
            <p:nvPr/>
          </p:nvSpPr>
          <p:spPr>
            <a:xfrm>
              <a:off x="6820011" y="4649820"/>
              <a:ext cx="6619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RS485B</a:t>
              </a:r>
            </a:p>
          </p:txBody>
        </p:sp>
        <p:sp>
          <p:nvSpPr>
            <p:cNvPr id="88" name="Textfeld 87">
              <a:extLst>
                <a:ext uri="{FF2B5EF4-FFF2-40B4-BE49-F238E27FC236}">
                  <a16:creationId xmlns:a16="http://schemas.microsoft.com/office/drawing/2014/main" id="{E2BE7ADA-8653-3666-4CED-1748626DABE6}"/>
                </a:ext>
              </a:extLst>
            </p:cNvPr>
            <p:cNvSpPr txBox="1"/>
            <p:nvPr/>
          </p:nvSpPr>
          <p:spPr>
            <a:xfrm>
              <a:off x="6823275" y="5002537"/>
              <a:ext cx="6619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RS485B</a:t>
              </a:r>
            </a:p>
          </p:txBody>
        </p:sp>
        <p:sp>
          <p:nvSpPr>
            <p:cNvPr id="89" name="Textfeld 88">
              <a:extLst>
                <a:ext uri="{FF2B5EF4-FFF2-40B4-BE49-F238E27FC236}">
                  <a16:creationId xmlns:a16="http://schemas.microsoft.com/office/drawing/2014/main" id="{498B6AE5-503A-FCDA-62E1-4473297A3D9D}"/>
                </a:ext>
              </a:extLst>
            </p:cNvPr>
            <p:cNvSpPr txBox="1"/>
            <p:nvPr/>
          </p:nvSpPr>
          <p:spPr>
            <a:xfrm>
              <a:off x="6826341" y="1480528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A1</a:t>
              </a:r>
            </a:p>
          </p:txBody>
        </p:sp>
        <p:sp>
          <p:nvSpPr>
            <p:cNvPr id="90" name="Textfeld 89">
              <a:extLst>
                <a:ext uri="{FF2B5EF4-FFF2-40B4-BE49-F238E27FC236}">
                  <a16:creationId xmlns:a16="http://schemas.microsoft.com/office/drawing/2014/main" id="{FB4EA179-B1D4-9949-4790-E83DF08E15D4}"/>
                </a:ext>
              </a:extLst>
            </p:cNvPr>
            <p:cNvSpPr txBox="1"/>
            <p:nvPr/>
          </p:nvSpPr>
          <p:spPr>
            <a:xfrm>
              <a:off x="6821269" y="1657256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91" name="Textfeld 90">
              <a:extLst>
                <a:ext uri="{FF2B5EF4-FFF2-40B4-BE49-F238E27FC236}">
                  <a16:creationId xmlns:a16="http://schemas.microsoft.com/office/drawing/2014/main" id="{410FD23E-F843-110B-B666-0D9F2ED3CF37}"/>
                </a:ext>
              </a:extLst>
            </p:cNvPr>
            <p:cNvSpPr txBox="1"/>
            <p:nvPr/>
          </p:nvSpPr>
          <p:spPr>
            <a:xfrm>
              <a:off x="6823713" y="1833712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A2</a:t>
              </a:r>
            </a:p>
          </p:txBody>
        </p:sp>
        <p:sp>
          <p:nvSpPr>
            <p:cNvPr id="92" name="Textfeld 91">
              <a:extLst>
                <a:ext uri="{FF2B5EF4-FFF2-40B4-BE49-F238E27FC236}">
                  <a16:creationId xmlns:a16="http://schemas.microsoft.com/office/drawing/2014/main" id="{8188F653-02F9-3923-5CE5-559DC3FA76D3}"/>
                </a:ext>
              </a:extLst>
            </p:cNvPr>
            <p:cNvSpPr txBox="1"/>
            <p:nvPr/>
          </p:nvSpPr>
          <p:spPr>
            <a:xfrm>
              <a:off x="6818641" y="2016536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0B923A87-2659-FD95-6724-A7A208165E3D}"/>
                </a:ext>
              </a:extLst>
            </p:cNvPr>
            <p:cNvSpPr txBox="1"/>
            <p:nvPr/>
          </p:nvSpPr>
          <p:spPr>
            <a:xfrm>
              <a:off x="6833919" y="2240965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A3</a:t>
              </a:r>
            </a:p>
          </p:txBody>
        </p:sp>
        <p:sp>
          <p:nvSpPr>
            <p:cNvPr id="94" name="Textfeld 93">
              <a:extLst>
                <a:ext uri="{FF2B5EF4-FFF2-40B4-BE49-F238E27FC236}">
                  <a16:creationId xmlns:a16="http://schemas.microsoft.com/office/drawing/2014/main" id="{31749FB1-3AEF-4527-1CC1-5829E9674C67}"/>
                </a:ext>
              </a:extLst>
            </p:cNvPr>
            <p:cNvSpPr txBox="1"/>
            <p:nvPr/>
          </p:nvSpPr>
          <p:spPr>
            <a:xfrm>
              <a:off x="6828847" y="2417693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95" name="Textfeld 94">
              <a:extLst>
                <a:ext uri="{FF2B5EF4-FFF2-40B4-BE49-F238E27FC236}">
                  <a16:creationId xmlns:a16="http://schemas.microsoft.com/office/drawing/2014/main" id="{C98A2017-3C78-C9EC-02E7-8B49A6A5192A}"/>
                </a:ext>
              </a:extLst>
            </p:cNvPr>
            <p:cNvSpPr txBox="1"/>
            <p:nvPr/>
          </p:nvSpPr>
          <p:spPr>
            <a:xfrm>
              <a:off x="6831291" y="2594149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A4</a:t>
              </a:r>
            </a:p>
          </p:txBody>
        </p:sp>
        <p:sp>
          <p:nvSpPr>
            <p:cNvPr id="96" name="Textfeld 95">
              <a:extLst>
                <a:ext uri="{FF2B5EF4-FFF2-40B4-BE49-F238E27FC236}">
                  <a16:creationId xmlns:a16="http://schemas.microsoft.com/office/drawing/2014/main" id="{220E850A-136F-5B9D-D033-BD11C1CEF0B2}"/>
                </a:ext>
              </a:extLst>
            </p:cNvPr>
            <p:cNvSpPr txBox="1"/>
            <p:nvPr/>
          </p:nvSpPr>
          <p:spPr>
            <a:xfrm>
              <a:off x="6826219" y="2776973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97" name="Textfeld 96">
              <a:extLst>
                <a:ext uri="{FF2B5EF4-FFF2-40B4-BE49-F238E27FC236}">
                  <a16:creationId xmlns:a16="http://schemas.microsoft.com/office/drawing/2014/main" id="{2EE0E480-46DF-0750-F7FA-7AECAD21602D}"/>
                </a:ext>
              </a:extLst>
            </p:cNvPr>
            <p:cNvSpPr txBox="1"/>
            <p:nvPr/>
          </p:nvSpPr>
          <p:spPr>
            <a:xfrm>
              <a:off x="6844876" y="2982760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A5</a:t>
              </a:r>
            </a:p>
          </p:txBody>
        </p:sp>
        <p:sp>
          <p:nvSpPr>
            <p:cNvPr id="98" name="Textfeld 97">
              <a:extLst>
                <a:ext uri="{FF2B5EF4-FFF2-40B4-BE49-F238E27FC236}">
                  <a16:creationId xmlns:a16="http://schemas.microsoft.com/office/drawing/2014/main" id="{49DD44AF-2165-105D-EEEA-F9A0CA2A54F6}"/>
                </a:ext>
              </a:extLst>
            </p:cNvPr>
            <p:cNvSpPr txBox="1"/>
            <p:nvPr/>
          </p:nvSpPr>
          <p:spPr>
            <a:xfrm>
              <a:off x="6839804" y="3159488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AAD43826-F1C8-F160-C1B8-F2C3880B0264}"/>
                </a:ext>
              </a:extLst>
            </p:cNvPr>
            <p:cNvSpPr txBox="1"/>
            <p:nvPr/>
          </p:nvSpPr>
          <p:spPr>
            <a:xfrm>
              <a:off x="6842248" y="3335944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A6</a:t>
              </a:r>
            </a:p>
          </p:txBody>
        </p:sp>
        <p:sp>
          <p:nvSpPr>
            <p:cNvPr id="100" name="Textfeld 99">
              <a:extLst>
                <a:ext uri="{FF2B5EF4-FFF2-40B4-BE49-F238E27FC236}">
                  <a16:creationId xmlns:a16="http://schemas.microsoft.com/office/drawing/2014/main" id="{F707C49A-E603-CF63-5244-82042DDCC4FC}"/>
                </a:ext>
              </a:extLst>
            </p:cNvPr>
            <p:cNvSpPr txBox="1"/>
            <p:nvPr/>
          </p:nvSpPr>
          <p:spPr>
            <a:xfrm>
              <a:off x="6837176" y="3518768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101" name="Textfeld 100">
              <a:extLst>
                <a:ext uri="{FF2B5EF4-FFF2-40B4-BE49-F238E27FC236}">
                  <a16:creationId xmlns:a16="http://schemas.microsoft.com/office/drawing/2014/main" id="{69318C8B-42BC-06CD-2F41-56908063DFE1}"/>
                </a:ext>
              </a:extLst>
            </p:cNvPr>
            <p:cNvSpPr txBox="1"/>
            <p:nvPr/>
          </p:nvSpPr>
          <p:spPr>
            <a:xfrm>
              <a:off x="6849609" y="3721373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A7</a:t>
              </a:r>
            </a:p>
          </p:txBody>
        </p:sp>
        <p:sp>
          <p:nvSpPr>
            <p:cNvPr id="102" name="Textfeld 101">
              <a:extLst>
                <a:ext uri="{FF2B5EF4-FFF2-40B4-BE49-F238E27FC236}">
                  <a16:creationId xmlns:a16="http://schemas.microsoft.com/office/drawing/2014/main" id="{4DF8FBB9-D404-D800-F703-40A3A7834F6D}"/>
                </a:ext>
              </a:extLst>
            </p:cNvPr>
            <p:cNvSpPr txBox="1"/>
            <p:nvPr/>
          </p:nvSpPr>
          <p:spPr>
            <a:xfrm>
              <a:off x="6844537" y="3898101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103" name="Textfeld 102">
              <a:extLst>
                <a:ext uri="{FF2B5EF4-FFF2-40B4-BE49-F238E27FC236}">
                  <a16:creationId xmlns:a16="http://schemas.microsoft.com/office/drawing/2014/main" id="{A572EA54-4FCF-C62B-DE49-75D338A10D33}"/>
                </a:ext>
              </a:extLst>
            </p:cNvPr>
            <p:cNvSpPr txBox="1"/>
            <p:nvPr/>
          </p:nvSpPr>
          <p:spPr>
            <a:xfrm>
              <a:off x="6846981" y="4074557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A8</a:t>
              </a:r>
            </a:p>
          </p:txBody>
        </p:sp>
        <p:sp>
          <p:nvSpPr>
            <p:cNvPr id="104" name="Textfeld 103">
              <a:extLst>
                <a:ext uri="{FF2B5EF4-FFF2-40B4-BE49-F238E27FC236}">
                  <a16:creationId xmlns:a16="http://schemas.microsoft.com/office/drawing/2014/main" id="{7AAB4665-0F39-D285-1789-206AFF802B75}"/>
                </a:ext>
              </a:extLst>
            </p:cNvPr>
            <p:cNvSpPr txBox="1"/>
            <p:nvPr/>
          </p:nvSpPr>
          <p:spPr>
            <a:xfrm>
              <a:off x="6841909" y="4257381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105" name="Textfeld 104">
              <a:extLst>
                <a:ext uri="{FF2B5EF4-FFF2-40B4-BE49-F238E27FC236}">
                  <a16:creationId xmlns:a16="http://schemas.microsoft.com/office/drawing/2014/main" id="{2EBA4D3A-2CA6-FD5B-33B2-6AFE82A87A68}"/>
                </a:ext>
              </a:extLst>
            </p:cNvPr>
            <p:cNvSpPr txBox="1"/>
            <p:nvPr/>
          </p:nvSpPr>
          <p:spPr>
            <a:xfrm>
              <a:off x="3728159" y="4065827"/>
              <a:ext cx="4764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GND</a:t>
              </a:r>
            </a:p>
          </p:txBody>
        </p:sp>
        <p:sp>
          <p:nvSpPr>
            <p:cNvPr id="106" name="Textfeld 105">
              <a:extLst>
                <a:ext uri="{FF2B5EF4-FFF2-40B4-BE49-F238E27FC236}">
                  <a16:creationId xmlns:a16="http://schemas.microsoft.com/office/drawing/2014/main" id="{52C1453C-4F06-00D8-5CEC-412D9708FE11}"/>
                </a:ext>
              </a:extLst>
            </p:cNvPr>
            <p:cNvSpPr txBox="1"/>
            <p:nvPr/>
          </p:nvSpPr>
          <p:spPr>
            <a:xfrm>
              <a:off x="3353056" y="4248651"/>
              <a:ext cx="8515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9V M5-M8</a:t>
              </a:r>
            </a:p>
          </p:txBody>
        </p:sp>
        <p:sp>
          <p:nvSpPr>
            <p:cNvPr id="107" name="Textfeld 106">
              <a:extLst>
                <a:ext uri="{FF2B5EF4-FFF2-40B4-BE49-F238E27FC236}">
                  <a16:creationId xmlns:a16="http://schemas.microsoft.com/office/drawing/2014/main" id="{D21E0863-F002-DD94-504A-212C5912EC5C}"/>
                </a:ext>
              </a:extLst>
            </p:cNvPr>
            <p:cNvSpPr txBox="1"/>
            <p:nvPr/>
          </p:nvSpPr>
          <p:spPr>
            <a:xfrm>
              <a:off x="3725964" y="2188773"/>
              <a:ext cx="4764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GND</a:t>
              </a:r>
            </a:p>
          </p:txBody>
        </p:sp>
        <p:sp>
          <p:nvSpPr>
            <p:cNvPr id="108" name="Textfeld 107">
              <a:extLst>
                <a:ext uri="{FF2B5EF4-FFF2-40B4-BE49-F238E27FC236}">
                  <a16:creationId xmlns:a16="http://schemas.microsoft.com/office/drawing/2014/main" id="{1659B5F5-38AB-A6D6-7A2B-77E48CB3C053}"/>
                </a:ext>
              </a:extLst>
            </p:cNvPr>
            <p:cNvSpPr txBox="1"/>
            <p:nvPr/>
          </p:nvSpPr>
          <p:spPr>
            <a:xfrm>
              <a:off x="3350861" y="2371597"/>
              <a:ext cx="85151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9V M1-M4</a:t>
              </a:r>
            </a:p>
          </p:txBody>
        </p:sp>
        <p:sp>
          <p:nvSpPr>
            <p:cNvPr id="109" name="Textfeld 108">
              <a:extLst>
                <a:ext uri="{FF2B5EF4-FFF2-40B4-BE49-F238E27FC236}">
                  <a16:creationId xmlns:a16="http://schemas.microsoft.com/office/drawing/2014/main" id="{CEB46B5A-9EF2-1F14-0F72-308B20D6EC8B}"/>
                </a:ext>
              </a:extLst>
            </p:cNvPr>
            <p:cNvSpPr txBox="1"/>
            <p:nvPr/>
          </p:nvSpPr>
          <p:spPr>
            <a:xfrm>
              <a:off x="3815439" y="4475877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M7</a:t>
              </a:r>
            </a:p>
          </p:txBody>
        </p:sp>
        <p:sp>
          <p:nvSpPr>
            <p:cNvPr id="110" name="Textfeld 109">
              <a:extLst>
                <a:ext uri="{FF2B5EF4-FFF2-40B4-BE49-F238E27FC236}">
                  <a16:creationId xmlns:a16="http://schemas.microsoft.com/office/drawing/2014/main" id="{B66B1D6D-39E8-2F4F-EC9C-6CDF8B0D32C0}"/>
                </a:ext>
              </a:extLst>
            </p:cNvPr>
            <p:cNvSpPr txBox="1"/>
            <p:nvPr/>
          </p:nvSpPr>
          <p:spPr>
            <a:xfrm>
              <a:off x="3815439" y="4652605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M7</a:t>
              </a:r>
            </a:p>
          </p:txBody>
        </p:sp>
        <p:sp>
          <p:nvSpPr>
            <p:cNvPr id="111" name="Textfeld 110">
              <a:extLst>
                <a:ext uri="{FF2B5EF4-FFF2-40B4-BE49-F238E27FC236}">
                  <a16:creationId xmlns:a16="http://schemas.microsoft.com/office/drawing/2014/main" id="{AB820EC8-5BD6-782B-49CF-9F5D46AE936C}"/>
                </a:ext>
              </a:extLst>
            </p:cNvPr>
            <p:cNvSpPr txBox="1"/>
            <p:nvPr/>
          </p:nvSpPr>
          <p:spPr>
            <a:xfrm>
              <a:off x="3815439" y="4829061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M8</a:t>
              </a:r>
            </a:p>
          </p:txBody>
        </p:sp>
        <p:sp>
          <p:nvSpPr>
            <p:cNvPr id="221" name="Textfeld 220">
              <a:extLst>
                <a:ext uri="{FF2B5EF4-FFF2-40B4-BE49-F238E27FC236}">
                  <a16:creationId xmlns:a16="http://schemas.microsoft.com/office/drawing/2014/main" id="{42A562B6-E0D0-DEA0-4CDD-2AD1AEE07630}"/>
                </a:ext>
              </a:extLst>
            </p:cNvPr>
            <p:cNvSpPr txBox="1"/>
            <p:nvPr/>
          </p:nvSpPr>
          <p:spPr>
            <a:xfrm>
              <a:off x="3815439" y="5011885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M8</a:t>
              </a:r>
            </a:p>
          </p:txBody>
        </p:sp>
        <p:sp>
          <p:nvSpPr>
            <p:cNvPr id="222" name="Textfeld 221">
              <a:extLst>
                <a:ext uri="{FF2B5EF4-FFF2-40B4-BE49-F238E27FC236}">
                  <a16:creationId xmlns:a16="http://schemas.microsoft.com/office/drawing/2014/main" id="{CEE6CA36-0046-E8EB-D1B3-87146B85CB7E}"/>
                </a:ext>
              </a:extLst>
            </p:cNvPr>
            <p:cNvSpPr txBox="1"/>
            <p:nvPr/>
          </p:nvSpPr>
          <p:spPr>
            <a:xfrm>
              <a:off x="3812432" y="3323161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M5</a:t>
              </a:r>
            </a:p>
          </p:txBody>
        </p:sp>
        <p:sp>
          <p:nvSpPr>
            <p:cNvPr id="223" name="Textfeld 222">
              <a:extLst>
                <a:ext uri="{FF2B5EF4-FFF2-40B4-BE49-F238E27FC236}">
                  <a16:creationId xmlns:a16="http://schemas.microsoft.com/office/drawing/2014/main" id="{FED55E28-AA78-BF67-933D-D1E433552DEB}"/>
                </a:ext>
              </a:extLst>
            </p:cNvPr>
            <p:cNvSpPr txBox="1"/>
            <p:nvPr/>
          </p:nvSpPr>
          <p:spPr>
            <a:xfrm>
              <a:off x="3812432" y="3499889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M5</a:t>
              </a:r>
            </a:p>
          </p:txBody>
        </p:sp>
        <p:sp>
          <p:nvSpPr>
            <p:cNvPr id="224" name="Textfeld 223">
              <a:extLst>
                <a:ext uri="{FF2B5EF4-FFF2-40B4-BE49-F238E27FC236}">
                  <a16:creationId xmlns:a16="http://schemas.microsoft.com/office/drawing/2014/main" id="{49113305-4F17-9270-56B9-457FB870B5DD}"/>
                </a:ext>
              </a:extLst>
            </p:cNvPr>
            <p:cNvSpPr txBox="1"/>
            <p:nvPr/>
          </p:nvSpPr>
          <p:spPr>
            <a:xfrm>
              <a:off x="3812432" y="3676345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M6</a:t>
              </a:r>
            </a:p>
          </p:txBody>
        </p:sp>
        <p:sp>
          <p:nvSpPr>
            <p:cNvPr id="225" name="Textfeld 224">
              <a:extLst>
                <a:ext uri="{FF2B5EF4-FFF2-40B4-BE49-F238E27FC236}">
                  <a16:creationId xmlns:a16="http://schemas.microsoft.com/office/drawing/2014/main" id="{0C87067F-A00B-C524-2572-52726915365F}"/>
                </a:ext>
              </a:extLst>
            </p:cNvPr>
            <p:cNvSpPr txBox="1"/>
            <p:nvPr/>
          </p:nvSpPr>
          <p:spPr>
            <a:xfrm>
              <a:off x="3812432" y="3859169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M6</a:t>
              </a:r>
            </a:p>
          </p:txBody>
        </p:sp>
        <p:sp>
          <p:nvSpPr>
            <p:cNvPr id="226" name="Textfeld 225">
              <a:extLst>
                <a:ext uri="{FF2B5EF4-FFF2-40B4-BE49-F238E27FC236}">
                  <a16:creationId xmlns:a16="http://schemas.microsoft.com/office/drawing/2014/main" id="{E0D6CF20-E5CC-B7FC-4A5D-198A8C89AB41}"/>
                </a:ext>
              </a:extLst>
            </p:cNvPr>
            <p:cNvSpPr txBox="1"/>
            <p:nvPr/>
          </p:nvSpPr>
          <p:spPr>
            <a:xfrm>
              <a:off x="3807600" y="2571919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M3</a:t>
              </a:r>
            </a:p>
          </p:txBody>
        </p:sp>
        <p:sp>
          <p:nvSpPr>
            <p:cNvPr id="227" name="Textfeld 226">
              <a:extLst>
                <a:ext uri="{FF2B5EF4-FFF2-40B4-BE49-F238E27FC236}">
                  <a16:creationId xmlns:a16="http://schemas.microsoft.com/office/drawing/2014/main" id="{8F29D85A-3E77-C410-01EF-562C85184460}"/>
                </a:ext>
              </a:extLst>
            </p:cNvPr>
            <p:cNvSpPr txBox="1"/>
            <p:nvPr/>
          </p:nvSpPr>
          <p:spPr>
            <a:xfrm>
              <a:off x="3807600" y="2748647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M3</a:t>
              </a:r>
            </a:p>
          </p:txBody>
        </p:sp>
        <p:sp>
          <p:nvSpPr>
            <p:cNvPr id="228" name="Textfeld 227">
              <a:extLst>
                <a:ext uri="{FF2B5EF4-FFF2-40B4-BE49-F238E27FC236}">
                  <a16:creationId xmlns:a16="http://schemas.microsoft.com/office/drawing/2014/main" id="{102976CD-63C3-F23C-E596-242797128C44}"/>
                </a:ext>
              </a:extLst>
            </p:cNvPr>
            <p:cNvSpPr txBox="1"/>
            <p:nvPr/>
          </p:nvSpPr>
          <p:spPr>
            <a:xfrm>
              <a:off x="3807600" y="2925103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M4</a:t>
              </a:r>
            </a:p>
          </p:txBody>
        </p:sp>
        <p:sp>
          <p:nvSpPr>
            <p:cNvPr id="229" name="Textfeld 228">
              <a:extLst>
                <a:ext uri="{FF2B5EF4-FFF2-40B4-BE49-F238E27FC236}">
                  <a16:creationId xmlns:a16="http://schemas.microsoft.com/office/drawing/2014/main" id="{7F84E571-92E0-1E66-9E05-985A01CA4804}"/>
                </a:ext>
              </a:extLst>
            </p:cNvPr>
            <p:cNvSpPr txBox="1"/>
            <p:nvPr/>
          </p:nvSpPr>
          <p:spPr>
            <a:xfrm>
              <a:off x="3807600" y="3107927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M4</a:t>
              </a:r>
            </a:p>
          </p:txBody>
        </p:sp>
        <p:sp>
          <p:nvSpPr>
            <p:cNvPr id="230" name="Textfeld 229">
              <a:extLst>
                <a:ext uri="{FF2B5EF4-FFF2-40B4-BE49-F238E27FC236}">
                  <a16:creationId xmlns:a16="http://schemas.microsoft.com/office/drawing/2014/main" id="{FE21B176-6B01-100E-DC16-69B309A327F7}"/>
                </a:ext>
              </a:extLst>
            </p:cNvPr>
            <p:cNvSpPr txBox="1"/>
            <p:nvPr/>
          </p:nvSpPr>
          <p:spPr>
            <a:xfrm>
              <a:off x="3806950" y="1439917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M1</a:t>
              </a:r>
            </a:p>
          </p:txBody>
        </p:sp>
        <p:sp>
          <p:nvSpPr>
            <p:cNvPr id="231" name="Textfeld 230">
              <a:extLst>
                <a:ext uri="{FF2B5EF4-FFF2-40B4-BE49-F238E27FC236}">
                  <a16:creationId xmlns:a16="http://schemas.microsoft.com/office/drawing/2014/main" id="{E75FBFFF-18C7-6A6A-3B73-6EE5721BCB3A}"/>
                </a:ext>
              </a:extLst>
            </p:cNvPr>
            <p:cNvSpPr txBox="1"/>
            <p:nvPr/>
          </p:nvSpPr>
          <p:spPr>
            <a:xfrm>
              <a:off x="3806950" y="1616645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M1</a:t>
              </a:r>
            </a:p>
          </p:txBody>
        </p:sp>
        <p:sp>
          <p:nvSpPr>
            <p:cNvPr id="232" name="Textfeld 231">
              <a:extLst>
                <a:ext uri="{FF2B5EF4-FFF2-40B4-BE49-F238E27FC236}">
                  <a16:creationId xmlns:a16="http://schemas.microsoft.com/office/drawing/2014/main" id="{77EDC76A-A4A1-0F55-4B05-96C957EA982A}"/>
                </a:ext>
              </a:extLst>
            </p:cNvPr>
            <p:cNvSpPr txBox="1"/>
            <p:nvPr/>
          </p:nvSpPr>
          <p:spPr>
            <a:xfrm>
              <a:off x="3806950" y="1793101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M2</a:t>
              </a:r>
            </a:p>
          </p:txBody>
        </p:sp>
        <p:sp>
          <p:nvSpPr>
            <p:cNvPr id="233" name="Textfeld 232">
              <a:extLst>
                <a:ext uri="{FF2B5EF4-FFF2-40B4-BE49-F238E27FC236}">
                  <a16:creationId xmlns:a16="http://schemas.microsoft.com/office/drawing/2014/main" id="{18F32C03-8361-F545-E1DA-6D8AAC5B2F71}"/>
                </a:ext>
              </a:extLst>
            </p:cNvPr>
            <p:cNvSpPr txBox="1"/>
            <p:nvPr/>
          </p:nvSpPr>
          <p:spPr>
            <a:xfrm>
              <a:off x="3806950" y="1975925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M2</a:t>
              </a:r>
            </a:p>
          </p:txBody>
        </p:sp>
        <p:grpSp>
          <p:nvGrpSpPr>
            <p:cNvPr id="234" name="Gruppieren 233">
              <a:extLst>
                <a:ext uri="{FF2B5EF4-FFF2-40B4-BE49-F238E27FC236}">
                  <a16:creationId xmlns:a16="http://schemas.microsoft.com/office/drawing/2014/main" id="{E5599878-E517-2BCB-AF5F-4EEAA9D257C6}"/>
                </a:ext>
              </a:extLst>
            </p:cNvPr>
            <p:cNvGrpSpPr/>
            <p:nvPr/>
          </p:nvGrpSpPr>
          <p:grpSpPr>
            <a:xfrm rot="16200000">
              <a:off x="4246693" y="5692464"/>
              <a:ext cx="476413" cy="459823"/>
              <a:chOff x="2996598" y="4901174"/>
              <a:chExt cx="476413" cy="459823"/>
            </a:xfrm>
          </p:grpSpPr>
          <p:sp>
            <p:nvSpPr>
              <p:cNvPr id="260" name="Textfeld 259">
                <a:extLst>
                  <a:ext uri="{FF2B5EF4-FFF2-40B4-BE49-F238E27FC236}">
                    <a16:creationId xmlns:a16="http://schemas.microsoft.com/office/drawing/2014/main" id="{88007697-FA3B-B458-3F0A-3F5DD9DDCD80}"/>
                  </a:ext>
                </a:extLst>
              </p:cNvPr>
              <p:cNvSpPr txBox="1"/>
              <p:nvPr/>
            </p:nvSpPr>
            <p:spPr>
              <a:xfrm>
                <a:off x="2996598" y="4901174"/>
                <a:ext cx="4764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GND</a:t>
                </a:r>
              </a:p>
            </p:txBody>
          </p:sp>
          <p:sp>
            <p:nvSpPr>
              <p:cNvPr id="261" name="Textfeld 260">
                <a:extLst>
                  <a:ext uri="{FF2B5EF4-FFF2-40B4-BE49-F238E27FC236}">
                    <a16:creationId xmlns:a16="http://schemas.microsoft.com/office/drawing/2014/main" id="{E902A9BD-F57A-F617-F3F7-CD5472DE427D}"/>
                  </a:ext>
                </a:extLst>
              </p:cNvPr>
              <p:cNvSpPr txBox="1"/>
              <p:nvPr/>
            </p:nvSpPr>
            <p:spPr>
              <a:xfrm>
                <a:off x="3123235" y="5083998"/>
                <a:ext cx="349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9V</a:t>
                </a:r>
              </a:p>
            </p:txBody>
          </p:sp>
        </p:grpSp>
        <p:grpSp>
          <p:nvGrpSpPr>
            <p:cNvPr id="235" name="Gruppieren 234">
              <a:extLst>
                <a:ext uri="{FF2B5EF4-FFF2-40B4-BE49-F238E27FC236}">
                  <a16:creationId xmlns:a16="http://schemas.microsoft.com/office/drawing/2014/main" id="{200C1B55-454F-D4E0-CB52-0E743C60CEB5}"/>
                </a:ext>
              </a:extLst>
            </p:cNvPr>
            <p:cNvGrpSpPr/>
            <p:nvPr/>
          </p:nvGrpSpPr>
          <p:grpSpPr>
            <a:xfrm>
              <a:off x="5223139" y="6331851"/>
              <a:ext cx="720000" cy="180000"/>
              <a:chOff x="7869855" y="3395684"/>
              <a:chExt cx="720000" cy="180000"/>
            </a:xfrm>
          </p:grpSpPr>
          <p:sp>
            <p:nvSpPr>
              <p:cNvPr id="255" name="Rechteck 254">
                <a:extLst>
                  <a:ext uri="{FF2B5EF4-FFF2-40B4-BE49-F238E27FC236}">
                    <a16:creationId xmlns:a16="http://schemas.microsoft.com/office/drawing/2014/main" id="{3FD65DF0-D82D-8753-70AA-932FE561D385}"/>
                  </a:ext>
                </a:extLst>
              </p:cNvPr>
              <p:cNvSpPr/>
              <p:nvPr/>
            </p:nvSpPr>
            <p:spPr>
              <a:xfrm>
                <a:off x="7869855" y="3395684"/>
                <a:ext cx="720000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6" name="Rechteck 255">
                <a:extLst>
                  <a:ext uri="{FF2B5EF4-FFF2-40B4-BE49-F238E27FC236}">
                    <a16:creationId xmlns:a16="http://schemas.microsoft.com/office/drawing/2014/main" id="{62241A3A-4D5E-1660-4990-ACA097B3F68F}"/>
                  </a:ext>
                </a:extLst>
              </p:cNvPr>
              <p:cNvSpPr/>
              <p:nvPr/>
            </p:nvSpPr>
            <p:spPr>
              <a:xfrm>
                <a:off x="7914640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7" name="Rechteck 256">
                <a:extLst>
                  <a:ext uri="{FF2B5EF4-FFF2-40B4-BE49-F238E27FC236}">
                    <a16:creationId xmlns:a16="http://schemas.microsoft.com/office/drawing/2014/main" id="{9BCD1046-E64D-7A18-B1C0-89E06D9BD0E2}"/>
                  </a:ext>
                </a:extLst>
              </p:cNvPr>
              <p:cNvSpPr/>
              <p:nvPr/>
            </p:nvSpPr>
            <p:spPr>
              <a:xfrm>
                <a:off x="8094238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8" name="Rechteck 257">
                <a:extLst>
                  <a:ext uri="{FF2B5EF4-FFF2-40B4-BE49-F238E27FC236}">
                    <a16:creationId xmlns:a16="http://schemas.microsoft.com/office/drawing/2014/main" id="{74A9C202-19FA-71E6-A7CD-100A94EC3284}"/>
                  </a:ext>
                </a:extLst>
              </p:cNvPr>
              <p:cNvSpPr/>
              <p:nvPr/>
            </p:nvSpPr>
            <p:spPr>
              <a:xfrm>
                <a:off x="8273836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59" name="Rechteck 258">
                <a:extLst>
                  <a:ext uri="{FF2B5EF4-FFF2-40B4-BE49-F238E27FC236}">
                    <a16:creationId xmlns:a16="http://schemas.microsoft.com/office/drawing/2014/main" id="{12497BEA-8015-27FB-7C96-4ABF81F04281}"/>
                  </a:ext>
                </a:extLst>
              </p:cNvPr>
              <p:cNvSpPr/>
              <p:nvPr/>
            </p:nvSpPr>
            <p:spPr>
              <a:xfrm>
                <a:off x="8453433" y="343124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36" name="Textfeld 235">
              <a:extLst>
                <a:ext uri="{FF2B5EF4-FFF2-40B4-BE49-F238E27FC236}">
                  <a16:creationId xmlns:a16="http://schemas.microsoft.com/office/drawing/2014/main" id="{1E5358CE-A237-86AD-28F7-D4873DD828AB}"/>
                </a:ext>
              </a:extLst>
            </p:cNvPr>
            <p:cNvSpPr txBox="1"/>
            <p:nvPr/>
          </p:nvSpPr>
          <p:spPr>
            <a:xfrm rot="16200000">
              <a:off x="5046249" y="5995709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237" name="Textfeld 236">
              <a:extLst>
                <a:ext uri="{FF2B5EF4-FFF2-40B4-BE49-F238E27FC236}">
                  <a16:creationId xmlns:a16="http://schemas.microsoft.com/office/drawing/2014/main" id="{7B118F24-52E8-050A-38A1-CB0F3F1BF863}"/>
                </a:ext>
              </a:extLst>
            </p:cNvPr>
            <p:cNvSpPr txBox="1"/>
            <p:nvPr/>
          </p:nvSpPr>
          <p:spPr>
            <a:xfrm rot="16200000">
              <a:off x="5278279" y="6007900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SDC</a:t>
              </a:r>
            </a:p>
          </p:txBody>
        </p:sp>
        <p:sp>
          <p:nvSpPr>
            <p:cNvPr id="238" name="Textfeld 237">
              <a:extLst>
                <a:ext uri="{FF2B5EF4-FFF2-40B4-BE49-F238E27FC236}">
                  <a16:creationId xmlns:a16="http://schemas.microsoft.com/office/drawing/2014/main" id="{4A49896B-291B-1828-662B-C909173AA73E}"/>
                </a:ext>
              </a:extLst>
            </p:cNvPr>
            <p:cNvSpPr txBox="1"/>
            <p:nvPr/>
          </p:nvSpPr>
          <p:spPr>
            <a:xfrm rot="16200000">
              <a:off x="5447471" y="6001804"/>
              <a:ext cx="4372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SDA</a:t>
              </a:r>
            </a:p>
          </p:txBody>
        </p:sp>
        <p:sp>
          <p:nvSpPr>
            <p:cNvPr id="239" name="Textfeld 238">
              <a:extLst>
                <a:ext uri="{FF2B5EF4-FFF2-40B4-BE49-F238E27FC236}">
                  <a16:creationId xmlns:a16="http://schemas.microsoft.com/office/drawing/2014/main" id="{81EE2F97-DA0C-3D00-389A-7CA298E967F2}"/>
                </a:ext>
              </a:extLst>
            </p:cNvPr>
            <p:cNvSpPr txBox="1"/>
            <p:nvPr/>
          </p:nvSpPr>
          <p:spPr>
            <a:xfrm rot="16200000">
              <a:off x="5617566" y="5989580"/>
              <a:ext cx="4667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3.3V</a:t>
              </a:r>
            </a:p>
          </p:txBody>
        </p:sp>
        <p:sp>
          <p:nvSpPr>
            <p:cNvPr id="240" name="Textfeld 239">
              <a:extLst>
                <a:ext uri="{FF2B5EF4-FFF2-40B4-BE49-F238E27FC236}">
                  <a16:creationId xmlns:a16="http://schemas.microsoft.com/office/drawing/2014/main" id="{068C5FA0-B5FF-983E-F2C3-3AE7FE9C77BE}"/>
                </a:ext>
              </a:extLst>
            </p:cNvPr>
            <p:cNvSpPr txBox="1"/>
            <p:nvPr/>
          </p:nvSpPr>
          <p:spPr>
            <a:xfrm>
              <a:off x="4466734" y="6279205"/>
              <a:ext cx="7925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Extension</a:t>
              </a:r>
            </a:p>
          </p:txBody>
        </p:sp>
        <p:grpSp>
          <p:nvGrpSpPr>
            <p:cNvPr id="241" name="Gruppieren 240">
              <a:extLst>
                <a:ext uri="{FF2B5EF4-FFF2-40B4-BE49-F238E27FC236}">
                  <a16:creationId xmlns:a16="http://schemas.microsoft.com/office/drawing/2014/main" id="{088D9324-D931-72D7-59DC-3D5268C53CDF}"/>
                </a:ext>
              </a:extLst>
            </p:cNvPr>
            <p:cNvGrpSpPr/>
            <p:nvPr/>
          </p:nvGrpSpPr>
          <p:grpSpPr>
            <a:xfrm rot="10800000">
              <a:off x="6431630" y="4517292"/>
              <a:ext cx="433247" cy="720140"/>
              <a:chOff x="7462666" y="2009937"/>
              <a:chExt cx="433247" cy="720140"/>
            </a:xfrm>
          </p:grpSpPr>
          <p:sp>
            <p:nvSpPr>
              <p:cNvPr id="242" name="Rechteck 241">
                <a:extLst>
                  <a:ext uri="{FF2B5EF4-FFF2-40B4-BE49-F238E27FC236}">
                    <a16:creationId xmlns:a16="http://schemas.microsoft.com/office/drawing/2014/main" id="{0E5BEE4E-0E1A-3391-9DAD-144CA91549E0}"/>
                  </a:ext>
                </a:extLst>
              </p:cNvPr>
              <p:cNvSpPr/>
              <p:nvPr/>
            </p:nvSpPr>
            <p:spPr>
              <a:xfrm>
                <a:off x="7463913" y="2009937"/>
                <a:ext cx="432000" cy="72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43" name="Ellipse 242">
                <a:extLst>
                  <a:ext uri="{FF2B5EF4-FFF2-40B4-BE49-F238E27FC236}">
                    <a16:creationId xmlns:a16="http://schemas.microsoft.com/office/drawing/2014/main" id="{69D6AE97-A9D5-E50A-DE4B-D137EE0954DC}"/>
                  </a:ext>
                </a:extLst>
              </p:cNvPr>
              <p:cNvSpPr/>
              <p:nvPr/>
            </p:nvSpPr>
            <p:spPr>
              <a:xfrm>
                <a:off x="7649823" y="202882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4" name="Ellipse 243">
                <a:extLst>
                  <a:ext uri="{FF2B5EF4-FFF2-40B4-BE49-F238E27FC236}">
                    <a16:creationId xmlns:a16="http://schemas.microsoft.com/office/drawing/2014/main" id="{A66823DB-955F-9036-AC49-C197F9166E7A}"/>
                  </a:ext>
                </a:extLst>
              </p:cNvPr>
              <p:cNvSpPr/>
              <p:nvPr/>
            </p:nvSpPr>
            <p:spPr>
              <a:xfrm>
                <a:off x="7649823" y="220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5" name="Ellipse 244">
                <a:extLst>
                  <a:ext uri="{FF2B5EF4-FFF2-40B4-BE49-F238E27FC236}">
                    <a16:creationId xmlns:a16="http://schemas.microsoft.com/office/drawing/2014/main" id="{A32B1B99-4427-94F6-4F2B-72D9449B07DD}"/>
                  </a:ext>
                </a:extLst>
              </p:cNvPr>
              <p:cNvSpPr/>
              <p:nvPr/>
            </p:nvSpPr>
            <p:spPr>
              <a:xfrm>
                <a:off x="7649823" y="238117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6" name="Ellipse 245">
                <a:extLst>
                  <a:ext uri="{FF2B5EF4-FFF2-40B4-BE49-F238E27FC236}">
                    <a16:creationId xmlns:a16="http://schemas.microsoft.com/office/drawing/2014/main" id="{95F4DE74-6C5A-33D5-6091-55E9D1F804AD}"/>
                  </a:ext>
                </a:extLst>
              </p:cNvPr>
              <p:cNvSpPr/>
              <p:nvPr/>
            </p:nvSpPr>
            <p:spPr>
              <a:xfrm>
                <a:off x="7649823" y="256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7" name="Rechteck 246">
                <a:extLst>
                  <a:ext uri="{FF2B5EF4-FFF2-40B4-BE49-F238E27FC236}">
                    <a16:creationId xmlns:a16="http://schemas.microsoft.com/office/drawing/2014/main" id="{E145DFDA-51D1-0AD5-7EE6-EB07F4ED8EEF}"/>
                  </a:ext>
                </a:extLst>
              </p:cNvPr>
              <p:cNvSpPr/>
              <p:nvPr/>
            </p:nvSpPr>
            <p:spPr>
              <a:xfrm>
                <a:off x="7462666" y="201079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48" name="Rechteck 247">
                <a:extLst>
                  <a:ext uri="{FF2B5EF4-FFF2-40B4-BE49-F238E27FC236}">
                    <a16:creationId xmlns:a16="http://schemas.microsoft.com/office/drawing/2014/main" id="{C098DC84-C5BE-E1BF-51C2-6C4F7B248089}"/>
                  </a:ext>
                </a:extLst>
              </p:cNvPr>
              <p:cNvSpPr/>
              <p:nvPr/>
            </p:nvSpPr>
            <p:spPr>
              <a:xfrm>
                <a:off x="7462666" y="255007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49" name="Rechteck 248">
                <a:extLst>
                  <a:ext uri="{FF2B5EF4-FFF2-40B4-BE49-F238E27FC236}">
                    <a16:creationId xmlns:a16="http://schemas.microsoft.com/office/drawing/2014/main" id="{C1C572AF-4ACF-41EA-8BC0-B279543B5330}"/>
                  </a:ext>
                </a:extLst>
              </p:cNvPr>
              <p:cNvSpPr/>
              <p:nvPr/>
            </p:nvSpPr>
            <p:spPr>
              <a:xfrm>
                <a:off x="7462666" y="237031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250" name="Rechteck 249">
                <a:extLst>
                  <a:ext uri="{FF2B5EF4-FFF2-40B4-BE49-F238E27FC236}">
                    <a16:creationId xmlns:a16="http://schemas.microsoft.com/office/drawing/2014/main" id="{B5D30218-45A5-E7B3-8A9D-5FD80F02A303}"/>
                  </a:ext>
                </a:extLst>
              </p:cNvPr>
              <p:cNvSpPr/>
              <p:nvPr/>
            </p:nvSpPr>
            <p:spPr>
              <a:xfrm>
                <a:off x="7462666" y="219055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cxnSp>
            <p:nvCxnSpPr>
              <p:cNvPr id="251" name="Gerader Verbinder 250">
                <a:extLst>
                  <a:ext uri="{FF2B5EF4-FFF2-40B4-BE49-F238E27FC236}">
                    <a16:creationId xmlns:a16="http://schemas.microsoft.com/office/drawing/2014/main" id="{2752CF2B-AD53-6971-C405-7B67E31C5A7E}"/>
                  </a:ext>
                </a:extLst>
              </p:cNvPr>
              <p:cNvCxnSpPr>
                <a:stCxn id="243" idx="3"/>
                <a:endCxn id="243" idx="7"/>
              </p:cNvCxnSpPr>
              <p:nvPr/>
            </p:nvCxnSpPr>
            <p:spPr>
              <a:xfrm flipV="1">
                <a:off x="7670911" y="2049913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2" name="Gerader Verbinder 251">
                <a:extLst>
                  <a:ext uri="{FF2B5EF4-FFF2-40B4-BE49-F238E27FC236}">
                    <a16:creationId xmlns:a16="http://schemas.microsoft.com/office/drawing/2014/main" id="{1FC64350-A5DE-0433-9EF9-C7699F9BEA51}"/>
                  </a:ext>
                </a:extLst>
              </p:cNvPr>
              <p:cNvCxnSpPr>
                <a:cxnSpLocks/>
                <a:stCxn id="244" idx="1"/>
                <a:endCxn id="244" idx="5"/>
              </p:cNvCxnSpPr>
              <p:nvPr/>
            </p:nvCxnSpPr>
            <p:spPr>
              <a:xfrm>
                <a:off x="7670911" y="2226088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3" name="Gerader Verbinder 252">
                <a:extLst>
                  <a:ext uri="{FF2B5EF4-FFF2-40B4-BE49-F238E27FC236}">
                    <a16:creationId xmlns:a16="http://schemas.microsoft.com/office/drawing/2014/main" id="{2DA7DDAF-B2CF-0B25-6B87-9FFBC5BCBA27}"/>
                  </a:ext>
                </a:extLst>
              </p:cNvPr>
              <p:cNvCxnSpPr>
                <a:cxnSpLocks/>
                <a:stCxn id="245" idx="2"/>
                <a:endCxn id="245" idx="6"/>
              </p:cNvCxnSpPr>
              <p:nvPr/>
            </p:nvCxnSpPr>
            <p:spPr>
              <a:xfrm>
                <a:off x="7649823" y="2453175"/>
                <a:ext cx="144000" cy="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4" name="Gerader Verbinder 253">
                <a:extLst>
                  <a:ext uri="{FF2B5EF4-FFF2-40B4-BE49-F238E27FC236}">
                    <a16:creationId xmlns:a16="http://schemas.microsoft.com/office/drawing/2014/main" id="{9FE83AD0-9509-F089-443B-2A329306B96E}"/>
                  </a:ext>
                </a:extLst>
              </p:cNvPr>
              <p:cNvCxnSpPr>
                <a:cxnSpLocks/>
                <a:stCxn id="246" idx="4"/>
                <a:endCxn id="246" idx="0"/>
              </p:cNvCxnSpPr>
              <p:nvPr/>
            </p:nvCxnSpPr>
            <p:spPr>
              <a:xfrm flipV="1">
                <a:off x="7721823" y="2565000"/>
                <a:ext cx="0" cy="14400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74" name="Gruppieren 373">
            <a:extLst>
              <a:ext uri="{FF2B5EF4-FFF2-40B4-BE49-F238E27FC236}">
                <a16:creationId xmlns:a16="http://schemas.microsoft.com/office/drawing/2014/main" id="{E8683797-1AEA-F5E1-1A62-51A571DB95B3}"/>
              </a:ext>
            </a:extLst>
          </p:cNvPr>
          <p:cNvGrpSpPr/>
          <p:nvPr/>
        </p:nvGrpSpPr>
        <p:grpSpPr>
          <a:xfrm>
            <a:off x="9076944" y="725459"/>
            <a:ext cx="2267167" cy="2838433"/>
            <a:chOff x="9076944" y="725459"/>
            <a:chExt cx="2267167" cy="2838433"/>
          </a:xfrm>
        </p:grpSpPr>
        <p:sp>
          <p:nvSpPr>
            <p:cNvPr id="375" name="Rechteck 374">
              <a:extLst>
                <a:ext uri="{FF2B5EF4-FFF2-40B4-BE49-F238E27FC236}">
                  <a16:creationId xmlns:a16="http://schemas.microsoft.com/office/drawing/2014/main" id="{89B120CA-1676-F2F2-4594-A111459DC7E4}"/>
                </a:ext>
              </a:extLst>
            </p:cNvPr>
            <p:cNvSpPr/>
            <p:nvPr/>
          </p:nvSpPr>
          <p:spPr>
            <a:xfrm>
              <a:off x="9076944" y="725459"/>
              <a:ext cx="1650997" cy="2838433"/>
            </a:xfrm>
            <a:prstGeom prst="rect">
              <a:avLst/>
            </a:prstGeom>
            <a:solidFill>
              <a:schemeClr val="bg1">
                <a:lumMod val="65000"/>
                <a:alpha val="75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376" name="Gruppieren 375">
              <a:extLst>
                <a:ext uri="{FF2B5EF4-FFF2-40B4-BE49-F238E27FC236}">
                  <a16:creationId xmlns:a16="http://schemas.microsoft.com/office/drawing/2014/main" id="{01F0863C-E8E3-EE45-00F2-82240800D197}"/>
                </a:ext>
              </a:extLst>
            </p:cNvPr>
            <p:cNvGrpSpPr/>
            <p:nvPr/>
          </p:nvGrpSpPr>
          <p:grpSpPr>
            <a:xfrm rot="10800000">
              <a:off x="10289934" y="1717601"/>
              <a:ext cx="433247" cy="720140"/>
              <a:chOff x="7462666" y="2009937"/>
              <a:chExt cx="433247" cy="720140"/>
            </a:xfrm>
          </p:grpSpPr>
          <p:sp>
            <p:nvSpPr>
              <p:cNvPr id="408" name="Rechteck 407">
                <a:extLst>
                  <a:ext uri="{FF2B5EF4-FFF2-40B4-BE49-F238E27FC236}">
                    <a16:creationId xmlns:a16="http://schemas.microsoft.com/office/drawing/2014/main" id="{968BA812-1F59-CD1A-395F-F5E6F09AF69F}"/>
                  </a:ext>
                </a:extLst>
              </p:cNvPr>
              <p:cNvSpPr/>
              <p:nvPr/>
            </p:nvSpPr>
            <p:spPr>
              <a:xfrm>
                <a:off x="7463913" y="2009937"/>
                <a:ext cx="432000" cy="72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409" name="Ellipse 408">
                <a:extLst>
                  <a:ext uri="{FF2B5EF4-FFF2-40B4-BE49-F238E27FC236}">
                    <a16:creationId xmlns:a16="http://schemas.microsoft.com/office/drawing/2014/main" id="{05E32E2D-F1CA-B8EC-ED79-A175D3A8DC20}"/>
                  </a:ext>
                </a:extLst>
              </p:cNvPr>
              <p:cNvSpPr/>
              <p:nvPr/>
            </p:nvSpPr>
            <p:spPr>
              <a:xfrm>
                <a:off x="7649823" y="202882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0" name="Ellipse 409">
                <a:extLst>
                  <a:ext uri="{FF2B5EF4-FFF2-40B4-BE49-F238E27FC236}">
                    <a16:creationId xmlns:a16="http://schemas.microsoft.com/office/drawing/2014/main" id="{140EEA2B-EC3E-B84A-9F27-AA5658B37B65}"/>
                  </a:ext>
                </a:extLst>
              </p:cNvPr>
              <p:cNvSpPr/>
              <p:nvPr/>
            </p:nvSpPr>
            <p:spPr>
              <a:xfrm>
                <a:off x="7649823" y="220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1" name="Ellipse 410">
                <a:extLst>
                  <a:ext uri="{FF2B5EF4-FFF2-40B4-BE49-F238E27FC236}">
                    <a16:creationId xmlns:a16="http://schemas.microsoft.com/office/drawing/2014/main" id="{CD10B934-F376-2816-B16A-788A041328EB}"/>
                  </a:ext>
                </a:extLst>
              </p:cNvPr>
              <p:cNvSpPr/>
              <p:nvPr/>
            </p:nvSpPr>
            <p:spPr>
              <a:xfrm>
                <a:off x="7649823" y="2381175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2" name="Ellipse 411">
                <a:extLst>
                  <a:ext uri="{FF2B5EF4-FFF2-40B4-BE49-F238E27FC236}">
                    <a16:creationId xmlns:a16="http://schemas.microsoft.com/office/drawing/2014/main" id="{879AB258-CE1A-84E0-E59B-5B5EF43EC162}"/>
                  </a:ext>
                </a:extLst>
              </p:cNvPr>
              <p:cNvSpPr/>
              <p:nvPr/>
            </p:nvSpPr>
            <p:spPr>
              <a:xfrm>
                <a:off x="7649823" y="2565000"/>
                <a:ext cx="144000" cy="144000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13" name="Rechteck 412">
                <a:extLst>
                  <a:ext uri="{FF2B5EF4-FFF2-40B4-BE49-F238E27FC236}">
                    <a16:creationId xmlns:a16="http://schemas.microsoft.com/office/drawing/2014/main" id="{ECACCBC1-0FCF-27ED-BB36-12380139085C}"/>
                  </a:ext>
                </a:extLst>
              </p:cNvPr>
              <p:cNvSpPr/>
              <p:nvPr/>
            </p:nvSpPr>
            <p:spPr>
              <a:xfrm>
                <a:off x="7462666" y="201079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414" name="Rechteck 413">
                <a:extLst>
                  <a:ext uri="{FF2B5EF4-FFF2-40B4-BE49-F238E27FC236}">
                    <a16:creationId xmlns:a16="http://schemas.microsoft.com/office/drawing/2014/main" id="{6E6331FD-AFE8-56EB-F739-148161DA7349}"/>
                  </a:ext>
                </a:extLst>
              </p:cNvPr>
              <p:cNvSpPr/>
              <p:nvPr/>
            </p:nvSpPr>
            <p:spPr>
              <a:xfrm>
                <a:off x="7462666" y="255007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415" name="Rechteck 414">
                <a:extLst>
                  <a:ext uri="{FF2B5EF4-FFF2-40B4-BE49-F238E27FC236}">
                    <a16:creationId xmlns:a16="http://schemas.microsoft.com/office/drawing/2014/main" id="{77AC8E05-01AC-9497-8377-3B6FF52DFE9C}"/>
                  </a:ext>
                </a:extLst>
              </p:cNvPr>
              <p:cNvSpPr/>
              <p:nvPr/>
            </p:nvSpPr>
            <p:spPr>
              <a:xfrm>
                <a:off x="7462666" y="237031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416" name="Rechteck 415">
                <a:extLst>
                  <a:ext uri="{FF2B5EF4-FFF2-40B4-BE49-F238E27FC236}">
                    <a16:creationId xmlns:a16="http://schemas.microsoft.com/office/drawing/2014/main" id="{03389299-81B0-C977-15BA-3592AB7F91AC}"/>
                  </a:ext>
                </a:extLst>
              </p:cNvPr>
              <p:cNvSpPr/>
              <p:nvPr/>
            </p:nvSpPr>
            <p:spPr>
              <a:xfrm>
                <a:off x="7462666" y="2190557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cxnSp>
            <p:nvCxnSpPr>
              <p:cNvPr id="417" name="Gerader Verbinder 416">
                <a:extLst>
                  <a:ext uri="{FF2B5EF4-FFF2-40B4-BE49-F238E27FC236}">
                    <a16:creationId xmlns:a16="http://schemas.microsoft.com/office/drawing/2014/main" id="{C9FB3E80-30D2-0CE5-0643-0B7C24F6699E}"/>
                  </a:ext>
                </a:extLst>
              </p:cNvPr>
              <p:cNvCxnSpPr>
                <a:cxnSpLocks/>
                <a:stCxn id="409" idx="3"/>
                <a:endCxn id="409" idx="7"/>
              </p:cNvCxnSpPr>
              <p:nvPr/>
            </p:nvCxnSpPr>
            <p:spPr>
              <a:xfrm flipV="1">
                <a:off x="7670911" y="2049913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8" name="Gerader Verbinder 417">
                <a:extLst>
                  <a:ext uri="{FF2B5EF4-FFF2-40B4-BE49-F238E27FC236}">
                    <a16:creationId xmlns:a16="http://schemas.microsoft.com/office/drawing/2014/main" id="{BF8637EA-57C2-312A-B0FF-5D3C3B4E6188}"/>
                  </a:ext>
                </a:extLst>
              </p:cNvPr>
              <p:cNvCxnSpPr>
                <a:cxnSpLocks/>
                <a:stCxn id="410" idx="1"/>
                <a:endCxn id="410" idx="5"/>
              </p:cNvCxnSpPr>
              <p:nvPr/>
            </p:nvCxnSpPr>
            <p:spPr>
              <a:xfrm>
                <a:off x="7670911" y="2226088"/>
                <a:ext cx="101824" cy="101824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9" name="Gerader Verbinder 418">
                <a:extLst>
                  <a:ext uri="{FF2B5EF4-FFF2-40B4-BE49-F238E27FC236}">
                    <a16:creationId xmlns:a16="http://schemas.microsoft.com/office/drawing/2014/main" id="{792C4197-0AA0-11EE-13BC-6474E738E7D6}"/>
                  </a:ext>
                </a:extLst>
              </p:cNvPr>
              <p:cNvCxnSpPr>
                <a:cxnSpLocks/>
                <a:stCxn id="411" idx="2"/>
                <a:endCxn id="411" idx="6"/>
              </p:cNvCxnSpPr>
              <p:nvPr/>
            </p:nvCxnSpPr>
            <p:spPr>
              <a:xfrm>
                <a:off x="7649823" y="2453175"/>
                <a:ext cx="144000" cy="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0" name="Gerader Verbinder 419">
                <a:extLst>
                  <a:ext uri="{FF2B5EF4-FFF2-40B4-BE49-F238E27FC236}">
                    <a16:creationId xmlns:a16="http://schemas.microsoft.com/office/drawing/2014/main" id="{182E24E9-338A-26E3-B113-0E7F019749D6}"/>
                  </a:ext>
                </a:extLst>
              </p:cNvPr>
              <p:cNvCxnSpPr>
                <a:cxnSpLocks/>
                <a:stCxn id="412" idx="4"/>
                <a:endCxn id="412" idx="0"/>
              </p:cNvCxnSpPr>
              <p:nvPr/>
            </p:nvCxnSpPr>
            <p:spPr>
              <a:xfrm flipV="1">
                <a:off x="7721823" y="2565000"/>
                <a:ext cx="0" cy="144000"/>
              </a:xfrm>
              <a:prstGeom prst="line">
                <a:avLst/>
              </a:prstGeom>
              <a:ln w="25400">
                <a:solidFill>
                  <a:schemeClr val="bg1">
                    <a:lumMod val="75000"/>
                  </a:schemeClr>
                </a:solidFill>
              </a:ln>
              <a:effectLst>
                <a:innerShdw blurRad="63500" dist="50800" dir="13500000">
                  <a:prstClr val="black">
                    <a:alpha val="50000"/>
                  </a:prstClr>
                </a:inn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7" name="Gruppieren 376">
              <a:extLst>
                <a:ext uri="{FF2B5EF4-FFF2-40B4-BE49-F238E27FC236}">
                  <a16:creationId xmlns:a16="http://schemas.microsoft.com/office/drawing/2014/main" id="{F42E7F65-32C4-D2F9-BA46-DDEA8651D690}"/>
                </a:ext>
              </a:extLst>
            </p:cNvPr>
            <p:cNvGrpSpPr/>
            <p:nvPr/>
          </p:nvGrpSpPr>
          <p:grpSpPr>
            <a:xfrm rot="16200000">
              <a:off x="9941677" y="2057422"/>
              <a:ext cx="359745" cy="180000"/>
              <a:chOff x="7869855" y="3898992"/>
              <a:chExt cx="359745" cy="180000"/>
            </a:xfrm>
          </p:grpSpPr>
          <p:sp>
            <p:nvSpPr>
              <p:cNvPr id="405" name="Rechteck 404">
                <a:extLst>
                  <a:ext uri="{FF2B5EF4-FFF2-40B4-BE49-F238E27FC236}">
                    <a16:creationId xmlns:a16="http://schemas.microsoft.com/office/drawing/2014/main" id="{8AA43517-DC8F-8B54-B336-4E7418903CFD}"/>
                  </a:ext>
                </a:extLst>
              </p:cNvPr>
              <p:cNvSpPr/>
              <p:nvPr/>
            </p:nvSpPr>
            <p:spPr>
              <a:xfrm>
                <a:off x="7869855" y="3898992"/>
                <a:ext cx="359745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6" name="Rechteck 405">
                <a:extLst>
                  <a:ext uri="{FF2B5EF4-FFF2-40B4-BE49-F238E27FC236}">
                    <a16:creationId xmlns:a16="http://schemas.microsoft.com/office/drawing/2014/main" id="{FCE6A311-CAB0-84F9-5545-2FA492805AE0}"/>
                  </a:ext>
                </a:extLst>
              </p:cNvPr>
              <p:cNvSpPr/>
              <p:nvPr/>
            </p:nvSpPr>
            <p:spPr>
              <a:xfrm>
                <a:off x="7914640" y="3929897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7" name="Rechteck 406">
                <a:extLst>
                  <a:ext uri="{FF2B5EF4-FFF2-40B4-BE49-F238E27FC236}">
                    <a16:creationId xmlns:a16="http://schemas.microsoft.com/office/drawing/2014/main" id="{42B3624E-8BED-8A59-4D08-BDD1DC64AD5B}"/>
                  </a:ext>
                </a:extLst>
              </p:cNvPr>
              <p:cNvSpPr/>
              <p:nvPr/>
            </p:nvSpPr>
            <p:spPr>
              <a:xfrm>
                <a:off x="8094238" y="3929897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378" name="Textfeld 377">
              <a:extLst>
                <a:ext uri="{FF2B5EF4-FFF2-40B4-BE49-F238E27FC236}">
                  <a16:creationId xmlns:a16="http://schemas.microsoft.com/office/drawing/2014/main" id="{F81C23AE-6EF7-76BF-0296-37EA9A92CDE7}"/>
                </a:ext>
              </a:extLst>
            </p:cNvPr>
            <p:cNvSpPr txBox="1"/>
            <p:nvPr/>
          </p:nvSpPr>
          <p:spPr>
            <a:xfrm>
              <a:off x="10688611" y="2211663"/>
              <a:ext cx="6555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RS485B</a:t>
              </a:r>
            </a:p>
          </p:txBody>
        </p:sp>
        <p:sp>
          <p:nvSpPr>
            <p:cNvPr id="379" name="Textfeld 378">
              <a:extLst>
                <a:ext uri="{FF2B5EF4-FFF2-40B4-BE49-F238E27FC236}">
                  <a16:creationId xmlns:a16="http://schemas.microsoft.com/office/drawing/2014/main" id="{CFC922F3-E63F-B717-449F-F405C5E10747}"/>
                </a:ext>
              </a:extLst>
            </p:cNvPr>
            <p:cNvSpPr txBox="1"/>
            <p:nvPr/>
          </p:nvSpPr>
          <p:spPr>
            <a:xfrm>
              <a:off x="10682199" y="1680986"/>
              <a:ext cx="6619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RS485A</a:t>
              </a:r>
            </a:p>
          </p:txBody>
        </p:sp>
        <p:sp>
          <p:nvSpPr>
            <p:cNvPr id="380" name="Textfeld 379">
              <a:extLst>
                <a:ext uri="{FF2B5EF4-FFF2-40B4-BE49-F238E27FC236}">
                  <a16:creationId xmlns:a16="http://schemas.microsoft.com/office/drawing/2014/main" id="{51B75F3E-0DF4-437A-66BE-DEBBA9A9B2DC}"/>
                </a:ext>
              </a:extLst>
            </p:cNvPr>
            <p:cNvSpPr txBox="1"/>
            <p:nvPr/>
          </p:nvSpPr>
          <p:spPr>
            <a:xfrm>
              <a:off x="10688611" y="1857442"/>
              <a:ext cx="6555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RS485B</a:t>
              </a:r>
            </a:p>
          </p:txBody>
        </p:sp>
        <p:sp>
          <p:nvSpPr>
            <p:cNvPr id="381" name="Textfeld 380">
              <a:extLst>
                <a:ext uri="{FF2B5EF4-FFF2-40B4-BE49-F238E27FC236}">
                  <a16:creationId xmlns:a16="http://schemas.microsoft.com/office/drawing/2014/main" id="{38D961CF-AB44-98E9-3838-D25919794537}"/>
                </a:ext>
              </a:extLst>
            </p:cNvPr>
            <p:cNvSpPr txBox="1"/>
            <p:nvPr/>
          </p:nvSpPr>
          <p:spPr>
            <a:xfrm>
              <a:off x="10682199" y="2040266"/>
              <a:ext cx="6619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RS485A</a:t>
              </a:r>
            </a:p>
          </p:txBody>
        </p:sp>
        <p:sp>
          <p:nvSpPr>
            <p:cNvPr id="382" name="Textfeld 381">
              <a:extLst>
                <a:ext uri="{FF2B5EF4-FFF2-40B4-BE49-F238E27FC236}">
                  <a16:creationId xmlns:a16="http://schemas.microsoft.com/office/drawing/2014/main" id="{FC8C7F8D-6FF2-7992-0071-5E1A7E98711F}"/>
                </a:ext>
              </a:extLst>
            </p:cNvPr>
            <p:cNvSpPr txBox="1"/>
            <p:nvPr/>
          </p:nvSpPr>
          <p:spPr>
            <a:xfrm>
              <a:off x="10682199" y="2423591"/>
              <a:ext cx="3497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9V</a:t>
              </a:r>
            </a:p>
          </p:txBody>
        </p:sp>
        <p:grpSp>
          <p:nvGrpSpPr>
            <p:cNvPr id="383" name="Gruppieren 382">
              <a:extLst>
                <a:ext uri="{FF2B5EF4-FFF2-40B4-BE49-F238E27FC236}">
                  <a16:creationId xmlns:a16="http://schemas.microsoft.com/office/drawing/2014/main" id="{40B5C40B-3208-7FDD-357B-E7662E8FEDA4}"/>
                </a:ext>
              </a:extLst>
            </p:cNvPr>
            <p:cNvGrpSpPr/>
            <p:nvPr/>
          </p:nvGrpSpPr>
          <p:grpSpPr>
            <a:xfrm>
              <a:off x="9162394" y="2826856"/>
              <a:ext cx="1508654" cy="529887"/>
              <a:chOff x="5585559" y="992874"/>
              <a:chExt cx="1508654" cy="529887"/>
            </a:xfrm>
          </p:grpSpPr>
          <p:sp>
            <p:nvSpPr>
              <p:cNvPr id="399" name="Ellipse 398">
                <a:extLst>
                  <a:ext uri="{FF2B5EF4-FFF2-40B4-BE49-F238E27FC236}">
                    <a16:creationId xmlns:a16="http://schemas.microsoft.com/office/drawing/2014/main" id="{C69DF3CB-E4B6-0CE2-7EE3-4F05E2416FC9}"/>
                  </a:ext>
                </a:extLst>
              </p:cNvPr>
              <p:cNvSpPr/>
              <p:nvPr/>
            </p:nvSpPr>
            <p:spPr>
              <a:xfrm>
                <a:off x="6251530" y="1240202"/>
                <a:ext cx="180000" cy="18000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0" name="Ellipse 399">
                <a:extLst>
                  <a:ext uri="{FF2B5EF4-FFF2-40B4-BE49-F238E27FC236}">
                    <a16:creationId xmlns:a16="http://schemas.microsoft.com/office/drawing/2014/main" id="{92BC73D2-8780-08F1-B7A9-063BB292F4CD}"/>
                  </a:ext>
                </a:extLst>
              </p:cNvPr>
              <p:cNvSpPr/>
              <p:nvPr/>
            </p:nvSpPr>
            <p:spPr>
              <a:xfrm>
                <a:off x="5660485" y="1150202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1" name="Ellipse 400">
                <a:extLst>
                  <a:ext uri="{FF2B5EF4-FFF2-40B4-BE49-F238E27FC236}">
                    <a16:creationId xmlns:a16="http://schemas.microsoft.com/office/drawing/2014/main" id="{79D7066A-5761-9E47-3582-8451A83DEE6D}"/>
                  </a:ext>
                </a:extLst>
              </p:cNvPr>
              <p:cNvSpPr/>
              <p:nvPr/>
            </p:nvSpPr>
            <p:spPr>
              <a:xfrm>
                <a:off x="6662575" y="1162761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02" name="Textfeld 401">
                <a:extLst>
                  <a:ext uri="{FF2B5EF4-FFF2-40B4-BE49-F238E27FC236}">
                    <a16:creationId xmlns:a16="http://schemas.microsoft.com/office/drawing/2014/main" id="{BED1A475-6248-0102-6A9A-AC086614868F}"/>
                  </a:ext>
                </a:extLst>
              </p:cNvPr>
              <p:cNvSpPr txBox="1"/>
              <p:nvPr/>
            </p:nvSpPr>
            <p:spPr>
              <a:xfrm>
                <a:off x="6063722" y="992874"/>
                <a:ext cx="563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RESET</a:t>
                </a:r>
              </a:p>
            </p:txBody>
          </p:sp>
          <p:sp>
            <p:nvSpPr>
              <p:cNvPr id="403" name="Textfeld 402">
                <a:extLst>
                  <a:ext uri="{FF2B5EF4-FFF2-40B4-BE49-F238E27FC236}">
                    <a16:creationId xmlns:a16="http://schemas.microsoft.com/office/drawing/2014/main" id="{79781F85-01A0-C21F-EA3C-B1A73C04A9E1}"/>
                  </a:ext>
                </a:extLst>
              </p:cNvPr>
              <p:cNvSpPr txBox="1"/>
              <p:nvPr/>
            </p:nvSpPr>
            <p:spPr>
              <a:xfrm>
                <a:off x="6596961" y="1203894"/>
                <a:ext cx="4972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LED2</a:t>
                </a:r>
              </a:p>
            </p:txBody>
          </p:sp>
          <p:sp>
            <p:nvSpPr>
              <p:cNvPr id="404" name="Textfeld 403">
                <a:extLst>
                  <a:ext uri="{FF2B5EF4-FFF2-40B4-BE49-F238E27FC236}">
                    <a16:creationId xmlns:a16="http://schemas.microsoft.com/office/drawing/2014/main" id="{9344742F-5391-7466-6AD4-C342F2714DE8}"/>
                  </a:ext>
                </a:extLst>
              </p:cNvPr>
              <p:cNvSpPr txBox="1"/>
              <p:nvPr/>
            </p:nvSpPr>
            <p:spPr>
              <a:xfrm>
                <a:off x="5585559" y="1197408"/>
                <a:ext cx="4972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LED1</a:t>
                </a:r>
              </a:p>
            </p:txBody>
          </p:sp>
        </p:grpSp>
        <p:sp>
          <p:nvSpPr>
            <p:cNvPr id="384" name="Textfeld 383">
              <a:extLst>
                <a:ext uri="{FF2B5EF4-FFF2-40B4-BE49-F238E27FC236}">
                  <a16:creationId xmlns:a16="http://schemas.microsoft.com/office/drawing/2014/main" id="{A5428096-E95F-F875-DC02-A060DB24E548}"/>
                </a:ext>
              </a:extLst>
            </p:cNvPr>
            <p:cNvSpPr txBox="1"/>
            <p:nvPr/>
          </p:nvSpPr>
          <p:spPr>
            <a:xfrm rot="16200000">
              <a:off x="9650329" y="2012659"/>
              <a:ext cx="57214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RS485</a:t>
              </a:r>
            </a:p>
          </p:txBody>
        </p:sp>
        <p:sp>
          <p:nvSpPr>
            <p:cNvPr id="385" name="Rechteck: abgerundete Ecken 384">
              <a:extLst>
                <a:ext uri="{FF2B5EF4-FFF2-40B4-BE49-F238E27FC236}">
                  <a16:creationId xmlns:a16="http://schemas.microsoft.com/office/drawing/2014/main" id="{3500D91C-B8BE-14E1-AE56-DBFD9BDA3C57}"/>
                </a:ext>
              </a:extLst>
            </p:cNvPr>
            <p:cNvSpPr/>
            <p:nvPr/>
          </p:nvSpPr>
          <p:spPr>
            <a:xfrm>
              <a:off x="9623217" y="863494"/>
              <a:ext cx="90000" cy="162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86" name="Rechteck: abgerundete Ecken 385">
              <a:extLst>
                <a:ext uri="{FF2B5EF4-FFF2-40B4-BE49-F238E27FC236}">
                  <a16:creationId xmlns:a16="http://schemas.microsoft.com/office/drawing/2014/main" id="{105DA5DB-0C31-9DD9-B8E9-8C7AA9147031}"/>
                </a:ext>
              </a:extLst>
            </p:cNvPr>
            <p:cNvSpPr/>
            <p:nvPr/>
          </p:nvSpPr>
          <p:spPr>
            <a:xfrm>
              <a:off x="9437873" y="863494"/>
              <a:ext cx="90000" cy="1620000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387" name="Gruppieren 386">
              <a:extLst>
                <a:ext uri="{FF2B5EF4-FFF2-40B4-BE49-F238E27FC236}">
                  <a16:creationId xmlns:a16="http://schemas.microsoft.com/office/drawing/2014/main" id="{AA4D2B2E-5819-93D2-1EEE-E74B3DAE2081}"/>
                </a:ext>
              </a:extLst>
            </p:cNvPr>
            <p:cNvGrpSpPr/>
            <p:nvPr/>
          </p:nvGrpSpPr>
          <p:grpSpPr>
            <a:xfrm>
              <a:off x="10275371" y="863273"/>
              <a:ext cx="521306" cy="576000"/>
              <a:chOff x="5522556" y="3472601"/>
              <a:chExt cx="521306" cy="576000"/>
            </a:xfrm>
          </p:grpSpPr>
          <p:sp>
            <p:nvSpPr>
              <p:cNvPr id="397" name="Rechteck: abgerundete Ecken 396">
                <a:extLst>
                  <a:ext uri="{FF2B5EF4-FFF2-40B4-BE49-F238E27FC236}">
                    <a16:creationId xmlns:a16="http://schemas.microsoft.com/office/drawing/2014/main" id="{077188C5-357E-AC57-0C79-75B5786106BA}"/>
                  </a:ext>
                </a:extLst>
              </p:cNvPr>
              <p:cNvSpPr/>
              <p:nvPr/>
            </p:nvSpPr>
            <p:spPr>
              <a:xfrm>
                <a:off x="5522556" y="3472601"/>
                <a:ext cx="521305" cy="576000"/>
              </a:xfrm>
              <a:prstGeom prst="roundRect">
                <a:avLst/>
              </a:prstGeom>
              <a:solidFill>
                <a:srgbClr val="76717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98" name="Textfeld 397">
                <a:extLst>
                  <a:ext uri="{FF2B5EF4-FFF2-40B4-BE49-F238E27FC236}">
                    <a16:creationId xmlns:a16="http://schemas.microsoft.com/office/drawing/2014/main" id="{E3551B2C-501D-3F2C-83BE-00CD73DDA195}"/>
                  </a:ext>
                </a:extLst>
              </p:cNvPr>
              <p:cNvSpPr txBox="1"/>
              <p:nvPr/>
            </p:nvSpPr>
            <p:spPr>
              <a:xfrm>
                <a:off x="5533134" y="3622102"/>
                <a:ext cx="5107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 dirty="0"/>
                  <a:t>USB</a:t>
                </a:r>
              </a:p>
            </p:txBody>
          </p:sp>
        </p:grpSp>
        <p:grpSp>
          <p:nvGrpSpPr>
            <p:cNvPr id="388" name="Gruppieren 387">
              <a:extLst>
                <a:ext uri="{FF2B5EF4-FFF2-40B4-BE49-F238E27FC236}">
                  <a16:creationId xmlns:a16="http://schemas.microsoft.com/office/drawing/2014/main" id="{0D2B845F-157D-B0F5-7D20-9F971BFC0B4F}"/>
                </a:ext>
              </a:extLst>
            </p:cNvPr>
            <p:cNvGrpSpPr/>
            <p:nvPr/>
          </p:nvGrpSpPr>
          <p:grpSpPr>
            <a:xfrm rot="10800000">
              <a:off x="10293953" y="2479609"/>
              <a:ext cx="433247" cy="360620"/>
              <a:chOff x="8238632" y="1988930"/>
              <a:chExt cx="433247" cy="360620"/>
            </a:xfrm>
          </p:grpSpPr>
          <p:sp>
            <p:nvSpPr>
              <p:cNvPr id="392" name="Rechteck 391">
                <a:extLst>
                  <a:ext uri="{FF2B5EF4-FFF2-40B4-BE49-F238E27FC236}">
                    <a16:creationId xmlns:a16="http://schemas.microsoft.com/office/drawing/2014/main" id="{B83CFA86-6E78-C755-834F-F4F98C0AB410}"/>
                  </a:ext>
                </a:extLst>
              </p:cNvPr>
              <p:cNvSpPr/>
              <p:nvPr/>
            </p:nvSpPr>
            <p:spPr>
              <a:xfrm>
                <a:off x="8239879" y="1988930"/>
                <a:ext cx="432000" cy="36007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93" name="Ellipse 392">
                <a:extLst>
                  <a:ext uri="{FF2B5EF4-FFF2-40B4-BE49-F238E27FC236}">
                    <a16:creationId xmlns:a16="http://schemas.microsoft.com/office/drawing/2014/main" id="{30B4D178-BC65-A18A-EDBB-20B76081F3E6}"/>
                  </a:ext>
                </a:extLst>
              </p:cNvPr>
              <p:cNvSpPr/>
              <p:nvPr/>
            </p:nvSpPr>
            <p:spPr>
              <a:xfrm>
                <a:off x="8425789" y="2007818"/>
                <a:ext cx="144000" cy="14400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94" name="Ellipse 393">
                <a:extLst>
                  <a:ext uri="{FF2B5EF4-FFF2-40B4-BE49-F238E27FC236}">
                    <a16:creationId xmlns:a16="http://schemas.microsoft.com/office/drawing/2014/main" id="{D9B53C35-F2E1-1AD0-6FE2-D72E7ACAF0F0}"/>
                  </a:ext>
                </a:extLst>
              </p:cNvPr>
              <p:cNvSpPr/>
              <p:nvPr/>
            </p:nvSpPr>
            <p:spPr>
              <a:xfrm>
                <a:off x="8425789" y="2183993"/>
                <a:ext cx="144000" cy="14400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95" name="Rechteck 394">
                <a:extLst>
                  <a:ext uri="{FF2B5EF4-FFF2-40B4-BE49-F238E27FC236}">
                    <a16:creationId xmlns:a16="http://schemas.microsoft.com/office/drawing/2014/main" id="{70E27694-8E93-04EA-7A44-9F40A859BB60}"/>
                  </a:ext>
                </a:extLst>
              </p:cNvPr>
              <p:cNvSpPr/>
              <p:nvPr/>
            </p:nvSpPr>
            <p:spPr>
              <a:xfrm>
                <a:off x="8238632" y="1989790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  <p:sp>
            <p:nvSpPr>
              <p:cNvPr id="396" name="Rechteck 395">
                <a:extLst>
                  <a:ext uri="{FF2B5EF4-FFF2-40B4-BE49-F238E27FC236}">
                    <a16:creationId xmlns:a16="http://schemas.microsoft.com/office/drawing/2014/main" id="{D26929C4-DFC1-33D7-F51D-24009D393503}"/>
                  </a:ext>
                </a:extLst>
              </p:cNvPr>
              <p:cNvSpPr/>
              <p:nvPr/>
            </p:nvSpPr>
            <p:spPr>
              <a:xfrm>
                <a:off x="8238632" y="2169550"/>
                <a:ext cx="90000" cy="180000"/>
              </a:xfrm>
              <a:prstGeom prst="rect">
                <a:avLst/>
              </a:prstGeom>
              <a:solidFill>
                <a:srgbClr val="00B05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noFill/>
                </a:endParaRPr>
              </a:p>
            </p:txBody>
          </p:sp>
        </p:grpSp>
        <p:sp>
          <p:nvSpPr>
            <p:cNvPr id="389" name="Rechteck: abgerundete Ecken 388">
              <a:extLst>
                <a:ext uri="{FF2B5EF4-FFF2-40B4-BE49-F238E27FC236}">
                  <a16:creationId xmlns:a16="http://schemas.microsoft.com/office/drawing/2014/main" id="{B68ED51E-BDDE-1E95-4AA4-B3988723F99A}"/>
                </a:ext>
              </a:extLst>
            </p:cNvPr>
            <p:cNvSpPr/>
            <p:nvPr/>
          </p:nvSpPr>
          <p:spPr>
            <a:xfrm>
              <a:off x="10021397" y="863494"/>
              <a:ext cx="90000" cy="102334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0" name="Rechteck: abgerundete Ecken 389">
              <a:extLst>
                <a:ext uri="{FF2B5EF4-FFF2-40B4-BE49-F238E27FC236}">
                  <a16:creationId xmlns:a16="http://schemas.microsoft.com/office/drawing/2014/main" id="{6549886F-EF96-0186-4384-039D7530408B}"/>
                </a:ext>
              </a:extLst>
            </p:cNvPr>
            <p:cNvSpPr/>
            <p:nvPr/>
          </p:nvSpPr>
          <p:spPr>
            <a:xfrm>
              <a:off x="9836053" y="863494"/>
              <a:ext cx="90000" cy="1023345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391" name="Textfeld 390">
              <a:extLst>
                <a:ext uri="{FF2B5EF4-FFF2-40B4-BE49-F238E27FC236}">
                  <a16:creationId xmlns:a16="http://schemas.microsoft.com/office/drawing/2014/main" id="{E02BD0D7-9362-1E43-C2F7-BD340F4D25B2}"/>
                </a:ext>
              </a:extLst>
            </p:cNvPr>
            <p:cNvSpPr txBox="1"/>
            <p:nvPr/>
          </p:nvSpPr>
          <p:spPr>
            <a:xfrm>
              <a:off x="10682199" y="2582581"/>
              <a:ext cx="4764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GND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2204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ruppieren 382">
            <a:extLst>
              <a:ext uri="{FF2B5EF4-FFF2-40B4-BE49-F238E27FC236}">
                <a16:creationId xmlns:a16="http://schemas.microsoft.com/office/drawing/2014/main" id="{1EE26BC9-652B-B855-E6BE-F12EAFAB89DB}"/>
              </a:ext>
            </a:extLst>
          </p:cNvPr>
          <p:cNvGrpSpPr/>
          <p:nvPr/>
        </p:nvGrpSpPr>
        <p:grpSpPr>
          <a:xfrm>
            <a:off x="853439" y="1101374"/>
            <a:ext cx="2548129" cy="4491217"/>
            <a:chOff x="853439" y="1101374"/>
            <a:chExt cx="2548129" cy="4491217"/>
          </a:xfrm>
        </p:grpSpPr>
        <p:sp>
          <p:nvSpPr>
            <p:cNvPr id="4" name="Rechteck: abgerundete Ecken 3">
              <a:extLst>
                <a:ext uri="{FF2B5EF4-FFF2-40B4-BE49-F238E27FC236}">
                  <a16:creationId xmlns:a16="http://schemas.microsoft.com/office/drawing/2014/main" id="{4123115D-F7EB-5813-BBA3-0D9C84582F5A}"/>
                </a:ext>
              </a:extLst>
            </p:cNvPr>
            <p:cNvSpPr/>
            <p:nvPr/>
          </p:nvSpPr>
          <p:spPr>
            <a:xfrm>
              <a:off x="1437806" y="2919438"/>
              <a:ext cx="648000" cy="576000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hteck 4">
              <a:extLst>
                <a:ext uri="{FF2B5EF4-FFF2-40B4-BE49-F238E27FC236}">
                  <a16:creationId xmlns:a16="http://schemas.microsoft.com/office/drawing/2014/main" id="{94E519A3-2E27-20D0-C4A8-E7EF209B4A40}"/>
                </a:ext>
              </a:extLst>
            </p:cNvPr>
            <p:cNvSpPr/>
            <p:nvPr/>
          </p:nvSpPr>
          <p:spPr>
            <a:xfrm>
              <a:off x="853439" y="1324893"/>
              <a:ext cx="2548129" cy="2115719"/>
            </a:xfrm>
            <a:prstGeom prst="rect">
              <a:avLst/>
            </a:prstGeom>
            <a:solidFill>
              <a:schemeClr val="bg1">
                <a:lumMod val="65000"/>
                <a:alpha val="20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8B8CEAB4-2A9A-9B3E-0446-65F6EB624A2D}"/>
                </a:ext>
              </a:extLst>
            </p:cNvPr>
            <p:cNvSpPr/>
            <p:nvPr/>
          </p:nvSpPr>
          <p:spPr>
            <a:xfrm>
              <a:off x="1113262" y="1945995"/>
              <a:ext cx="180000" cy="1800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Textfeld 119">
              <a:extLst>
                <a:ext uri="{FF2B5EF4-FFF2-40B4-BE49-F238E27FC236}">
                  <a16:creationId xmlns:a16="http://schemas.microsoft.com/office/drawing/2014/main" id="{F555F7F7-F248-0AE5-2718-69A01ACF1D24}"/>
                </a:ext>
              </a:extLst>
            </p:cNvPr>
            <p:cNvSpPr txBox="1"/>
            <p:nvPr/>
          </p:nvSpPr>
          <p:spPr>
            <a:xfrm rot="16200000">
              <a:off x="729152" y="1903769"/>
              <a:ext cx="56310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RESET</a:t>
              </a:r>
            </a:p>
          </p:txBody>
        </p:sp>
        <p:grpSp>
          <p:nvGrpSpPr>
            <p:cNvPr id="198" name="Gruppieren 197">
              <a:extLst>
                <a:ext uri="{FF2B5EF4-FFF2-40B4-BE49-F238E27FC236}">
                  <a16:creationId xmlns:a16="http://schemas.microsoft.com/office/drawing/2014/main" id="{F2BFE98D-1D4C-AD37-00CE-9D2CDD85A171}"/>
                </a:ext>
              </a:extLst>
            </p:cNvPr>
            <p:cNvGrpSpPr/>
            <p:nvPr/>
          </p:nvGrpSpPr>
          <p:grpSpPr>
            <a:xfrm>
              <a:off x="2892402" y="1370614"/>
              <a:ext cx="497252" cy="360000"/>
              <a:chOff x="5743091" y="1692781"/>
              <a:chExt cx="497252" cy="360000"/>
            </a:xfrm>
          </p:grpSpPr>
          <p:sp>
            <p:nvSpPr>
              <p:cNvPr id="94" name="Ellipse 93">
                <a:extLst>
                  <a:ext uri="{FF2B5EF4-FFF2-40B4-BE49-F238E27FC236}">
                    <a16:creationId xmlns:a16="http://schemas.microsoft.com/office/drawing/2014/main" id="{1D8B9666-6A37-973F-1D3D-C9B73E8DB7DC}"/>
                  </a:ext>
                </a:extLst>
              </p:cNvPr>
              <p:cNvSpPr/>
              <p:nvPr/>
            </p:nvSpPr>
            <p:spPr>
              <a:xfrm>
                <a:off x="5808705" y="1692781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1" name="Textfeld 120">
                <a:extLst>
                  <a:ext uri="{FF2B5EF4-FFF2-40B4-BE49-F238E27FC236}">
                    <a16:creationId xmlns:a16="http://schemas.microsoft.com/office/drawing/2014/main" id="{6F5BFF75-90D1-D59D-E960-6503B79C099F}"/>
                  </a:ext>
                </a:extLst>
              </p:cNvPr>
              <p:cNvSpPr txBox="1"/>
              <p:nvPr/>
            </p:nvSpPr>
            <p:spPr>
              <a:xfrm>
                <a:off x="5743091" y="1733914"/>
                <a:ext cx="4972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LED2</a:t>
                </a:r>
              </a:p>
            </p:txBody>
          </p:sp>
        </p:grpSp>
        <p:grpSp>
          <p:nvGrpSpPr>
            <p:cNvPr id="199" name="Gruppieren 198">
              <a:extLst>
                <a:ext uri="{FF2B5EF4-FFF2-40B4-BE49-F238E27FC236}">
                  <a16:creationId xmlns:a16="http://schemas.microsoft.com/office/drawing/2014/main" id="{C37FD3DF-8853-664D-3E26-9122B9D2E777}"/>
                </a:ext>
              </a:extLst>
            </p:cNvPr>
            <p:cNvGrpSpPr/>
            <p:nvPr/>
          </p:nvGrpSpPr>
          <p:grpSpPr>
            <a:xfrm>
              <a:off x="858336" y="1370246"/>
              <a:ext cx="497252" cy="360000"/>
              <a:chOff x="4731689" y="1680222"/>
              <a:chExt cx="497252" cy="360000"/>
            </a:xfrm>
          </p:grpSpPr>
          <p:sp>
            <p:nvSpPr>
              <p:cNvPr id="93" name="Ellipse 92">
                <a:extLst>
                  <a:ext uri="{FF2B5EF4-FFF2-40B4-BE49-F238E27FC236}">
                    <a16:creationId xmlns:a16="http://schemas.microsoft.com/office/drawing/2014/main" id="{C88E7036-D2EC-43F1-6D30-F20B44B1DDED}"/>
                  </a:ext>
                </a:extLst>
              </p:cNvPr>
              <p:cNvSpPr/>
              <p:nvPr/>
            </p:nvSpPr>
            <p:spPr>
              <a:xfrm>
                <a:off x="4806615" y="1680222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2" name="Textfeld 121">
                <a:extLst>
                  <a:ext uri="{FF2B5EF4-FFF2-40B4-BE49-F238E27FC236}">
                    <a16:creationId xmlns:a16="http://schemas.microsoft.com/office/drawing/2014/main" id="{143BE5D4-A7D1-FFC9-E09B-CD448800F190}"/>
                  </a:ext>
                </a:extLst>
              </p:cNvPr>
              <p:cNvSpPr txBox="1"/>
              <p:nvPr/>
            </p:nvSpPr>
            <p:spPr>
              <a:xfrm>
                <a:off x="4731689" y="1727428"/>
                <a:ext cx="4972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LED1</a:t>
                </a:r>
              </a:p>
            </p:txBody>
          </p:sp>
        </p:grpSp>
        <p:sp>
          <p:nvSpPr>
            <p:cNvPr id="130" name="Textfeld 129">
              <a:extLst>
                <a:ext uri="{FF2B5EF4-FFF2-40B4-BE49-F238E27FC236}">
                  <a16:creationId xmlns:a16="http://schemas.microsoft.com/office/drawing/2014/main" id="{C9E54BBE-6669-719B-119E-D7A3B2FF28E2}"/>
                </a:ext>
              </a:extLst>
            </p:cNvPr>
            <p:cNvSpPr txBox="1"/>
            <p:nvPr/>
          </p:nvSpPr>
          <p:spPr>
            <a:xfrm>
              <a:off x="1448383" y="3068938"/>
              <a:ext cx="6374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USB</a:t>
              </a:r>
            </a:p>
          </p:txBody>
        </p:sp>
        <p:grpSp>
          <p:nvGrpSpPr>
            <p:cNvPr id="117" name="Gruppieren 116">
              <a:extLst>
                <a:ext uri="{FF2B5EF4-FFF2-40B4-BE49-F238E27FC236}">
                  <a16:creationId xmlns:a16="http://schemas.microsoft.com/office/drawing/2014/main" id="{16C78F08-F413-44EE-D63D-4D042CB4312F}"/>
                </a:ext>
              </a:extLst>
            </p:cNvPr>
            <p:cNvGrpSpPr/>
            <p:nvPr/>
          </p:nvGrpSpPr>
          <p:grpSpPr>
            <a:xfrm>
              <a:off x="2256779" y="3049925"/>
              <a:ext cx="343998" cy="255825"/>
              <a:chOff x="7585604" y="3312027"/>
              <a:chExt cx="343998" cy="255825"/>
            </a:xfrm>
          </p:grpSpPr>
          <p:sp>
            <p:nvSpPr>
              <p:cNvPr id="2" name="Rechteck 1">
                <a:extLst>
                  <a:ext uri="{FF2B5EF4-FFF2-40B4-BE49-F238E27FC236}">
                    <a16:creationId xmlns:a16="http://schemas.microsoft.com/office/drawing/2014/main" id="{1DE7F344-B4E3-A65E-077A-974DF3E637BD}"/>
                  </a:ext>
                </a:extLst>
              </p:cNvPr>
              <p:cNvSpPr/>
              <p:nvPr/>
            </p:nvSpPr>
            <p:spPr>
              <a:xfrm>
                <a:off x="7585605" y="3312027"/>
                <a:ext cx="343997" cy="25582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39" name="Gruppieren 38">
                <a:extLst>
                  <a:ext uri="{FF2B5EF4-FFF2-40B4-BE49-F238E27FC236}">
                    <a16:creationId xmlns:a16="http://schemas.microsoft.com/office/drawing/2014/main" id="{1B44AB23-7963-8678-C716-60124064B647}"/>
                  </a:ext>
                </a:extLst>
              </p:cNvPr>
              <p:cNvGrpSpPr/>
              <p:nvPr/>
            </p:nvGrpSpPr>
            <p:grpSpPr>
              <a:xfrm>
                <a:off x="7585604" y="3453153"/>
                <a:ext cx="343997" cy="114699"/>
                <a:chOff x="7599557" y="3453153"/>
                <a:chExt cx="343997" cy="114699"/>
              </a:xfrm>
              <a:solidFill>
                <a:schemeClr val="bg1"/>
              </a:solidFill>
            </p:grpSpPr>
            <p:sp>
              <p:nvSpPr>
                <p:cNvPr id="3" name="Rechteck 2">
                  <a:extLst>
                    <a:ext uri="{FF2B5EF4-FFF2-40B4-BE49-F238E27FC236}">
                      <a16:creationId xmlns:a16="http://schemas.microsoft.com/office/drawing/2014/main" id="{1975EB2E-2ECC-B9CF-B984-A35A79F8B8BB}"/>
                    </a:ext>
                  </a:extLst>
                </p:cNvPr>
                <p:cNvSpPr/>
                <p:nvPr/>
              </p:nvSpPr>
              <p:spPr>
                <a:xfrm>
                  <a:off x="7599557" y="3453153"/>
                  <a:ext cx="343997" cy="50997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8" name="Rechteck 37">
                  <a:extLst>
                    <a:ext uri="{FF2B5EF4-FFF2-40B4-BE49-F238E27FC236}">
                      <a16:creationId xmlns:a16="http://schemas.microsoft.com/office/drawing/2014/main" id="{3C15A7AD-B632-4BAA-F380-5BC753654922}"/>
                    </a:ext>
                  </a:extLst>
                </p:cNvPr>
                <p:cNvSpPr/>
                <p:nvPr/>
              </p:nvSpPr>
              <p:spPr>
                <a:xfrm rot="16200000">
                  <a:off x="7735267" y="3513142"/>
                  <a:ext cx="63701" cy="45719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B6913F4E-0DC8-9FC6-0713-29DCAEF8D7ED}"/>
                  </a:ext>
                </a:extLst>
              </p:cNvPr>
              <p:cNvSpPr/>
              <p:nvPr/>
            </p:nvSpPr>
            <p:spPr>
              <a:xfrm>
                <a:off x="7790605" y="3413534"/>
                <a:ext cx="45720" cy="544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6" name="Rechteck 115">
                <a:extLst>
                  <a:ext uri="{FF2B5EF4-FFF2-40B4-BE49-F238E27FC236}">
                    <a16:creationId xmlns:a16="http://schemas.microsoft.com/office/drawing/2014/main" id="{C985510F-6A90-34B4-F3F6-8DFBCA00CEFA}"/>
                  </a:ext>
                </a:extLst>
              </p:cNvPr>
              <p:cNvSpPr/>
              <p:nvPr/>
            </p:nvSpPr>
            <p:spPr>
              <a:xfrm>
                <a:off x="7674468" y="3413534"/>
                <a:ext cx="45720" cy="544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18" name="Gruppieren 117">
              <a:extLst>
                <a:ext uri="{FF2B5EF4-FFF2-40B4-BE49-F238E27FC236}">
                  <a16:creationId xmlns:a16="http://schemas.microsoft.com/office/drawing/2014/main" id="{9F8DD013-9217-E02D-EF77-11992768200A}"/>
                </a:ext>
              </a:extLst>
            </p:cNvPr>
            <p:cNvGrpSpPr/>
            <p:nvPr/>
          </p:nvGrpSpPr>
          <p:grpSpPr>
            <a:xfrm>
              <a:off x="950578" y="3053930"/>
              <a:ext cx="343998" cy="255825"/>
              <a:chOff x="7585604" y="3312027"/>
              <a:chExt cx="343998" cy="255825"/>
            </a:xfrm>
          </p:grpSpPr>
          <p:sp>
            <p:nvSpPr>
              <p:cNvPr id="119" name="Rechteck 118">
                <a:extLst>
                  <a:ext uri="{FF2B5EF4-FFF2-40B4-BE49-F238E27FC236}">
                    <a16:creationId xmlns:a16="http://schemas.microsoft.com/office/drawing/2014/main" id="{52EB2364-377C-C299-877E-3AA4F34015CA}"/>
                  </a:ext>
                </a:extLst>
              </p:cNvPr>
              <p:cNvSpPr/>
              <p:nvPr/>
            </p:nvSpPr>
            <p:spPr>
              <a:xfrm>
                <a:off x="7585605" y="3312027"/>
                <a:ext cx="343997" cy="25582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23" name="Gruppieren 122">
                <a:extLst>
                  <a:ext uri="{FF2B5EF4-FFF2-40B4-BE49-F238E27FC236}">
                    <a16:creationId xmlns:a16="http://schemas.microsoft.com/office/drawing/2014/main" id="{1928E136-6A4A-BE26-B7BA-BA7EA42C653A}"/>
                  </a:ext>
                </a:extLst>
              </p:cNvPr>
              <p:cNvGrpSpPr/>
              <p:nvPr/>
            </p:nvGrpSpPr>
            <p:grpSpPr>
              <a:xfrm>
                <a:off x="7585604" y="3453153"/>
                <a:ext cx="343998" cy="114699"/>
                <a:chOff x="7599557" y="3453153"/>
                <a:chExt cx="343998" cy="114699"/>
              </a:xfrm>
              <a:solidFill>
                <a:schemeClr val="bg1"/>
              </a:solidFill>
            </p:grpSpPr>
            <p:sp>
              <p:nvSpPr>
                <p:cNvPr id="133" name="Rechteck 132">
                  <a:extLst>
                    <a:ext uri="{FF2B5EF4-FFF2-40B4-BE49-F238E27FC236}">
                      <a16:creationId xmlns:a16="http://schemas.microsoft.com/office/drawing/2014/main" id="{DF3B8B65-D249-E47D-E9C2-FC4B560344FC}"/>
                    </a:ext>
                  </a:extLst>
                </p:cNvPr>
                <p:cNvSpPr/>
                <p:nvPr/>
              </p:nvSpPr>
              <p:spPr>
                <a:xfrm>
                  <a:off x="7599557" y="3453153"/>
                  <a:ext cx="343998" cy="50997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34" name="Rechteck 133">
                  <a:extLst>
                    <a:ext uri="{FF2B5EF4-FFF2-40B4-BE49-F238E27FC236}">
                      <a16:creationId xmlns:a16="http://schemas.microsoft.com/office/drawing/2014/main" id="{C323BEB1-4C18-D011-B85E-C9F7D3AA86B5}"/>
                    </a:ext>
                  </a:extLst>
                </p:cNvPr>
                <p:cNvSpPr/>
                <p:nvPr/>
              </p:nvSpPr>
              <p:spPr>
                <a:xfrm rot="16200000">
                  <a:off x="7735267" y="3513142"/>
                  <a:ext cx="63701" cy="45719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24" name="Rechteck 123">
                <a:extLst>
                  <a:ext uri="{FF2B5EF4-FFF2-40B4-BE49-F238E27FC236}">
                    <a16:creationId xmlns:a16="http://schemas.microsoft.com/office/drawing/2014/main" id="{C944477A-0749-74C3-2CA5-695A6B9F3218}"/>
                  </a:ext>
                </a:extLst>
              </p:cNvPr>
              <p:cNvSpPr/>
              <p:nvPr/>
            </p:nvSpPr>
            <p:spPr>
              <a:xfrm>
                <a:off x="7790605" y="3413534"/>
                <a:ext cx="45720" cy="5446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32" name="Rechteck 131">
                <a:extLst>
                  <a:ext uri="{FF2B5EF4-FFF2-40B4-BE49-F238E27FC236}">
                    <a16:creationId xmlns:a16="http://schemas.microsoft.com/office/drawing/2014/main" id="{DC2DB6CA-787D-78B8-CA3E-31B2A498C0CB}"/>
                  </a:ext>
                </a:extLst>
              </p:cNvPr>
              <p:cNvSpPr/>
              <p:nvPr/>
            </p:nvSpPr>
            <p:spPr>
              <a:xfrm>
                <a:off x="7674468" y="3413534"/>
                <a:ext cx="45720" cy="54469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36" name="Gruppieren 135">
              <a:extLst>
                <a:ext uri="{FF2B5EF4-FFF2-40B4-BE49-F238E27FC236}">
                  <a16:creationId xmlns:a16="http://schemas.microsoft.com/office/drawing/2014/main" id="{FF57E940-725C-0BBE-29E0-CC135C145118}"/>
                </a:ext>
              </a:extLst>
            </p:cNvPr>
            <p:cNvGrpSpPr/>
            <p:nvPr/>
          </p:nvGrpSpPr>
          <p:grpSpPr>
            <a:xfrm>
              <a:off x="2925542" y="3049926"/>
              <a:ext cx="343998" cy="255825"/>
              <a:chOff x="7585604" y="3312027"/>
              <a:chExt cx="343998" cy="255825"/>
            </a:xfrm>
          </p:grpSpPr>
          <p:sp>
            <p:nvSpPr>
              <p:cNvPr id="137" name="Rechteck 136">
                <a:extLst>
                  <a:ext uri="{FF2B5EF4-FFF2-40B4-BE49-F238E27FC236}">
                    <a16:creationId xmlns:a16="http://schemas.microsoft.com/office/drawing/2014/main" id="{559CB20B-C3C6-4104-93E1-5415967EE794}"/>
                  </a:ext>
                </a:extLst>
              </p:cNvPr>
              <p:cNvSpPr/>
              <p:nvPr/>
            </p:nvSpPr>
            <p:spPr>
              <a:xfrm>
                <a:off x="7585605" y="3312027"/>
                <a:ext cx="343997" cy="25582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38" name="Gruppieren 137">
                <a:extLst>
                  <a:ext uri="{FF2B5EF4-FFF2-40B4-BE49-F238E27FC236}">
                    <a16:creationId xmlns:a16="http://schemas.microsoft.com/office/drawing/2014/main" id="{8F1106AD-9B23-72A9-4896-147A66DB4190}"/>
                  </a:ext>
                </a:extLst>
              </p:cNvPr>
              <p:cNvGrpSpPr/>
              <p:nvPr/>
            </p:nvGrpSpPr>
            <p:grpSpPr>
              <a:xfrm>
                <a:off x="7585604" y="3453153"/>
                <a:ext cx="343997" cy="114699"/>
                <a:chOff x="7599557" y="3453153"/>
                <a:chExt cx="343997" cy="114699"/>
              </a:xfrm>
              <a:solidFill>
                <a:schemeClr val="bg1"/>
              </a:solidFill>
            </p:grpSpPr>
            <p:sp>
              <p:nvSpPr>
                <p:cNvPr id="141" name="Rechteck 140">
                  <a:extLst>
                    <a:ext uri="{FF2B5EF4-FFF2-40B4-BE49-F238E27FC236}">
                      <a16:creationId xmlns:a16="http://schemas.microsoft.com/office/drawing/2014/main" id="{4FFDC95D-D8A5-F881-D8BF-F81C8C2BF170}"/>
                    </a:ext>
                  </a:extLst>
                </p:cNvPr>
                <p:cNvSpPr/>
                <p:nvPr/>
              </p:nvSpPr>
              <p:spPr>
                <a:xfrm>
                  <a:off x="7599557" y="3453153"/>
                  <a:ext cx="343997" cy="50997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42" name="Rechteck 141">
                  <a:extLst>
                    <a:ext uri="{FF2B5EF4-FFF2-40B4-BE49-F238E27FC236}">
                      <a16:creationId xmlns:a16="http://schemas.microsoft.com/office/drawing/2014/main" id="{9F95EC62-CA66-2742-06DC-EFDD008FE970}"/>
                    </a:ext>
                  </a:extLst>
                </p:cNvPr>
                <p:cNvSpPr/>
                <p:nvPr/>
              </p:nvSpPr>
              <p:spPr>
                <a:xfrm rot="16200000">
                  <a:off x="7735267" y="3513142"/>
                  <a:ext cx="63701" cy="45719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39" name="Rechteck 138">
                <a:extLst>
                  <a:ext uri="{FF2B5EF4-FFF2-40B4-BE49-F238E27FC236}">
                    <a16:creationId xmlns:a16="http://schemas.microsoft.com/office/drawing/2014/main" id="{53DEE395-A7E3-86F4-742E-349225382F3C}"/>
                  </a:ext>
                </a:extLst>
              </p:cNvPr>
              <p:cNvSpPr/>
              <p:nvPr/>
            </p:nvSpPr>
            <p:spPr>
              <a:xfrm>
                <a:off x="7790605" y="3413534"/>
                <a:ext cx="45720" cy="544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0" name="Rechteck 139">
                <a:extLst>
                  <a:ext uri="{FF2B5EF4-FFF2-40B4-BE49-F238E27FC236}">
                    <a16:creationId xmlns:a16="http://schemas.microsoft.com/office/drawing/2014/main" id="{E76D8D4A-86B2-62DC-DC2C-6F9FECC8EBE3}"/>
                  </a:ext>
                </a:extLst>
              </p:cNvPr>
              <p:cNvSpPr/>
              <p:nvPr/>
            </p:nvSpPr>
            <p:spPr>
              <a:xfrm>
                <a:off x="7674468" y="3413534"/>
                <a:ext cx="45720" cy="54469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43" name="Gruppieren 142">
              <a:extLst>
                <a:ext uri="{FF2B5EF4-FFF2-40B4-BE49-F238E27FC236}">
                  <a16:creationId xmlns:a16="http://schemas.microsoft.com/office/drawing/2014/main" id="{35B301C7-D31C-209F-831B-61364D2C786A}"/>
                </a:ext>
              </a:extLst>
            </p:cNvPr>
            <p:cNvGrpSpPr/>
            <p:nvPr/>
          </p:nvGrpSpPr>
          <p:grpSpPr>
            <a:xfrm>
              <a:off x="950578" y="2505290"/>
              <a:ext cx="343998" cy="255825"/>
              <a:chOff x="7585604" y="3312027"/>
              <a:chExt cx="343998" cy="255825"/>
            </a:xfrm>
          </p:grpSpPr>
          <p:sp>
            <p:nvSpPr>
              <p:cNvPr id="144" name="Rechteck 143">
                <a:extLst>
                  <a:ext uri="{FF2B5EF4-FFF2-40B4-BE49-F238E27FC236}">
                    <a16:creationId xmlns:a16="http://schemas.microsoft.com/office/drawing/2014/main" id="{D14683B3-8DDF-6975-CE37-007D079FEFFF}"/>
                  </a:ext>
                </a:extLst>
              </p:cNvPr>
              <p:cNvSpPr/>
              <p:nvPr/>
            </p:nvSpPr>
            <p:spPr>
              <a:xfrm>
                <a:off x="7585605" y="3312027"/>
                <a:ext cx="343997" cy="25582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45" name="Gruppieren 144">
                <a:extLst>
                  <a:ext uri="{FF2B5EF4-FFF2-40B4-BE49-F238E27FC236}">
                    <a16:creationId xmlns:a16="http://schemas.microsoft.com/office/drawing/2014/main" id="{73D9ABE5-3624-2FE8-C920-D11D7544B435}"/>
                  </a:ext>
                </a:extLst>
              </p:cNvPr>
              <p:cNvGrpSpPr/>
              <p:nvPr/>
            </p:nvGrpSpPr>
            <p:grpSpPr>
              <a:xfrm>
                <a:off x="7585604" y="3453153"/>
                <a:ext cx="343998" cy="114699"/>
                <a:chOff x="7599557" y="3453153"/>
                <a:chExt cx="343998" cy="114699"/>
              </a:xfrm>
              <a:solidFill>
                <a:schemeClr val="bg1"/>
              </a:solidFill>
            </p:grpSpPr>
            <p:sp>
              <p:nvSpPr>
                <p:cNvPr id="148" name="Rechteck 147">
                  <a:extLst>
                    <a:ext uri="{FF2B5EF4-FFF2-40B4-BE49-F238E27FC236}">
                      <a16:creationId xmlns:a16="http://schemas.microsoft.com/office/drawing/2014/main" id="{4429A717-D9B8-9236-A151-BD119A28A023}"/>
                    </a:ext>
                  </a:extLst>
                </p:cNvPr>
                <p:cNvSpPr/>
                <p:nvPr/>
              </p:nvSpPr>
              <p:spPr>
                <a:xfrm>
                  <a:off x="7599557" y="3453153"/>
                  <a:ext cx="343998" cy="50997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49" name="Rechteck 148">
                  <a:extLst>
                    <a:ext uri="{FF2B5EF4-FFF2-40B4-BE49-F238E27FC236}">
                      <a16:creationId xmlns:a16="http://schemas.microsoft.com/office/drawing/2014/main" id="{5693F686-50CB-8E85-CC74-BC3E32EA0434}"/>
                    </a:ext>
                  </a:extLst>
                </p:cNvPr>
                <p:cNvSpPr/>
                <p:nvPr/>
              </p:nvSpPr>
              <p:spPr>
                <a:xfrm rot="16200000">
                  <a:off x="7735267" y="3513142"/>
                  <a:ext cx="63701" cy="45719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46" name="Rechteck 145">
                <a:extLst>
                  <a:ext uri="{FF2B5EF4-FFF2-40B4-BE49-F238E27FC236}">
                    <a16:creationId xmlns:a16="http://schemas.microsoft.com/office/drawing/2014/main" id="{DAC7869A-E9B0-BEC5-25A1-D260BC904DF0}"/>
                  </a:ext>
                </a:extLst>
              </p:cNvPr>
              <p:cNvSpPr/>
              <p:nvPr/>
            </p:nvSpPr>
            <p:spPr>
              <a:xfrm>
                <a:off x="7790605" y="3413534"/>
                <a:ext cx="45720" cy="5446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47" name="Rechteck 146">
                <a:extLst>
                  <a:ext uri="{FF2B5EF4-FFF2-40B4-BE49-F238E27FC236}">
                    <a16:creationId xmlns:a16="http://schemas.microsoft.com/office/drawing/2014/main" id="{E2D30A85-AEB6-E6E5-BF8B-134789725298}"/>
                  </a:ext>
                </a:extLst>
              </p:cNvPr>
              <p:cNvSpPr/>
              <p:nvPr/>
            </p:nvSpPr>
            <p:spPr>
              <a:xfrm>
                <a:off x="7674468" y="3413534"/>
                <a:ext cx="45720" cy="54469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50" name="Gruppieren 149">
              <a:extLst>
                <a:ext uri="{FF2B5EF4-FFF2-40B4-BE49-F238E27FC236}">
                  <a16:creationId xmlns:a16="http://schemas.microsoft.com/office/drawing/2014/main" id="{32B039A8-12F7-CF1F-153F-EFD9C0A74ABC}"/>
                </a:ext>
              </a:extLst>
            </p:cNvPr>
            <p:cNvGrpSpPr/>
            <p:nvPr/>
          </p:nvGrpSpPr>
          <p:grpSpPr>
            <a:xfrm>
              <a:off x="1623779" y="2500010"/>
              <a:ext cx="343998" cy="255825"/>
              <a:chOff x="7585604" y="3312027"/>
              <a:chExt cx="343998" cy="255825"/>
            </a:xfrm>
          </p:grpSpPr>
          <p:sp>
            <p:nvSpPr>
              <p:cNvPr id="151" name="Rechteck 150">
                <a:extLst>
                  <a:ext uri="{FF2B5EF4-FFF2-40B4-BE49-F238E27FC236}">
                    <a16:creationId xmlns:a16="http://schemas.microsoft.com/office/drawing/2014/main" id="{FBDA6D6F-D567-3FC7-4F88-FAFB5F3F659E}"/>
                  </a:ext>
                </a:extLst>
              </p:cNvPr>
              <p:cNvSpPr/>
              <p:nvPr/>
            </p:nvSpPr>
            <p:spPr>
              <a:xfrm>
                <a:off x="7585605" y="3312027"/>
                <a:ext cx="343997" cy="25582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52" name="Gruppieren 151">
                <a:extLst>
                  <a:ext uri="{FF2B5EF4-FFF2-40B4-BE49-F238E27FC236}">
                    <a16:creationId xmlns:a16="http://schemas.microsoft.com/office/drawing/2014/main" id="{0FBF2E3D-37B2-7D3C-B015-99BD99977E8A}"/>
                  </a:ext>
                </a:extLst>
              </p:cNvPr>
              <p:cNvGrpSpPr/>
              <p:nvPr/>
            </p:nvGrpSpPr>
            <p:grpSpPr>
              <a:xfrm>
                <a:off x="7585604" y="3453153"/>
                <a:ext cx="343998" cy="114699"/>
                <a:chOff x="7599557" y="3453153"/>
                <a:chExt cx="343998" cy="114699"/>
              </a:xfrm>
              <a:solidFill>
                <a:schemeClr val="bg1"/>
              </a:solidFill>
            </p:grpSpPr>
            <p:sp>
              <p:nvSpPr>
                <p:cNvPr id="155" name="Rechteck 154">
                  <a:extLst>
                    <a:ext uri="{FF2B5EF4-FFF2-40B4-BE49-F238E27FC236}">
                      <a16:creationId xmlns:a16="http://schemas.microsoft.com/office/drawing/2014/main" id="{5D364377-63C6-686A-2FD1-9F786A3200BC}"/>
                    </a:ext>
                  </a:extLst>
                </p:cNvPr>
                <p:cNvSpPr/>
                <p:nvPr/>
              </p:nvSpPr>
              <p:spPr>
                <a:xfrm>
                  <a:off x="7599557" y="3453153"/>
                  <a:ext cx="343998" cy="50997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56" name="Rechteck 155">
                  <a:extLst>
                    <a:ext uri="{FF2B5EF4-FFF2-40B4-BE49-F238E27FC236}">
                      <a16:creationId xmlns:a16="http://schemas.microsoft.com/office/drawing/2014/main" id="{6D9DE085-E6D5-C3A1-4CEF-0CDF31EA16A3}"/>
                    </a:ext>
                  </a:extLst>
                </p:cNvPr>
                <p:cNvSpPr/>
                <p:nvPr/>
              </p:nvSpPr>
              <p:spPr>
                <a:xfrm rot="16200000">
                  <a:off x="7735267" y="3513142"/>
                  <a:ext cx="63701" cy="45719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53" name="Rechteck 152">
                <a:extLst>
                  <a:ext uri="{FF2B5EF4-FFF2-40B4-BE49-F238E27FC236}">
                    <a16:creationId xmlns:a16="http://schemas.microsoft.com/office/drawing/2014/main" id="{370CB8B2-FC25-C852-A652-7009ED4F5370}"/>
                  </a:ext>
                </a:extLst>
              </p:cNvPr>
              <p:cNvSpPr/>
              <p:nvPr/>
            </p:nvSpPr>
            <p:spPr>
              <a:xfrm>
                <a:off x="7790605" y="3413534"/>
                <a:ext cx="45720" cy="5446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54" name="Rechteck 153">
                <a:extLst>
                  <a:ext uri="{FF2B5EF4-FFF2-40B4-BE49-F238E27FC236}">
                    <a16:creationId xmlns:a16="http://schemas.microsoft.com/office/drawing/2014/main" id="{346B6A98-5A37-FE4F-45C2-0306F710DE51}"/>
                  </a:ext>
                </a:extLst>
              </p:cNvPr>
              <p:cNvSpPr/>
              <p:nvPr/>
            </p:nvSpPr>
            <p:spPr>
              <a:xfrm>
                <a:off x="7674468" y="3413534"/>
                <a:ext cx="45720" cy="54469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57" name="Gruppieren 156">
              <a:extLst>
                <a:ext uri="{FF2B5EF4-FFF2-40B4-BE49-F238E27FC236}">
                  <a16:creationId xmlns:a16="http://schemas.microsoft.com/office/drawing/2014/main" id="{F42DE42C-D7A3-2650-E9A1-9FE8A541440F}"/>
                </a:ext>
              </a:extLst>
            </p:cNvPr>
            <p:cNvGrpSpPr/>
            <p:nvPr/>
          </p:nvGrpSpPr>
          <p:grpSpPr>
            <a:xfrm>
              <a:off x="2256779" y="2505289"/>
              <a:ext cx="343998" cy="255825"/>
              <a:chOff x="7585604" y="3312027"/>
              <a:chExt cx="343998" cy="255825"/>
            </a:xfrm>
          </p:grpSpPr>
          <p:sp>
            <p:nvSpPr>
              <p:cNvPr id="158" name="Rechteck 157">
                <a:extLst>
                  <a:ext uri="{FF2B5EF4-FFF2-40B4-BE49-F238E27FC236}">
                    <a16:creationId xmlns:a16="http://schemas.microsoft.com/office/drawing/2014/main" id="{475208A8-652A-BF29-2790-9CB0F959C1F1}"/>
                  </a:ext>
                </a:extLst>
              </p:cNvPr>
              <p:cNvSpPr/>
              <p:nvPr/>
            </p:nvSpPr>
            <p:spPr>
              <a:xfrm>
                <a:off x="7585605" y="3312027"/>
                <a:ext cx="343997" cy="25582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59" name="Gruppieren 158">
                <a:extLst>
                  <a:ext uri="{FF2B5EF4-FFF2-40B4-BE49-F238E27FC236}">
                    <a16:creationId xmlns:a16="http://schemas.microsoft.com/office/drawing/2014/main" id="{DD8F317A-8F81-EE9B-E168-8F3EC3AE8E6E}"/>
                  </a:ext>
                </a:extLst>
              </p:cNvPr>
              <p:cNvGrpSpPr/>
              <p:nvPr/>
            </p:nvGrpSpPr>
            <p:grpSpPr>
              <a:xfrm>
                <a:off x="7585604" y="3453153"/>
                <a:ext cx="343998" cy="114699"/>
                <a:chOff x="7599557" y="3453153"/>
                <a:chExt cx="343998" cy="114699"/>
              </a:xfrm>
              <a:solidFill>
                <a:schemeClr val="bg1"/>
              </a:solidFill>
            </p:grpSpPr>
            <p:sp>
              <p:nvSpPr>
                <p:cNvPr id="162" name="Rechteck 161">
                  <a:extLst>
                    <a:ext uri="{FF2B5EF4-FFF2-40B4-BE49-F238E27FC236}">
                      <a16:creationId xmlns:a16="http://schemas.microsoft.com/office/drawing/2014/main" id="{098C70A2-639D-085A-ED49-41323790F187}"/>
                    </a:ext>
                  </a:extLst>
                </p:cNvPr>
                <p:cNvSpPr/>
                <p:nvPr/>
              </p:nvSpPr>
              <p:spPr>
                <a:xfrm>
                  <a:off x="7599557" y="3453153"/>
                  <a:ext cx="343998" cy="50997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63" name="Rechteck 162">
                  <a:extLst>
                    <a:ext uri="{FF2B5EF4-FFF2-40B4-BE49-F238E27FC236}">
                      <a16:creationId xmlns:a16="http://schemas.microsoft.com/office/drawing/2014/main" id="{3CF12D2A-664D-CD6B-3E22-9AF0CDBF0775}"/>
                    </a:ext>
                  </a:extLst>
                </p:cNvPr>
                <p:cNvSpPr/>
                <p:nvPr/>
              </p:nvSpPr>
              <p:spPr>
                <a:xfrm rot="16200000">
                  <a:off x="7735267" y="3513142"/>
                  <a:ext cx="63701" cy="45719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60" name="Rechteck 159">
                <a:extLst>
                  <a:ext uri="{FF2B5EF4-FFF2-40B4-BE49-F238E27FC236}">
                    <a16:creationId xmlns:a16="http://schemas.microsoft.com/office/drawing/2014/main" id="{1A0C1FE3-A5CB-AB90-E851-B887677C380E}"/>
                  </a:ext>
                </a:extLst>
              </p:cNvPr>
              <p:cNvSpPr/>
              <p:nvPr/>
            </p:nvSpPr>
            <p:spPr>
              <a:xfrm>
                <a:off x="7790605" y="3413534"/>
                <a:ext cx="45720" cy="5446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1" name="Rechteck 160">
                <a:extLst>
                  <a:ext uri="{FF2B5EF4-FFF2-40B4-BE49-F238E27FC236}">
                    <a16:creationId xmlns:a16="http://schemas.microsoft.com/office/drawing/2014/main" id="{3904CEB0-6270-52F4-BA9A-8338C8FF2986}"/>
                  </a:ext>
                </a:extLst>
              </p:cNvPr>
              <p:cNvSpPr/>
              <p:nvPr/>
            </p:nvSpPr>
            <p:spPr>
              <a:xfrm>
                <a:off x="7674468" y="3413534"/>
                <a:ext cx="45720" cy="54469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64" name="Gruppieren 163">
              <a:extLst>
                <a:ext uri="{FF2B5EF4-FFF2-40B4-BE49-F238E27FC236}">
                  <a16:creationId xmlns:a16="http://schemas.microsoft.com/office/drawing/2014/main" id="{9D58184F-DC4A-EFBE-94F2-1B5387E44013}"/>
                </a:ext>
              </a:extLst>
            </p:cNvPr>
            <p:cNvGrpSpPr/>
            <p:nvPr/>
          </p:nvGrpSpPr>
          <p:grpSpPr>
            <a:xfrm>
              <a:off x="2929981" y="2500010"/>
              <a:ext cx="343998" cy="255825"/>
              <a:chOff x="7585604" y="3312027"/>
              <a:chExt cx="343998" cy="255825"/>
            </a:xfrm>
          </p:grpSpPr>
          <p:sp>
            <p:nvSpPr>
              <p:cNvPr id="165" name="Rechteck 164">
                <a:extLst>
                  <a:ext uri="{FF2B5EF4-FFF2-40B4-BE49-F238E27FC236}">
                    <a16:creationId xmlns:a16="http://schemas.microsoft.com/office/drawing/2014/main" id="{3A768F6D-1C74-EE0A-F876-F68D992C52E1}"/>
                  </a:ext>
                </a:extLst>
              </p:cNvPr>
              <p:cNvSpPr/>
              <p:nvPr/>
            </p:nvSpPr>
            <p:spPr>
              <a:xfrm>
                <a:off x="7585605" y="3312027"/>
                <a:ext cx="343997" cy="25582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66" name="Gruppieren 165">
                <a:extLst>
                  <a:ext uri="{FF2B5EF4-FFF2-40B4-BE49-F238E27FC236}">
                    <a16:creationId xmlns:a16="http://schemas.microsoft.com/office/drawing/2014/main" id="{8E4453BE-8B98-77D0-719E-1DE2A7821DBB}"/>
                  </a:ext>
                </a:extLst>
              </p:cNvPr>
              <p:cNvGrpSpPr/>
              <p:nvPr/>
            </p:nvGrpSpPr>
            <p:grpSpPr>
              <a:xfrm>
                <a:off x="7585604" y="3453153"/>
                <a:ext cx="343998" cy="114699"/>
                <a:chOff x="7599557" y="3453153"/>
                <a:chExt cx="343998" cy="114699"/>
              </a:xfrm>
              <a:solidFill>
                <a:schemeClr val="bg1"/>
              </a:solidFill>
            </p:grpSpPr>
            <p:sp>
              <p:nvSpPr>
                <p:cNvPr id="169" name="Rechteck 168">
                  <a:extLst>
                    <a:ext uri="{FF2B5EF4-FFF2-40B4-BE49-F238E27FC236}">
                      <a16:creationId xmlns:a16="http://schemas.microsoft.com/office/drawing/2014/main" id="{A1FD8470-2D4A-A0BB-61BC-CFE2405894BF}"/>
                    </a:ext>
                  </a:extLst>
                </p:cNvPr>
                <p:cNvSpPr/>
                <p:nvPr/>
              </p:nvSpPr>
              <p:spPr>
                <a:xfrm>
                  <a:off x="7599557" y="3453153"/>
                  <a:ext cx="343998" cy="50997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70" name="Rechteck 169">
                  <a:extLst>
                    <a:ext uri="{FF2B5EF4-FFF2-40B4-BE49-F238E27FC236}">
                      <a16:creationId xmlns:a16="http://schemas.microsoft.com/office/drawing/2014/main" id="{0733549C-E9B1-BA57-483B-E1677AF89BF3}"/>
                    </a:ext>
                  </a:extLst>
                </p:cNvPr>
                <p:cNvSpPr/>
                <p:nvPr/>
              </p:nvSpPr>
              <p:spPr>
                <a:xfrm rot="16200000">
                  <a:off x="7735267" y="3513142"/>
                  <a:ext cx="63701" cy="45719"/>
                </a:xfrm>
                <a:prstGeom prst="rect">
                  <a:avLst/>
                </a:prstGeom>
                <a:grpFill/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67" name="Rechteck 166">
                <a:extLst>
                  <a:ext uri="{FF2B5EF4-FFF2-40B4-BE49-F238E27FC236}">
                    <a16:creationId xmlns:a16="http://schemas.microsoft.com/office/drawing/2014/main" id="{1A78D906-720F-D6F9-7BB6-0A11FEACB28B}"/>
                  </a:ext>
                </a:extLst>
              </p:cNvPr>
              <p:cNvSpPr/>
              <p:nvPr/>
            </p:nvSpPr>
            <p:spPr>
              <a:xfrm>
                <a:off x="7790605" y="3413534"/>
                <a:ext cx="45720" cy="54469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68" name="Rechteck 167">
                <a:extLst>
                  <a:ext uri="{FF2B5EF4-FFF2-40B4-BE49-F238E27FC236}">
                    <a16:creationId xmlns:a16="http://schemas.microsoft.com/office/drawing/2014/main" id="{7780DB58-DE81-BA81-6D4B-D4DC19BB4115}"/>
                  </a:ext>
                </a:extLst>
              </p:cNvPr>
              <p:cNvSpPr/>
              <p:nvPr/>
            </p:nvSpPr>
            <p:spPr>
              <a:xfrm>
                <a:off x="7674468" y="3413534"/>
                <a:ext cx="45720" cy="54469"/>
              </a:xfrm>
              <a:prstGeom prst="rect">
                <a:avLst/>
              </a:prstGeom>
              <a:solidFill>
                <a:srgbClr val="92D05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71" name="Textfeld 170">
              <a:extLst>
                <a:ext uri="{FF2B5EF4-FFF2-40B4-BE49-F238E27FC236}">
                  <a16:creationId xmlns:a16="http://schemas.microsoft.com/office/drawing/2014/main" id="{17003B43-834C-3D94-9A2F-51A4EEBC200B}"/>
                </a:ext>
              </a:extLst>
            </p:cNvPr>
            <p:cNvSpPr txBox="1"/>
            <p:nvPr/>
          </p:nvSpPr>
          <p:spPr>
            <a:xfrm>
              <a:off x="966110" y="2842291"/>
              <a:ext cx="3497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9V</a:t>
              </a:r>
            </a:p>
          </p:txBody>
        </p:sp>
        <p:sp>
          <p:nvSpPr>
            <p:cNvPr id="172" name="Textfeld 171">
              <a:extLst>
                <a:ext uri="{FF2B5EF4-FFF2-40B4-BE49-F238E27FC236}">
                  <a16:creationId xmlns:a16="http://schemas.microsoft.com/office/drawing/2014/main" id="{3F4EEBED-1AC5-310F-66FB-F046B0C92329}"/>
                </a:ext>
              </a:extLst>
            </p:cNvPr>
            <p:cNvSpPr txBox="1"/>
            <p:nvPr/>
          </p:nvSpPr>
          <p:spPr>
            <a:xfrm>
              <a:off x="2230427" y="2836997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M1</a:t>
              </a:r>
            </a:p>
          </p:txBody>
        </p:sp>
        <p:sp>
          <p:nvSpPr>
            <p:cNvPr id="173" name="Textfeld 172">
              <a:extLst>
                <a:ext uri="{FF2B5EF4-FFF2-40B4-BE49-F238E27FC236}">
                  <a16:creationId xmlns:a16="http://schemas.microsoft.com/office/drawing/2014/main" id="{A39FEFF5-A7EA-7C31-15B6-34EAA8918BBD}"/>
                </a:ext>
              </a:extLst>
            </p:cNvPr>
            <p:cNvSpPr txBox="1"/>
            <p:nvPr/>
          </p:nvSpPr>
          <p:spPr>
            <a:xfrm>
              <a:off x="2895772" y="2836629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M2</a:t>
              </a:r>
            </a:p>
          </p:txBody>
        </p:sp>
        <p:sp>
          <p:nvSpPr>
            <p:cNvPr id="174" name="Textfeld 173">
              <a:extLst>
                <a:ext uri="{FF2B5EF4-FFF2-40B4-BE49-F238E27FC236}">
                  <a16:creationId xmlns:a16="http://schemas.microsoft.com/office/drawing/2014/main" id="{E362BD50-6A6A-7B52-C31F-CD2E926AC3D7}"/>
                </a:ext>
              </a:extLst>
            </p:cNvPr>
            <p:cNvSpPr txBox="1"/>
            <p:nvPr/>
          </p:nvSpPr>
          <p:spPr>
            <a:xfrm>
              <a:off x="943730" y="2266099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A1</a:t>
              </a:r>
            </a:p>
          </p:txBody>
        </p:sp>
        <p:sp>
          <p:nvSpPr>
            <p:cNvPr id="175" name="Textfeld 174">
              <a:extLst>
                <a:ext uri="{FF2B5EF4-FFF2-40B4-BE49-F238E27FC236}">
                  <a16:creationId xmlns:a16="http://schemas.microsoft.com/office/drawing/2014/main" id="{4F25201E-E038-6EE2-8046-8576569BD6A6}"/>
                </a:ext>
              </a:extLst>
            </p:cNvPr>
            <p:cNvSpPr txBox="1"/>
            <p:nvPr/>
          </p:nvSpPr>
          <p:spPr>
            <a:xfrm>
              <a:off x="1620971" y="2263328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A2</a:t>
              </a:r>
            </a:p>
          </p:txBody>
        </p:sp>
        <p:sp>
          <p:nvSpPr>
            <p:cNvPr id="176" name="Textfeld 175">
              <a:extLst>
                <a:ext uri="{FF2B5EF4-FFF2-40B4-BE49-F238E27FC236}">
                  <a16:creationId xmlns:a16="http://schemas.microsoft.com/office/drawing/2014/main" id="{F8EF2C22-A8FD-D876-F8A3-071992581F90}"/>
                </a:ext>
              </a:extLst>
            </p:cNvPr>
            <p:cNvSpPr txBox="1"/>
            <p:nvPr/>
          </p:nvSpPr>
          <p:spPr>
            <a:xfrm>
              <a:off x="2247848" y="2266098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A3</a:t>
              </a:r>
            </a:p>
          </p:txBody>
        </p:sp>
        <p:sp>
          <p:nvSpPr>
            <p:cNvPr id="177" name="Textfeld 176">
              <a:extLst>
                <a:ext uri="{FF2B5EF4-FFF2-40B4-BE49-F238E27FC236}">
                  <a16:creationId xmlns:a16="http://schemas.microsoft.com/office/drawing/2014/main" id="{7D338CB3-4AAF-1520-AD35-070ABD93FC9E}"/>
                </a:ext>
              </a:extLst>
            </p:cNvPr>
            <p:cNvSpPr txBox="1"/>
            <p:nvPr/>
          </p:nvSpPr>
          <p:spPr>
            <a:xfrm>
              <a:off x="2920947" y="2252960"/>
              <a:ext cx="3529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A4</a:t>
              </a:r>
            </a:p>
          </p:txBody>
        </p:sp>
        <p:grpSp>
          <p:nvGrpSpPr>
            <p:cNvPr id="189" name="Gruppieren 188">
              <a:extLst>
                <a:ext uri="{FF2B5EF4-FFF2-40B4-BE49-F238E27FC236}">
                  <a16:creationId xmlns:a16="http://schemas.microsoft.com/office/drawing/2014/main" id="{D9227B7F-BE8F-E825-E8D5-3F6657330A7A}"/>
                </a:ext>
              </a:extLst>
            </p:cNvPr>
            <p:cNvGrpSpPr/>
            <p:nvPr/>
          </p:nvGrpSpPr>
          <p:grpSpPr>
            <a:xfrm>
              <a:off x="1368733" y="2121399"/>
              <a:ext cx="1497002" cy="180000"/>
              <a:chOff x="1213104" y="3583192"/>
              <a:chExt cx="1497002" cy="180000"/>
            </a:xfrm>
          </p:grpSpPr>
          <p:sp>
            <p:nvSpPr>
              <p:cNvPr id="96" name="Rechteck 95">
                <a:extLst>
                  <a:ext uri="{FF2B5EF4-FFF2-40B4-BE49-F238E27FC236}">
                    <a16:creationId xmlns:a16="http://schemas.microsoft.com/office/drawing/2014/main" id="{A570BC57-4DE3-4673-03F5-9FF02033E7DB}"/>
                  </a:ext>
                </a:extLst>
              </p:cNvPr>
              <p:cNvSpPr/>
              <p:nvPr/>
            </p:nvSpPr>
            <p:spPr>
              <a:xfrm>
                <a:off x="1213104" y="3583192"/>
                <a:ext cx="1497002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7" name="Rechteck 96">
                <a:extLst>
                  <a:ext uri="{FF2B5EF4-FFF2-40B4-BE49-F238E27FC236}">
                    <a16:creationId xmlns:a16="http://schemas.microsoft.com/office/drawing/2014/main" id="{C4055B31-65CD-1730-1E12-378521AD547F}"/>
                  </a:ext>
                </a:extLst>
              </p:cNvPr>
              <p:cNvSpPr/>
              <p:nvPr/>
            </p:nvSpPr>
            <p:spPr>
              <a:xfrm>
                <a:off x="1275599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8" name="Rechteck 97">
                <a:extLst>
                  <a:ext uri="{FF2B5EF4-FFF2-40B4-BE49-F238E27FC236}">
                    <a16:creationId xmlns:a16="http://schemas.microsoft.com/office/drawing/2014/main" id="{E8BBA25B-FB5E-3CA2-699A-C4248802C97E}"/>
                  </a:ext>
                </a:extLst>
              </p:cNvPr>
              <p:cNvSpPr/>
              <p:nvPr/>
            </p:nvSpPr>
            <p:spPr>
              <a:xfrm>
                <a:off x="1459470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9" name="Rechteck 98">
                <a:extLst>
                  <a:ext uri="{FF2B5EF4-FFF2-40B4-BE49-F238E27FC236}">
                    <a16:creationId xmlns:a16="http://schemas.microsoft.com/office/drawing/2014/main" id="{7D390D7E-A726-635A-6815-11CAC7A95445}"/>
                  </a:ext>
                </a:extLst>
              </p:cNvPr>
              <p:cNvSpPr/>
              <p:nvPr/>
            </p:nvSpPr>
            <p:spPr>
              <a:xfrm>
                <a:off x="1643341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0" name="Rechteck 99">
                <a:extLst>
                  <a:ext uri="{FF2B5EF4-FFF2-40B4-BE49-F238E27FC236}">
                    <a16:creationId xmlns:a16="http://schemas.microsoft.com/office/drawing/2014/main" id="{04FE4D49-7A98-B860-D5CE-2E1124AF5A4F}"/>
                  </a:ext>
                </a:extLst>
              </p:cNvPr>
              <p:cNvSpPr/>
              <p:nvPr/>
            </p:nvSpPr>
            <p:spPr>
              <a:xfrm>
                <a:off x="1827212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5" name="Rechteck 184">
                <a:extLst>
                  <a:ext uri="{FF2B5EF4-FFF2-40B4-BE49-F238E27FC236}">
                    <a16:creationId xmlns:a16="http://schemas.microsoft.com/office/drawing/2014/main" id="{207E9A17-3755-8317-F41F-8D3F09C3FD89}"/>
                  </a:ext>
                </a:extLst>
              </p:cNvPr>
              <p:cNvSpPr/>
              <p:nvPr/>
            </p:nvSpPr>
            <p:spPr>
              <a:xfrm>
                <a:off x="2011083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6" name="Rechteck 185">
                <a:extLst>
                  <a:ext uri="{FF2B5EF4-FFF2-40B4-BE49-F238E27FC236}">
                    <a16:creationId xmlns:a16="http://schemas.microsoft.com/office/drawing/2014/main" id="{6F241FFA-0608-94AC-3C71-BE3C6BE98FE2}"/>
                  </a:ext>
                </a:extLst>
              </p:cNvPr>
              <p:cNvSpPr/>
              <p:nvPr/>
            </p:nvSpPr>
            <p:spPr>
              <a:xfrm>
                <a:off x="2194954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7" name="Rechteck 186">
                <a:extLst>
                  <a:ext uri="{FF2B5EF4-FFF2-40B4-BE49-F238E27FC236}">
                    <a16:creationId xmlns:a16="http://schemas.microsoft.com/office/drawing/2014/main" id="{3D4EDF0D-428A-F7BA-DA58-B63AECF5F0D1}"/>
                  </a:ext>
                </a:extLst>
              </p:cNvPr>
              <p:cNvSpPr/>
              <p:nvPr/>
            </p:nvSpPr>
            <p:spPr>
              <a:xfrm>
                <a:off x="2378825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88" name="Rechteck 187">
                <a:extLst>
                  <a:ext uri="{FF2B5EF4-FFF2-40B4-BE49-F238E27FC236}">
                    <a16:creationId xmlns:a16="http://schemas.microsoft.com/office/drawing/2014/main" id="{3388F1FD-425F-06BC-23E6-B6135E5ECA24}"/>
                  </a:ext>
                </a:extLst>
              </p:cNvPr>
              <p:cNvSpPr/>
              <p:nvPr/>
            </p:nvSpPr>
            <p:spPr>
              <a:xfrm>
                <a:off x="2562697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91" name="Gruppieren 190">
              <a:extLst>
                <a:ext uri="{FF2B5EF4-FFF2-40B4-BE49-F238E27FC236}">
                  <a16:creationId xmlns:a16="http://schemas.microsoft.com/office/drawing/2014/main" id="{FEDFFD11-0006-B234-2F06-D417A689145D}"/>
                </a:ext>
              </a:extLst>
            </p:cNvPr>
            <p:cNvGrpSpPr/>
            <p:nvPr/>
          </p:nvGrpSpPr>
          <p:grpSpPr>
            <a:xfrm>
              <a:off x="1367502" y="1353860"/>
              <a:ext cx="547705" cy="607074"/>
              <a:chOff x="2258676" y="2954020"/>
              <a:chExt cx="547705" cy="607074"/>
            </a:xfrm>
          </p:grpSpPr>
          <p:sp>
            <p:nvSpPr>
              <p:cNvPr id="112" name="Rechteck 111">
                <a:extLst>
                  <a:ext uri="{FF2B5EF4-FFF2-40B4-BE49-F238E27FC236}">
                    <a16:creationId xmlns:a16="http://schemas.microsoft.com/office/drawing/2014/main" id="{E78BE03B-B41C-29CB-F57A-034E8DE48BC7}"/>
                  </a:ext>
                </a:extLst>
              </p:cNvPr>
              <p:cNvSpPr/>
              <p:nvPr/>
            </p:nvSpPr>
            <p:spPr>
              <a:xfrm>
                <a:off x="2258676" y="2954020"/>
                <a:ext cx="547705" cy="607074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3" name="Rechteck 112">
                <a:extLst>
                  <a:ext uri="{FF2B5EF4-FFF2-40B4-BE49-F238E27FC236}">
                    <a16:creationId xmlns:a16="http://schemas.microsoft.com/office/drawing/2014/main" id="{2C6F98D4-839E-A6B7-7C14-9FB7A2586766}"/>
                  </a:ext>
                </a:extLst>
              </p:cNvPr>
              <p:cNvSpPr/>
              <p:nvPr/>
            </p:nvSpPr>
            <p:spPr>
              <a:xfrm>
                <a:off x="2303461" y="3002281"/>
                <a:ext cx="91440" cy="5215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14" name="Rechteck 113">
                <a:extLst>
                  <a:ext uri="{FF2B5EF4-FFF2-40B4-BE49-F238E27FC236}">
                    <a16:creationId xmlns:a16="http://schemas.microsoft.com/office/drawing/2014/main" id="{4ECE4D06-2C82-2D93-94D0-B09231539559}"/>
                  </a:ext>
                </a:extLst>
              </p:cNvPr>
              <p:cNvSpPr/>
              <p:nvPr/>
            </p:nvSpPr>
            <p:spPr>
              <a:xfrm>
                <a:off x="2483059" y="3002281"/>
                <a:ext cx="91440" cy="5215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5" name="Rechteck 114">
                <a:extLst>
                  <a:ext uri="{FF2B5EF4-FFF2-40B4-BE49-F238E27FC236}">
                    <a16:creationId xmlns:a16="http://schemas.microsoft.com/office/drawing/2014/main" id="{C658F20F-D4B8-BA01-45CE-8677A16723DF}"/>
                  </a:ext>
                </a:extLst>
              </p:cNvPr>
              <p:cNvSpPr/>
              <p:nvPr/>
            </p:nvSpPr>
            <p:spPr>
              <a:xfrm>
                <a:off x="2662657" y="3002281"/>
                <a:ext cx="91440" cy="5215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0" name="Rechteck 189">
                <a:extLst>
                  <a:ext uri="{FF2B5EF4-FFF2-40B4-BE49-F238E27FC236}">
                    <a16:creationId xmlns:a16="http://schemas.microsoft.com/office/drawing/2014/main" id="{0C1FF06B-7EA7-1956-D985-C11728CC6A88}"/>
                  </a:ext>
                </a:extLst>
              </p:cNvPr>
              <p:cNvSpPr/>
              <p:nvPr/>
            </p:nvSpPr>
            <p:spPr>
              <a:xfrm rot="16200000">
                <a:off x="2483059" y="3168150"/>
                <a:ext cx="91440" cy="521543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92" name="Gruppieren 191">
              <a:extLst>
                <a:ext uri="{FF2B5EF4-FFF2-40B4-BE49-F238E27FC236}">
                  <a16:creationId xmlns:a16="http://schemas.microsoft.com/office/drawing/2014/main" id="{37419ABE-F766-1322-37A4-F423AD019E50}"/>
                </a:ext>
              </a:extLst>
            </p:cNvPr>
            <p:cNvGrpSpPr/>
            <p:nvPr/>
          </p:nvGrpSpPr>
          <p:grpSpPr>
            <a:xfrm>
              <a:off x="2345250" y="1345712"/>
              <a:ext cx="547705" cy="607074"/>
              <a:chOff x="2258676" y="2954020"/>
              <a:chExt cx="547705" cy="607074"/>
            </a:xfrm>
          </p:grpSpPr>
          <p:sp>
            <p:nvSpPr>
              <p:cNvPr id="193" name="Rechteck 192">
                <a:extLst>
                  <a:ext uri="{FF2B5EF4-FFF2-40B4-BE49-F238E27FC236}">
                    <a16:creationId xmlns:a16="http://schemas.microsoft.com/office/drawing/2014/main" id="{AD97D3B2-75E1-165B-FE6F-8D5DDEBA045D}"/>
                  </a:ext>
                </a:extLst>
              </p:cNvPr>
              <p:cNvSpPr/>
              <p:nvPr/>
            </p:nvSpPr>
            <p:spPr>
              <a:xfrm>
                <a:off x="2258676" y="2954020"/>
                <a:ext cx="547705" cy="607074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4" name="Rechteck 193">
                <a:extLst>
                  <a:ext uri="{FF2B5EF4-FFF2-40B4-BE49-F238E27FC236}">
                    <a16:creationId xmlns:a16="http://schemas.microsoft.com/office/drawing/2014/main" id="{D9F5AABB-BB56-FEDD-3BB5-6B718FD5C657}"/>
                  </a:ext>
                </a:extLst>
              </p:cNvPr>
              <p:cNvSpPr/>
              <p:nvPr/>
            </p:nvSpPr>
            <p:spPr>
              <a:xfrm>
                <a:off x="2303461" y="3002281"/>
                <a:ext cx="91440" cy="521544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195" name="Rechteck 194">
                <a:extLst>
                  <a:ext uri="{FF2B5EF4-FFF2-40B4-BE49-F238E27FC236}">
                    <a16:creationId xmlns:a16="http://schemas.microsoft.com/office/drawing/2014/main" id="{0853932F-9B33-BEA9-24E4-3932CEE9E9C1}"/>
                  </a:ext>
                </a:extLst>
              </p:cNvPr>
              <p:cNvSpPr/>
              <p:nvPr/>
            </p:nvSpPr>
            <p:spPr>
              <a:xfrm>
                <a:off x="2483059" y="3002281"/>
                <a:ext cx="91440" cy="5215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6" name="Rechteck 195">
                <a:extLst>
                  <a:ext uri="{FF2B5EF4-FFF2-40B4-BE49-F238E27FC236}">
                    <a16:creationId xmlns:a16="http://schemas.microsoft.com/office/drawing/2014/main" id="{EED9A1B9-1CBA-3F06-D56F-60564F01AF2E}"/>
                  </a:ext>
                </a:extLst>
              </p:cNvPr>
              <p:cNvSpPr/>
              <p:nvPr/>
            </p:nvSpPr>
            <p:spPr>
              <a:xfrm>
                <a:off x="2662657" y="3002281"/>
                <a:ext cx="91440" cy="52154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97" name="Rechteck 196">
                <a:extLst>
                  <a:ext uri="{FF2B5EF4-FFF2-40B4-BE49-F238E27FC236}">
                    <a16:creationId xmlns:a16="http://schemas.microsoft.com/office/drawing/2014/main" id="{409D19FD-5BD1-1192-BA78-425E5C28E78C}"/>
                  </a:ext>
                </a:extLst>
              </p:cNvPr>
              <p:cNvSpPr/>
              <p:nvPr/>
            </p:nvSpPr>
            <p:spPr>
              <a:xfrm rot="16200000">
                <a:off x="2483059" y="3168150"/>
                <a:ext cx="91440" cy="521543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00" name="Textfeld 199">
              <a:extLst>
                <a:ext uri="{FF2B5EF4-FFF2-40B4-BE49-F238E27FC236}">
                  <a16:creationId xmlns:a16="http://schemas.microsoft.com/office/drawing/2014/main" id="{D86F108E-657D-156D-A103-A4AAC8729826}"/>
                </a:ext>
              </a:extLst>
            </p:cNvPr>
            <p:cNvSpPr txBox="1"/>
            <p:nvPr/>
          </p:nvSpPr>
          <p:spPr>
            <a:xfrm>
              <a:off x="1369743" y="1101374"/>
              <a:ext cx="53572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Servo</a:t>
              </a:r>
            </a:p>
          </p:txBody>
        </p:sp>
        <p:sp>
          <p:nvSpPr>
            <p:cNvPr id="201" name="Textfeld 200">
              <a:extLst>
                <a:ext uri="{FF2B5EF4-FFF2-40B4-BE49-F238E27FC236}">
                  <a16:creationId xmlns:a16="http://schemas.microsoft.com/office/drawing/2014/main" id="{8AD8E6A1-D629-2AB7-BAAC-5FC879FF71A3}"/>
                </a:ext>
              </a:extLst>
            </p:cNvPr>
            <p:cNvSpPr txBox="1"/>
            <p:nvPr/>
          </p:nvSpPr>
          <p:spPr>
            <a:xfrm>
              <a:off x="2352122" y="1104503"/>
              <a:ext cx="57336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ftPixel</a:t>
              </a:r>
            </a:p>
          </p:txBody>
        </p:sp>
        <p:sp>
          <p:nvSpPr>
            <p:cNvPr id="202" name="Textfeld 201">
              <a:extLst>
                <a:ext uri="{FF2B5EF4-FFF2-40B4-BE49-F238E27FC236}">
                  <a16:creationId xmlns:a16="http://schemas.microsoft.com/office/drawing/2014/main" id="{762C7D34-EB84-D7C4-4CCF-B0DD1A7D69C6}"/>
                </a:ext>
              </a:extLst>
            </p:cNvPr>
            <p:cNvSpPr txBox="1"/>
            <p:nvPr/>
          </p:nvSpPr>
          <p:spPr>
            <a:xfrm>
              <a:off x="1724657" y="1897495"/>
              <a:ext cx="7925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Extension</a:t>
              </a:r>
            </a:p>
          </p:txBody>
        </p:sp>
        <p:grpSp>
          <p:nvGrpSpPr>
            <p:cNvPr id="213" name="Gruppieren 212">
              <a:extLst>
                <a:ext uri="{FF2B5EF4-FFF2-40B4-BE49-F238E27FC236}">
                  <a16:creationId xmlns:a16="http://schemas.microsoft.com/office/drawing/2014/main" id="{8D1A99DB-65B3-DD8C-939F-883CE50BF20E}"/>
                </a:ext>
              </a:extLst>
            </p:cNvPr>
            <p:cNvGrpSpPr/>
            <p:nvPr/>
          </p:nvGrpSpPr>
          <p:grpSpPr>
            <a:xfrm>
              <a:off x="1299627" y="3625891"/>
              <a:ext cx="648304" cy="1134934"/>
              <a:chOff x="3805800" y="4921160"/>
              <a:chExt cx="648304" cy="1134934"/>
            </a:xfrm>
          </p:grpSpPr>
          <p:grpSp>
            <p:nvGrpSpPr>
              <p:cNvPr id="203" name="Gruppieren 202">
                <a:extLst>
                  <a:ext uri="{FF2B5EF4-FFF2-40B4-BE49-F238E27FC236}">
                    <a16:creationId xmlns:a16="http://schemas.microsoft.com/office/drawing/2014/main" id="{1433428B-F2EC-B794-FADA-2890F868EC59}"/>
                  </a:ext>
                </a:extLst>
              </p:cNvPr>
              <p:cNvGrpSpPr/>
              <p:nvPr/>
            </p:nvGrpSpPr>
            <p:grpSpPr>
              <a:xfrm>
                <a:off x="3861614" y="5449020"/>
                <a:ext cx="547705" cy="607074"/>
                <a:chOff x="2258676" y="2954020"/>
                <a:chExt cx="547705" cy="607074"/>
              </a:xfrm>
            </p:grpSpPr>
            <p:sp>
              <p:nvSpPr>
                <p:cNvPr id="204" name="Rechteck 203">
                  <a:extLst>
                    <a:ext uri="{FF2B5EF4-FFF2-40B4-BE49-F238E27FC236}">
                      <a16:creationId xmlns:a16="http://schemas.microsoft.com/office/drawing/2014/main" id="{98A92478-38E3-70A6-2976-226C813DFBBA}"/>
                    </a:ext>
                  </a:extLst>
                </p:cNvPr>
                <p:cNvSpPr/>
                <p:nvPr/>
              </p:nvSpPr>
              <p:spPr>
                <a:xfrm>
                  <a:off x="2258676" y="2954020"/>
                  <a:ext cx="547705" cy="607074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5" name="Rechteck 204">
                  <a:extLst>
                    <a:ext uri="{FF2B5EF4-FFF2-40B4-BE49-F238E27FC236}">
                      <a16:creationId xmlns:a16="http://schemas.microsoft.com/office/drawing/2014/main" id="{9A8C34E1-A074-1A64-5E34-B2D0DFE90354}"/>
                    </a:ext>
                  </a:extLst>
                </p:cNvPr>
                <p:cNvSpPr/>
                <p:nvPr/>
              </p:nvSpPr>
              <p:spPr>
                <a:xfrm>
                  <a:off x="2303461" y="3002281"/>
                  <a:ext cx="91440" cy="52154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206" name="Rechteck 205">
                  <a:extLst>
                    <a:ext uri="{FF2B5EF4-FFF2-40B4-BE49-F238E27FC236}">
                      <a16:creationId xmlns:a16="http://schemas.microsoft.com/office/drawing/2014/main" id="{649388AC-C84C-C5F5-B5F6-F86CE69F7FA1}"/>
                    </a:ext>
                  </a:extLst>
                </p:cNvPr>
                <p:cNvSpPr/>
                <p:nvPr/>
              </p:nvSpPr>
              <p:spPr>
                <a:xfrm>
                  <a:off x="2483059" y="3002281"/>
                  <a:ext cx="91440" cy="5215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7" name="Rechteck 206">
                  <a:extLst>
                    <a:ext uri="{FF2B5EF4-FFF2-40B4-BE49-F238E27FC236}">
                      <a16:creationId xmlns:a16="http://schemas.microsoft.com/office/drawing/2014/main" id="{29F15FB7-AB53-FC8C-6CEB-CFD5638C14D9}"/>
                    </a:ext>
                  </a:extLst>
                </p:cNvPr>
                <p:cNvSpPr/>
                <p:nvPr/>
              </p:nvSpPr>
              <p:spPr>
                <a:xfrm>
                  <a:off x="2662657" y="3002281"/>
                  <a:ext cx="91440" cy="5215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8" name="Rechteck 207">
                  <a:extLst>
                    <a:ext uri="{FF2B5EF4-FFF2-40B4-BE49-F238E27FC236}">
                      <a16:creationId xmlns:a16="http://schemas.microsoft.com/office/drawing/2014/main" id="{F8FA8851-C173-DEA6-426E-72CA42431AF6}"/>
                    </a:ext>
                  </a:extLst>
                </p:cNvPr>
                <p:cNvSpPr/>
                <p:nvPr/>
              </p:nvSpPr>
              <p:spPr>
                <a:xfrm rot="16200000">
                  <a:off x="2483059" y="3168150"/>
                  <a:ext cx="91440" cy="521543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210" name="Textfeld 209">
                <a:extLst>
                  <a:ext uri="{FF2B5EF4-FFF2-40B4-BE49-F238E27FC236}">
                    <a16:creationId xmlns:a16="http://schemas.microsoft.com/office/drawing/2014/main" id="{1544F03C-43F9-576B-AF43-A3D5952F5B11}"/>
                  </a:ext>
                </a:extLst>
              </p:cNvPr>
              <p:cNvSpPr txBox="1"/>
              <p:nvPr/>
            </p:nvSpPr>
            <p:spPr>
              <a:xfrm rot="16200000">
                <a:off x="3644858" y="5082102"/>
                <a:ext cx="59888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SERVO</a:t>
                </a:r>
              </a:p>
            </p:txBody>
          </p:sp>
          <p:sp>
            <p:nvSpPr>
              <p:cNvPr id="211" name="Textfeld 210">
                <a:extLst>
                  <a:ext uri="{FF2B5EF4-FFF2-40B4-BE49-F238E27FC236}">
                    <a16:creationId xmlns:a16="http://schemas.microsoft.com/office/drawing/2014/main" id="{7B0513C9-4F16-CE03-EF1D-22AD4A92959C}"/>
                  </a:ext>
                </a:extLst>
              </p:cNvPr>
              <p:cNvSpPr txBox="1"/>
              <p:nvPr/>
            </p:nvSpPr>
            <p:spPr>
              <a:xfrm rot="16200000">
                <a:off x="3913736" y="5153517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+5V</a:t>
                </a:r>
              </a:p>
            </p:txBody>
          </p:sp>
          <p:sp>
            <p:nvSpPr>
              <p:cNvPr id="212" name="Textfeld 211">
                <a:extLst>
                  <a:ext uri="{FF2B5EF4-FFF2-40B4-BE49-F238E27FC236}">
                    <a16:creationId xmlns:a16="http://schemas.microsoft.com/office/drawing/2014/main" id="{75F6E6D4-5850-3FE2-F05F-D4B9D9A97079}"/>
                  </a:ext>
                </a:extLst>
              </p:cNvPr>
              <p:cNvSpPr txBox="1"/>
              <p:nvPr/>
            </p:nvSpPr>
            <p:spPr>
              <a:xfrm rot="16200000">
                <a:off x="4077399" y="5133474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GND</a:t>
                </a:r>
              </a:p>
            </p:txBody>
          </p:sp>
        </p:grpSp>
        <p:grpSp>
          <p:nvGrpSpPr>
            <p:cNvPr id="214" name="Gruppieren 213">
              <a:extLst>
                <a:ext uri="{FF2B5EF4-FFF2-40B4-BE49-F238E27FC236}">
                  <a16:creationId xmlns:a16="http://schemas.microsoft.com/office/drawing/2014/main" id="{F23B569F-5CFF-71E2-DB7D-38F75901F8A9}"/>
                </a:ext>
              </a:extLst>
            </p:cNvPr>
            <p:cNvGrpSpPr/>
            <p:nvPr/>
          </p:nvGrpSpPr>
          <p:grpSpPr>
            <a:xfrm>
              <a:off x="2269714" y="3752718"/>
              <a:ext cx="646446" cy="1022326"/>
              <a:chOff x="3807658" y="5033768"/>
              <a:chExt cx="646446" cy="1022326"/>
            </a:xfrm>
          </p:grpSpPr>
          <p:grpSp>
            <p:nvGrpSpPr>
              <p:cNvPr id="215" name="Gruppieren 214">
                <a:extLst>
                  <a:ext uri="{FF2B5EF4-FFF2-40B4-BE49-F238E27FC236}">
                    <a16:creationId xmlns:a16="http://schemas.microsoft.com/office/drawing/2014/main" id="{FF47226C-5624-4E67-2F91-A7CB7DCCFD53}"/>
                  </a:ext>
                </a:extLst>
              </p:cNvPr>
              <p:cNvGrpSpPr/>
              <p:nvPr/>
            </p:nvGrpSpPr>
            <p:grpSpPr>
              <a:xfrm>
                <a:off x="3861614" y="5449020"/>
                <a:ext cx="547705" cy="607074"/>
                <a:chOff x="2258676" y="2954020"/>
                <a:chExt cx="547705" cy="607074"/>
              </a:xfrm>
            </p:grpSpPr>
            <p:sp>
              <p:nvSpPr>
                <p:cNvPr id="219" name="Rechteck 218">
                  <a:extLst>
                    <a:ext uri="{FF2B5EF4-FFF2-40B4-BE49-F238E27FC236}">
                      <a16:creationId xmlns:a16="http://schemas.microsoft.com/office/drawing/2014/main" id="{52300BF5-29E7-49FC-2496-E723A00C7559}"/>
                    </a:ext>
                  </a:extLst>
                </p:cNvPr>
                <p:cNvSpPr/>
                <p:nvPr/>
              </p:nvSpPr>
              <p:spPr>
                <a:xfrm>
                  <a:off x="2258676" y="2954020"/>
                  <a:ext cx="547705" cy="607074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20" name="Rechteck 219">
                  <a:extLst>
                    <a:ext uri="{FF2B5EF4-FFF2-40B4-BE49-F238E27FC236}">
                      <a16:creationId xmlns:a16="http://schemas.microsoft.com/office/drawing/2014/main" id="{222A03D4-75F7-1E08-45E1-50940D85DAB2}"/>
                    </a:ext>
                  </a:extLst>
                </p:cNvPr>
                <p:cNvSpPr/>
                <p:nvPr/>
              </p:nvSpPr>
              <p:spPr>
                <a:xfrm>
                  <a:off x="2303461" y="3002281"/>
                  <a:ext cx="91440" cy="52154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221" name="Rechteck 220">
                  <a:extLst>
                    <a:ext uri="{FF2B5EF4-FFF2-40B4-BE49-F238E27FC236}">
                      <a16:creationId xmlns:a16="http://schemas.microsoft.com/office/drawing/2014/main" id="{0604D945-7835-DF04-774A-4160C48C464A}"/>
                    </a:ext>
                  </a:extLst>
                </p:cNvPr>
                <p:cNvSpPr/>
                <p:nvPr/>
              </p:nvSpPr>
              <p:spPr>
                <a:xfrm>
                  <a:off x="2483059" y="3002281"/>
                  <a:ext cx="91440" cy="5215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22" name="Rechteck 221">
                  <a:extLst>
                    <a:ext uri="{FF2B5EF4-FFF2-40B4-BE49-F238E27FC236}">
                      <a16:creationId xmlns:a16="http://schemas.microsoft.com/office/drawing/2014/main" id="{E369B8C5-9AF3-C0DF-0A7A-AC77015B4F91}"/>
                    </a:ext>
                  </a:extLst>
                </p:cNvPr>
                <p:cNvSpPr/>
                <p:nvPr/>
              </p:nvSpPr>
              <p:spPr>
                <a:xfrm>
                  <a:off x="2662657" y="3002281"/>
                  <a:ext cx="91440" cy="5215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23" name="Rechteck 222">
                  <a:extLst>
                    <a:ext uri="{FF2B5EF4-FFF2-40B4-BE49-F238E27FC236}">
                      <a16:creationId xmlns:a16="http://schemas.microsoft.com/office/drawing/2014/main" id="{BA139089-EC8E-6341-BC5C-FC870E9D47B9}"/>
                    </a:ext>
                  </a:extLst>
                </p:cNvPr>
                <p:cNvSpPr/>
                <p:nvPr/>
              </p:nvSpPr>
              <p:spPr>
                <a:xfrm rot="16200000">
                  <a:off x="2483059" y="3168150"/>
                  <a:ext cx="91440" cy="521543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216" name="Textfeld 215">
                <a:extLst>
                  <a:ext uri="{FF2B5EF4-FFF2-40B4-BE49-F238E27FC236}">
                    <a16:creationId xmlns:a16="http://schemas.microsoft.com/office/drawing/2014/main" id="{4161D4F2-A351-3A05-6BEA-AAA5CA2D0EFF}"/>
                  </a:ext>
                </a:extLst>
              </p:cNvPr>
              <p:cNvSpPr txBox="1"/>
              <p:nvPr/>
            </p:nvSpPr>
            <p:spPr>
              <a:xfrm rot="16200000">
                <a:off x="3736805" y="5155289"/>
                <a:ext cx="418705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LED</a:t>
                </a:r>
              </a:p>
            </p:txBody>
          </p:sp>
          <p:sp>
            <p:nvSpPr>
              <p:cNvPr id="217" name="Textfeld 216">
                <a:extLst>
                  <a:ext uri="{FF2B5EF4-FFF2-40B4-BE49-F238E27FC236}">
                    <a16:creationId xmlns:a16="http://schemas.microsoft.com/office/drawing/2014/main" id="{C813463F-5A89-5A56-0464-06FE6A9E0F6E}"/>
                  </a:ext>
                </a:extLst>
              </p:cNvPr>
              <p:cNvSpPr txBox="1"/>
              <p:nvPr/>
            </p:nvSpPr>
            <p:spPr>
              <a:xfrm rot="16200000">
                <a:off x="3913736" y="5153517"/>
                <a:ext cx="4267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+5V</a:t>
                </a:r>
              </a:p>
            </p:txBody>
          </p:sp>
          <p:sp>
            <p:nvSpPr>
              <p:cNvPr id="218" name="Textfeld 217">
                <a:extLst>
                  <a:ext uri="{FF2B5EF4-FFF2-40B4-BE49-F238E27FC236}">
                    <a16:creationId xmlns:a16="http://schemas.microsoft.com/office/drawing/2014/main" id="{1D37E150-BDAB-361C-C6CF-96739F1F440A}"/>
                  </a:ext>
                </a:extLst>
              </p:cNvPr>
              <p:cNvSpPr txBox="1"/>
              <p:nvPr/>
            </p:nvSpPr>
            <p:spPr>
              <a:xfrm rot="16200000">
                <a:off x="4077399" y="5133474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GND</a:t>
                </a:r>
              </a:p>
            </p:txBody>
          </p:sp>
        </p:grpSp>
        <p:grpSp>
          <p:nvGrpSpPr>
            <p:cNvPr id="234" name="Gruppieren 233">
              <a:extLst>
                <a:ext uri="{FF2B5EF4-FFF2-40B4-BE49-F238E27FC236}">
                  <a16:creationId xmlns:a16="http://schemas.microsoft.com/office/drawing/2014/main" id="{B1971612-6613-C268-45EA-8A6872CD0E01}"/>
                </a:ext>
              </a:extLst>
            </p:cNvPr>
            <p:cNvGrpSpPr/>
            <p:nvPr/>
          </p:nvGrpSpPr>
          <p:grpSpPr>
            <a:xfrm>
              <a:off x="1362984" y="4988179"/>
              <a:ext cx="1497002" cy="180000"/>
              <a:chOff x="1213104" y="3583192"/>
              <a:chExt cx="1497002" cy="180000"/>
            </a:xfrm>
          </p:grpSpPr>
          <p:sp>
            <p:nvSpPr>
              <p:cNvPr id="235" name="Rechteck 234">
                <a:extLst>
                  <a:ext uri="{FF2B5EF4-FFF2-40B4-BE49-F238E27FC236}">
                    <a16:creationId xmlns:a16="http://schemas.microsoft.com/office/drawing/2014/main" id="{5F9A2D39-7C53-5148-7DE3-C63B714816D7}"/>
                  </a:ext>
                </a:extLst>
              </p:cNvPr>
              <p:cNvSpPr/>
              <p:nvPr/>
            </p:nvSpPr>
            <p:spPr>
              <a:xfrm>
                <a:off x="1213104" y="3583192"/>
                <a:ext cx="1497002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6" name="Rechteck 235">
                <a:extLst>
                  <a:ext uri="{FF2B5EF4-FFF2-40B4-BE49-F238E27FC236}">
                    <a16:creationId xmlns:a16="http://schemas.microsoft.com/office/drawing/2014/main" id="{286400CE-B3D7-8885-91C9-54397FF33F55}"/>
                  </a:ext>
                </a:extLst>
              </p:cNvPr>
              <p:cNvSpPr/>
              <p:nvPr/>
            </p:nvSpPr>
            <p:spPr>
              <a:xfrm>
                <a:off x="1275599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7" name="Rechteck 236">
                <a:extLst>
                  <a:ext uri="{FF2B5EF4-FFF2-40B4-BE49-F238E27FC236}">
                    <a16:creationId xmlns:a16="http://schemas.microsoft.com/office/drawing/2014/main" id="{CCD6B6F4-DB79-2B4E-E353-B4F1D64AEDB6}"/>
                  </a:ext>
                </a:extLst>
              </p:cNvPr>
              <p:cNvSpPr/>
              <p:nvPr/>
            </p:nvSpPr>
            <p:spPr>
              <a:xfrm>
                <a:off x="1459470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8" name="Rechteck 237">
                <a:extLst>
                  <a:ext uri="{FF2B5EF4-FFF2-40B4-BE49-F238E27FC236}">
                    <a16:creationId xmlns:a16="http://schemas.microsoft.com/office/drawing/2014/main" id="{E3513BC8-4B65-AFF4-0B44-5118D1DE7AD8}"/>
                  </a:ext>
                </a:extLst>
              </p:cNvPr>
              <p:cNvSpPr/>
              <p:nvPr/>
            </p:nvSpPr>
            <p:spPr>
              <a:xfrm>
                <a:off x="1643341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39" name="Rechteck 238">
                <a:extLst>
                  <a:ext uri="{FF2B5EF4-FFF2-40B4-BE49-F238E27FC236}">
                    <a16:creationId xmlns:a16="http://schemas.microsoft.com/office/drawing/2014/main" id="{39FE6FE8-6BBB-C0DD-54B6-C9AEAEEA81D1}"/>
                  </a:ext>
                </a:extLst>
              </p:cNvPr>
              <p:cNvSpPr/>
              <p:nvPr/>
            </p:nvSpPr>
            <p:spPr>
              <a:xfrm>
                <a:off x="1827212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0" name="Rechteck 239">
                <a:extLst>
                  <a:ext uri="{FF2B5EF4-FFF2-40B4-BE49-F238E27FC236}">
                    <a16:creationId xmlns:a16="http://schemas.microsoft.com/office/drawing/2014/main" id="{B5393C0C-0B74-5FAB-AE8F-47A6888651FE}"/>
                  </a:ext>
                </a:extLst>
              </p:cNvPr>
              <p:cNvSpPr/>
              <p:nvPr/>
            </p:nvSpPr>
            <p:spPr>
              <a:xfrm>
                <a:off x="2011083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1" name="Rechteck 240">
                <a:extLst>
                  <a:ext uri="{FF2B5EF4-FFF2-40B4-BE49-F238E27FC236}">
                    <a16:creationId xmlns:a16="http://schemas.microsoft.com/office/drawing/2014/main" id="{730578DB-187D-4D1D-FF11-B560721C6013}"/>
                  </a:ext>
                </a:extLst>
              </p:cNvPr>
              <p:cNvSpPr/>
              <p:nvPr/>
            </p:nvSpPr>
            <p:spPr>
              <a:xfrm>
                <a:off x="2194954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2" name="Rechteck 241">
                <a:extLst>
                  <a:ext uri="{FF2B5EF4-FFF2-40B4-BE49-F238E27FC236}">
                    <a16:creationId xmlns:a16="http://schemas.microsoft.com/office/drawing/2014/main" id="{EB743D60-8D26-9436-6DDE-69C9169D3C1C}"/>
                  </a:ext>
                </a:extLst>
              </p:cNvPr>
              <p:cNvSpPr/>
              <p:nvPr/>
            </p:nvSpPr>
            <p:spPr>
              <a:xfrm>
                <a:off x="2378825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43" name="Rechteck 242">
                <a:extLst>
                  <a:ext uri="{FF2B5EF4-FFF2-40B4-BE49-F238E27FC236}">
                    <a16:creationId xmlns:a16="http://schemas.microsoft.com/office/drawing/2014/main" id="{583D6399-F0C8-F65F-2E50-B9D3E107A3E7}"/>
                  </a:ext>
                </a:extLst>
              </p:cNvPr>
              <p:cNvSpPr/>
              <p:nvPr/>
            </p:nvSpPr>
            <p:spPr>
              <a:xfrm>
                <a:off x="2562697" y="361728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244" name="Textfeld 243">
              <a:extLst>
                <a:ext uri="{FF2B5EF4-FFF2-40B4-BE49-F238E27FC236}">
                  <a16:creationId xmlns:a16="http://schemas.microsoft.com/office/drawing/2014/main" id="{1D7A528A-E283-478F-17AC-6C20B0AA6C60}"/>
                </a:ext>
              </a:extLst>
            </p:cNvPr>
            <p:cNvSpPr txBox="1"/>
            <p:nvPr/>
          </p:nvSpPr>
          <p:spPr>
            <a:xfrm>
              <a:off x="1718907" y="4764275"/>
              <a:ext cx="7925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Extension</a:t>
              </a:r>
            </a:p>
          </p:txBody>
        </p:sp>
        <p:sp>
          <p:nvSpPr>
            <p:cNvPr id="245" name="Textfeld 244">
              <a:extLst>
                <a:ext uri="{FF2B5EF4-FFF2-40B4-BE49-F238E27FC236}">
                  <a16:creationId xmlns:a16="http://schemas.microsoft.com/office/drawing/2014/main" id="{11FB5881-81BF-8AFA-63BE-CCA9DE4E40A3}"/>
                </a:ext>
              </a:extLst>
            </p:cNvPr>
            <p:cNvSpPr txBox="1"/>
            <p:nvPr/>
          </p:nvSpPr>
          <p:spPr>
            <a:xfrm rot="16200000">
              <a:off x="1238075" y="5205076"/>
              <a:ext cx="4667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3.3V</a:t>
              </a:r>
            </a:p>
          </p:txBody>
        </p:sp>
        <p:sp>
          <p:nvSpPr>
            <p:cNvPr id="246" name="Textfeld 245">
              <a:extLst>
                <a:ext uri="{FF2B5EF4-FFF2-40B4-BE49-F238E27FC236}">
                  <a16:creationId xmlns:a16="http://schemas.microsoft.com/office/drawing/2014/main" id="{A771A16B-FA3B-176D-0152-3AC86644BB89}"/>
                </a:ext>
              </a:extLst>
            </p:cNvPr>
            <p:cNvSpPr txBox="1"/>
            <p:nvPr/>
          </p:nvSpPr>
          <p:spPr>
            <a:xfrm rot="16200000">
              <a:off x="1415672" y="5215885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GND</a:t>
              </a:r>
            </a:p>
          </p:txBody>
        </p:sp>
        <p:sp>
          <p:nvSpPr>
            <p:cNvPr id="247" name="Textfeld 246">
              <a:extLst>
                <a:ext uri="{FF2B5EF4-FFF2-40B4-BE49-F238E27FC236}">
                  <a16:creationId xmlns:a16="http://schemas.microsoft.com/office/drawing/2014/main" id="{69709BDC-BBB7-03DD-13C9-8AE4A72E2B5D}"/>
                </a:ext>
              </a:extLst>
            </p:cNvPr>
            <p:cNvSpPr txBox="1"/>
            <p:nvPr/>
          </p:nvSpPr>
          <p:spPr>
            <a:xfrm rot="16200000">
              <a:off x="1618824" y="5213045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SDC</a:t>
              </a:r>
            </a:p>
          </p:txBody>
        </p:sp>
        <p:sp>
          <p:nvSpPr>
            <p:cNvPr id="248" name="Textfeld 247">
              <a:extLst>
                <a:ext uri="{FF2B5EF4-FFF2-40B4-BE49-F238E27FC236}">
                  <a16:creationId xmlns:a16="http://schemas.microsoft.com/office/drawing/2014/main" id="{805DC146-0AD8-122E-16A0-D5F0D81C2DB9}"/>
                </a:ext>
              </a:extLst>
            </p:cNvPr>
            <p:cNvSpPr txBox="1"/>
            <p:nvPr/>
          </p:nvSpPr>
          <p:spPr>
            <a:xfrm rot="16200000">
              <a:off x="1803814" y="5215782"/>
              <a:ext cx="4373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SDA</a:t>
              </a:r>
            </a:p>
          </p:txBody>
        </p:sp>
      </p:grpSp>
      <p:sp>
        <p:nvSpPr>
          <p:cNvPr id="385" name="Textfeld 384">
            <a:extLst>
              <a:ext uri="{FF2B5EF4-FFF2-40B4-BE49-F238E27FC236}">
                <a16:creationId xmlns:a16="http://schemas.microsoft.com/office/drawing/2014/main" id="{E1DE8190-45A8-17AB-6E6B-AA5A628CABFB}"/>
              </a:ext>
            </a:extLst>
          </p:cNvPr>
          <p:cNvSpPr txBox="1"/>
          <p:nvPr/>
        </p:nvSpPr>
        <p:spPr>
          <a:xfrm>
            <a:off x="6034353" y="255405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F1</a:t>
            </a:r>
          </a:p>
        </p:txBody>
      </p:sp>
      <p:sp>
        <p:nvSpPr>
          <p:cNvPr id="386" name="Textfeld 385">
            <a:extLst>
              <a:ext uri="{FF2B5EF4-FFF2-40B4-BE49-F238E27FC236}">
                <a16:creationId xmlns:a16="http://schemas.microsoft.com/office/drawing/2014/main" id="{D540B9C5-0D0A-43C8-6414-EEA7DD5EFEF4}"/>
              </a:ext>
            </a:extLst>
          </p:cNvPr>
          <p:cNvSpPr txBox="1"/>
          <p:nvPr/>
        </p:nvSpPr>
        <p:spPr>
          <a:xfrm>
            <a:off x="8227765" y="258964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F2</a:t>
            </a:r>
          </a:p>
        </p:txBody>
      </p:sp>
      <p:sp>
        <p:nvSpPr>
          <p:cNvPr id="388" name="Rechteck 387">
            <a:extLst>
              <a:ext uri="{FF2B5EF4-FFF2-40B4-BE49-F238E27FC236}">
                <a16:creationId xmlns:a16="http://schemas.microsoft.com/office/drawing/2014/main" id="{BB0F5D95-D937-EA7D-24BD-A0A52ED94FA0}"/>
              </a:ext>
            </a:extLst>
          </p:cNvPr>
          <p:cNvSpPr/>
          <p:nvPr/>
        </p:nvSpPr>
        <p:spPr>
          <a:xfrm>
            <a:off x="5744792" y="608313"/>
            <a:ext cx="3077803" cy="2627243"/>
          </a:xfrm>
          <a:prstGeom prst="rect">
            <a:avLst/>
          </a:prstGeom>
          <a:solidFill>
            <a:srgbClr val="FFFF00">
              <a:alpha val="55000"/>
            </a:srgbClr>
          </a:solidFill>
          <a:ln w="127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389" name="Gruppieren 388">
            <a:extLst>
              <a:ext uri="{FF2B5EF4-FFF2-40B4-BE49-F238E27FC236}">
                <a16:creationId xmlns:a16="http://schemas.microsoft.com/office/drawing/2014/main" id="{682CA6A6-A5A1-1DC7-C77A-B61B0CD90AC7}"/>
              </a:ext>
            </a:extLst>
          </p:cNvPr>
          <p:cNvGrpSpPr/>
          <p:nvPr/>
        </p:nvGrpSpPr>
        <p:grpSpPr>
          <a:xfrm rot="5400000">
            <a:off x="8474657" y="712159"/>
            <a:ext cx="343998" cy="255825"/>
            <a:chOff x="7585604" y="3312027"/>
            <a:chExt cx="343998" cy="255825"/>
          </a:xfrm>
        </p:grpSpPr>
        <p:sp>
          <p:nvSpPr>
            <p:cNvPr id="506" name="Rechteck 505">
              <a:extLst>
                <a:ext uri="{FF2B5EF4-FFF2-40B4-BE49-F238E27FC236}">
                  <a16:creationId xmlns:a16="http://schemas.microsoft.com/office/drawing/2014/main" id="{0741E160-5B84-F423-56FB-5F75DA228F07}"/>
                </a:ext>
              </a:extLst>
            </p:cNvPr>
            <p:cNvSpPr/>
            <p:nvPr/>
          </p:nvSpPr>
          <p:spPr>
            <a:xfrm>
              <a:off x="7585605" y="3312027"/>
              <a:ext cx="343997" cy="2558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507" name="Gruppieren 506">
              <a:extLst>
                <a:ext uri="{FF2B5EF4-FFF2-40B4-BE49-F238E27FC236}">
                  <a16:creationId xmlns:a16="http://schemas.microsoft.com/office/drawing/2014/main" id="{FFB78127-0C85-AD34-2240-70A49654AB72}"/>
                </a:ext>
              </a:extLst>
            </p:cNvPr>
            <p:cNvGrpSpPr/>
            <p:nvPr/>
          </p:nvGrpSpPr>
          <p:grpSpPr>
            <a:xfrm>
              <a:off x="7585604" y="3453153"/>
              <a:ext cx="343998" cy="114699"/>
              <a:chOff x="7599557" y="3453153"/>
              <a:chExt cx="343998" cy="114699"/>
            </a:xfrm>
            <a:solidFill>
              <a:schemeClr val="bg1"/>
            </a:solidFill>
          </p:grpSpPr>
          <p:sp>
            <p:nvSpPr>
              <p:cNvPr id="510" name="Rechteck 509">
                <a:extLst>
                  <a:ext uri="{FF2B5EF4-FFF2-40B4-BE49-F238E27FC236}">
                    <a16:creationId xmlns:a16="http://schemas.microsoft.com/office/drawing/2014/main" id="{A3AB3E96-CA41-6099-06F3-395289EBF80F}"/>
                  </a:ext>
                </a:extLst>
              </p:cNvPr>
              <p:cNvSpPr/>
              <p:nvPr/>
            </p:nvSpPr>
            <p:spPr>
              <a:xfrm>
                <a:off x="7599557" y="3453153"/>
                <a:ext cx="343998" cy="50997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11" name="Rechteck 510">
                <a:extLst>
                  <a:ext uri="{FF2B5EF4-FFF2-40B4-BE49-F238E27FC236}">
                    <a16:creationId xmlns:a16="http://schemas.microsoft.com/office/drawing/2014/main" id="{090862D3-91CC-E71D-88F0-5710838A2D92}"/>
                  </a:ext>
                </a:extLst>
              </p:cNvPr>
              <p:cNvSpPr/>
              <p:nvPr/>
            </p:nvSpPr>
            <p:spPr>
              <a:xfrm rot="16200000">
                <a:off x="7735267" y="3513142"/>
                <a:ext cx="63701" cy="45719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08" name="Rechteck 507">
              <a:extLst>
                <a:ext uri="{FF2B5EF4-FFF2-40B4-BE49-F238E27FC236}">
                  <a16:creationId xmlns:a16="http://schemas.microsoft.com/office/drawing/2014/main" id="{1BF5E445-CD70-5960-3432-619188AE5AD7}"/>
                </a:ext>
              </a:extLst>
            </p:cNvPr>
            <p:cNvSpPr/>
            <p:nvPr/>
          </p:nvSpPr>
          <p:spPr>
            <a:xfrm>
              <a:off x="7790605" y="3413534"/>
              <a:ext cx="45720" cy="5446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9" name="Rechteck 508">
              <a:extLst>
                <a:ext uri="{FF2B5EF4-FFF2-40B4-BE49-F238E27FC236}">
                  <a16:creationId xmlns:a16="http://schemas.microsoft.com/office/drawing/2014/main" id="{DB4EE8E8-ECEF-362B-5B77-D087BCB03342}"/>
                </a:ext>
              </a:extLst>
            </p:cNvPr>
            <p:cNvSpPr/>
            <p:nvPr/>
          </p:nvSpPr>
          <p:spPr>
            <a:xfrm>
              <a:off x="7674468" y="3413534"/>
              <a:ext cx="45720" cy="5446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90" name="Gruppieren 389">
            <a:extLst>
              <a:ext uri="{FF2B5EF4-FFF2-40B4-BE49-F238E27FC236}">
                <a16:creationId xmlns:a16="http://schemas.microsoft.com/office/drawing/2014/main" id="{A875CEA7-4BC1-1D59-934B-8B83C572633E}"/>
              </a:ext>
            </a:extLst>
          </p:cNvPr>
          <p:cNvGrpSpPr/>
          <p:nvPr/>
        </p:nvGrpSpPr>
        <p:grpSpPr>
          <a:xfrm rot="5400000">
            <a:off x="7953077" y="712159"/>
            <a:ext cx="343998" cy="255825"/>
            <a:chOff x="7585604" y="3312027"/>
            <a:chExt cx="343998" cy="255825"/>
          </a:xfrm>
        </p:grpSpPr>
        <p:sp>
          <p:nvSpPr>
            <p:cNvPr id="500" name="Rechteck 499">
              <a:extLst>
                <a:ext uri="{FF2B5EF4-FFF2-40B4-BE49-F238E27FC236}">
                  <a16:creationId xmlns:a16="http://schemas.microsoft.com/office/drawing/2014/main" id="{EB3C5ADA-9348-C6D0-B73E-050BF7DD165C}"/>
                </a:ext>
              </a:extLst>
            </p:cNvPr>
            <p:cNvSpPr/>
            <p:nvPr/>
          </p:nvSpPr>
          <p:spPr>
            <a:xfrm>
              <a:off x="7585605" y="3312027"/>
              <a:ext cx="343997" cy="2558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501" name="Gruppieren 500">
              <a:extLst>
                <a:ext uri="{FF2B5EF4-FFF2-40B4-BE49-F238E27FC236}">
                  <a16:creationId xmlns:a16="http://schemas.microsoft.com/office/drawing/2014/main" id="{28D926B1-B765-7BDE-1C24-66DAE2B94846}"/>
                </a:ext>
              </a:extLst>
            </p:cNvPr>
            <p:cNvGrpSpPr/>
            <p:nvPr/>
          </p:nvGrpSpPr>
          <p:grpSpPr>
            <a:xfrm>
              <a:off x="7585604" y="3453153"/>
              <a:ext cx="343998" cy="114699"/>
              <a:chOff x="7599557" y="3453153"/>
              <a:chExt cx="343998" cy="114699"/>
            </a:xfrm>
            <a:solidFill>
              <a:schemeClr val="bg1"/>
            </a:solidFill>
          </p:grpSpPr>
          <p:sp>
            <p:nvSpPr>
              <p:cNvPr id="504" name="Rechteck 503">
                <a:extLst>
                  <a:ext uri="{FF2B5EF4-FFF2-40B4-BE49-F238E27FC236}">
                    <a16:creationId xmlns:a16="http://schemas.microsoft.com/office/drawing/2014/main" id="{6D2B806F-4485-CB23-3DFF-7069887D3575}"/>
                  </a:ext>
                </a:extLst>
              </p:cNvPr>
              <p:cNvSpPr/>
              <p:nvPr/>
            </p:nvSpPr>
            <p:spPr>
              <a:xfrm>
                <a:off x="7599557" y="3453153"/>
                <a:ext cx="343998" cy="50997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5" name="Rechteck 504">
                <a:extLst>
                  <a:ext uri="{FF2B5EF4-FFF2-40B4-BE49-F238E27FC236}">
                    <a16:creationId xmlns:a16="http://schemas.microsoft.com/office/drawing/2014/main" id="{D244BB46-29E1-5543-F4FB-B0AE08595C79}"/>
                  </a:ext>
                </a:extLst>
              </p:cNvPr>
              <p:cNvSpPr/>
              <p:nvPr/>
            </p:nvSpPr>
            <p:spPr>
              <a:xfrm rot="16200000">
                <a:off x="7735267" y="3513142"/>
                <a:ext cx="63701" cy="45719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502" name="Rechteck 501">
              <a:extLst>
                <a:ext uri="{FF2B5EF4-FFF2-40B4-BE49-F238E27FC236}">
                  <a16:creationId xmlns:a16="http://schemas.microsoft.com/office/drawing/2014/main" id="{66C65229-713B-DF72-5E7E-14EB9CD061C6}"/>
                </a:ext>
              </a:extLst>
            </p:cNvPr>
            <p:cNvSpPr/>
            <p:nvPr/>
          </p:nvSpPr>
          <p:spPr>
            <a:xfrm>
              <a:off x="7790605" y="3413534"/>
              <a:ext cx="45720" cy="5446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03" name="Rechteck 502">
              <a:extLst>
                <a:ext uri="{FF2B5EF4-FFF2-40B4-BE49-F238E27FC236}">
                  <a16:creationId xmlns:a16="http://schemas.microsoft.com/office/drawing/2014/main" id="{F8410760-D599-7802-E9B3-2473A52EC1CF}"/>
                </a:ext>
              </a:extLst>
            </p:cNvPr>
            <p:cNvSpPr/>
            <p:nvPr/>
          </p:nvSpPr>
          <p:spPr>
            <a:xfrm>
              <a:off x="7674468" y="3413534"/>
              <a:ext cx="45720" cy="5446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91" name="Gruppieren 390">
            <a:extLst>
              <a:ext uri="{FF2B5EF4-FFF2-40B4-BE49-F238E27FC236}">
                <a16:creationId xmlns:a16="http://schemas.microsoft.com/office/drawing/2014/main" id="{ABE228F8-5FCE-DBBC-6628-0B9730EE3298}"/>
              </a:ext>
            </a:extLst>
          </p:cNvPr>
          <p:cNvGrpSpPr/>
          <p:nvPr/>
        </p:nvGrpSpPr>
        <p:grpSpPr>
          <a:xfrm rot="5400000">
            <a:off x="7621766" y="712159"/>
            <a:ext cx="343998" cy="255825"/>
            <a:chOff x="7585604" y="3312027"/>
            <a:chExt cx="343998" cy="255825"/>
          </a:xfrm>
        </p:grpSpPr>
        <p:sp>
          <p:nvSpPr>
            <p:cNvPr id="494" name="Rechteck 493">
              <a:extLst>
                <a:ext uri="{FF2B5EF4-FFF2-40B4-BE49-F238E27FC236}">
                  <a16:creationId xmlns:a16="http://schemas.microsoft.com/office/drawing/2014/main" id="{BAE3E286-CBBA-FE73-3308-B355F5DA5C3F}"/>
                </a:ext>
              </a:extLst>
            </p:cNvPr>
            <p:cNvSpPr/>
            <p:nvPr/>
          </p:nvSpPr>
          <p:spPr>
            <a:xfrm>
              <a:off x="7585605" y="3312027"/>
              <a:ext cx="343997" cy="2558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95" name="Gruppieren 494">
              <a:extLst>
                <a:ext uri="{FF2B5EF4-FFF2-40B4-BE49-F238E27FC236}">
                  <a16:creationId xmlns:a16="http://schemas.microsoft.com/office/drawing/2014/main" id="{35B525FC-AF04-25FD-983E-F5B1AE9352EF}"/>
                </a:ext>
              </a:extLst>
            </p:cNvPr>
            <p:cNvGrpSpPr/>
            <p:nvPr/>
          </p:nvGrpSpPr>
          <p:grpSpPr>
            <a:xfrm>
              <a:off x="7585604" y="3453153"/>
              <a:ext cx="343998" cy="114699"/>
              <a:chOff x="7599557" y="3453153"/>
              <a:chExt cx="343998" cy="114699"/>
            </a:xfrm>
            <a:solidFill>
              <a:schemeClr val="bg1"/>
            </a:solidFill>
          </p:grpSpPr>
          <p:sp>
            <p:nvSpPr>
              <p:cNvPr id="498" name="Rechteck 497">
                <a:extLst>
                  <a:ext uri="{FF2B5EF4-FFF2-40B4-BE49-F238E27FC236}">
                    <a16:creationId xmlns:a16="http://schemas.microsoft.com/office/drawing/2014/main" id="{889D3D02-9063-45A0-CA2A-D1D447683F02}"/>
                  </a:ext>
                </a:extLst>
              </p:cNvPr>
              <p:cNvSpPr/>
              <p:nvPr/>
            </p:nvSpPr>
            <p:spPr>
              <a:xfrm>
                <a:off x="7599557" y="3453153"/>
                <a:ext cx="343998" cy="50997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99" name="Rechteck 498">
                <a:extLst>
                  <a:ext uri="{FF2B5EF4-FFF2-40B4-BE49-F238E27FC236}">
                    <a16:creationId xmlns:a16="http://schemas.microsoft.com/office/drawing/2014/main" id="{EB019B73-8C89-8B1E-6509-45AAA910E7E2}"/>
                  </a:ext>
                </a:extLst>
              </p:cNvPr>
              <p:cNvSpPr/>
              <p:nvPr/>
            </p:nvSpPr>
            <p:spPr>
              <a:xfrm rot="16200000">
                <a:off x="7735267" y="3513142"/>
                <a:ext cx="63701" cy="45719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96" name="Rechteck 495">
              <a:extLst>
                <a:ext uri="{FF2B5EF4-FFF2-40B4-BE49-F238E27FC236}">
                  <a16:creationId xmlns:a16="http://schemas.microsoft.com/office/drawing/2014/main" id="{198646BC-F95C-614E-72A9-78A4529C2940}"/>
                </a:ext>
              </a:extLst>
            </p:cNvPr>
            <p:cNvSpPr/>
            <p:nvPr/>
          </p:nvSpPr>
          <p:spPr>
            <a:xfrm>
              <a:off x="7790605" y="3413534"/>
              <a:ext cx="45720" cy="5446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7" name="Rechteck 496">
              <a:extLst>
                <a:ext uri="{FF2B5EF4-FFF2-40B4-BE49-F238E27FC236}">
                  <a16:creationId xmlns:a16="http://schemas.microsoft.com/office/drawing/2014/main" id="{7A976FAA-4227-142D-9CE3-51BD944354A6}"/>
                </a:ext>
              </a:extLst>
            </p:cNvPr>
            <p:cNvSpPr/>
            <p:nvPr/>
          </p:nvSpPr>
          <p:spPr>
            <a:xfrm>
              <a:off x="7674468" y="3413534"/>
              <a:ext cx="45720" cy="5446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92" name="Gruppieren 391">
            <a:extLst>
              <a:ext uri="{FF2B5EF4-FFF2-40B4-BE49-F238E27FC236}">
                <a16:creationId xmlns:a16="http://schemas.microsoft.com/office/drawing/2014/main" id="{06D96195-AC64-7F1A-BA68-47320EEF760A}"/>
              </a:ext>
            </a:extLst>
          </p:cNvPr>
          <p:cNvGrpSpPr/>
          <p:nvPr/>
        </p:nvGrpSpPr>
        <p:grpSpPr>
          <a:xfrm rot="5400000">
            <a:off x="7290455" y="712159"/>
            <a:ext cx="343998" cy="255825"/>
            <a:chOff x="7585604" y="3312027"/>
            <a:chExt cx="343998" cy="255825"/>
          </a:xfrm>
        </p:grpSpPr>
        <p:sp>
          <p:nvSpPr>
            <p:cNvPr id="488" name="Rechteck 487">
              <a:extLst>
                <a:ext uri="{FF2B5EF4-FFF2-40B4-BE49-F238E27FC236}">
                  <a16:creationId xmlns:a16="http://schemas.microsoft.com/office/drawing/2014/main" id="{52B7D8B7-9A54-7132-E576-94DE4381849C}"/>
                </a:ext>
              </a:extLst>
            </p:cNvPr>
            <p:cNvSpPr/>
            <p:nvPr/>
          </p:nvSpPr>
          <p:spPr>
            <a:xfrm>
              <a:off x="7585605" y="3312027"/>
              <a:ext cx="343997" cy="2558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89" name="Gruppieren 488">
              <a:extLst>
                <a:ext uri="{FF2B5EF4-FFF2-40B4-BE49-F238E27FC236}">
                  <a16:creationId xmlns:a16="http://schemas.microsoft.com/office/drawing/2014/main" id="{E2936DB4-262A-A338-0208-13C28A2B1B81}"/>
                </a:ext>
              </a:extLst>
            </p:cNvPr>
            <p:cNvGrpSpPr/>
            <p:nvPr/>
          </p:nvGrpSpPr>
          <p:grpSpPr>
            <a:xfrm>
              <a:off x="7585604" y="3453153"/>
              <a:ext cx="343998" cy="114699"/>
              <a:chOff x="7599557" y="3453153"/>
              <a:chExt cx="343998" cy="114699"/>
            </a:xfrm>
            <a:solidFill>
              <a:schemeClr val="bg1"/>
            </a:solidFill>
          </p:grpSpPr>
          <p:sp>
            <p:nvSpPr>
              <p:cNvPr id="492" name="Rechteck 491">
                <a:extLst>
                  <a:ext uri="{FF2B5EF4-FFF2-40B4-BE49-F238E27FC236}">
                    <a16:creationId xmlns:a16="http://schemas.microsoft.com/office/drawing/2014/main" id="{2D09E9B7-A9A9-777B-1BEE-209E443B0974}"/>
                  </a:ext>
                </a:extLst>
              </p:cNvPr>
              <p:cNvSpPr/>
              <p:nvPr/>
            </p:nvSpPr>
            <p:spPr>
              <a:xfrm>
                <a:off x="7599557" y="3453153"/>
                <a:ext cx="343998" cy="50997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93" name="Rechteck 492">
                <a:extLst>
                  <a:ext uri="{FF2B5EF4-FFF2-40B4-BE49-F238E27FC236}">
                    <a16:creationId xmlns:a16="http://schemas.microsoft.com/office/drawing/2014/main" id="{5EFD10C6-E5E6-4962-632E-E67EE639D034}"/>
                  </a:ext>
                </a:extLst>
              </p:cNvPr>
              <p:cNvSpPr/>
              <p:nvPr/>
            </p:nvSpPr>
            <p:spPr>
              <a:xfrm rot="16200000">
                <a:off x="7735267" y="3513142"/>
                <a:ext cx="63701" cy="45719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90" name="Rechteck 489">
              <a:extLst>
                <a:ext uri="{FF2B5EF4-FFF2-40B4-BE49-F238E27FC236}">
                  <a16:creationId xmlns:a16="http://schemas.microsoft.com/office/drawing/2014/main" id="{687B9985-0E2A-CDD1-E4E0-3EFC5BC28E09}"/>
                </a:ext>
              </a:extLst>
            </p:cNvPr>
            <p:cNvSpPr/>
            <p:nvPr/>
          </p:nvSpPr>
          <p:spPr>
            <a:xfrm>
              <a:off x="7790605" y="3413534"/>
              <a:ext cx="45720" cy="5446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91" name="Rechteck 490">
              <a:extLst>
                <a:ext uri="{FF2B5EF4-FFF2-40B4-BE49-F238E27FC236}">
                  <a16:creationId xmlns:a16="http://schemas.microsoft.com/office/drawing/2014/main" id="{0B5579A4-9E66-6656-37B6-26B0A317801D}"/>
                </a:ext>
              </a:extLst>
            </p:cNvPr>
            <p:cNvSpPr/>
            <p:nvPr/>
          </p:nvSpPr>
          <p:spPr>
            <a:xfrm>
              <a:off x="7674468" y="3413534"/>
              <a:ext cx="45720" cy="5446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93" name="Gruppieren 392">
            <a:extLst>
              <a:ext uri="{FF2B5EF4-FFF2-40B4-BE49-F238E27FC236}">
                <a16:creationId xmlns:a16="http://schemas.microsoft.com/office/drawing/2014/main" id="{54D9C164-48DA-6CA7-E24B-9524215B2014}"/>
              </a:ext>
            </a:extLst>
          </p:cNvPr>
          <p:cNvGrpSpPr/>
          <p:nvPr/>
        </p:nvGrpSpPr>
        <p:grpSpPr>
          <a:xfrm rot="5400000">
            <a:off x="6959144" y="712159"/>
            <a:ext cx="343998" cy="255825"/>
            <a:chOff x="7585604" y="3312027"/>
            <a:chExt cx="343998" cy="255825"/>
          </a:xfrm>
        </p:grpSpPr>
        <p:sp>
          <p:nvSpPr>
            <p:cNvPr id="482" name="Rechteck 481">
              <a:extLst>
                <a:ext uri="{FF2B5EF4-FFF2-40B4-BE49-F238E27FC236}">
                  <a16:creationId xmlns:a16="http://schemas.microsoft.com/office/drawing/2014/main" id="{C2920E65-CC48-77C6-CA6C-3864203B2E4A}"/>
                </a:ext>
              </a:extLst>
            </p:cNvPr>
            <p:cNvSpPr/>
            <p:nvPr/>
          </p:nvSpPr>
          <p:spPr>
            <a:xfrm>
              <a:off x="7585605" y="3312027"/>
              <a:ext cx="343997" cy="2558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83" name="Gruppieren 482">
              <a:extLst>
                <a:ext uri="{FF2B5EF4-FFF2-40B4-BE49-F238E27FC236}">
                  <a16:creationId xmlns:a16="http://schemas.microsoft.com/office/drawing/2014/main" id="{34E0F291-6503-9780-2651-925F7654F27B}"/>
                </a:ext>
              </a:extLst>
            </p:cNvPr>
            <p:cNvGrpSpPr/>
            <p:nvPr/>
          </p:nvGrpSpPr>
          <p:grpSpPr>
            <a:xfrm>
              <a:off x="7585604" y="3453153"/>
              <a:ext cx="343998" cy="114699"/>
              <a:chOff x="7599557" y="3453153"/>
              <a:chExt cx="343998" cy="114699"/>
            </a:xfrm>
            <a:solidFill>
              <a:schemeClr val="bg1"/>
            </a:solidFill>
          </p:grpSpPr>
          <p:sp>
            <p:nvSpPr>
              <p:cNvPr id="486" name="Rechteck 485">
                <a:extLst>
                  <a:ext uri="{FF2B5EF4-FFF2-40B4-BE49-F238E27FC236}">
                    <a16:creationId xmlns:a16="http://schemas.microsoft.com/office/drawing/2014/main" id="{C69955DB-8CCD-ACCC-1A4E-A4B60A734954}"/>
                  </a:ext>
                </a:extLst>
              </p:cNvPr>
              <p:cNvSpPr/>
              <p:nvPr/>
            </p:nvSpPr>
            <p:spPr>
              <a:xfrm>
                <a:off x="7599557" y="3453153"/>
                <a:ext cx="343998" cy="50997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87" name="Rechteck 486">
                <a:extLst>
                  <a:ext uri="{FF2B5EF4-FFF2-40B4-BE49-F238E27FC236}">
                    <a16:creationId xmlns:a16="http://schemas.microsoft.com/office/drawing/2014/main" id="{82B0BEA0-3C23-9AAC-4B54-CD1BACD85C34}"/>
                  </a:ext>
                </a:extLst>
              </p:cNvPr>
              <p:cNvSpPr/>
              <p:nvPr/>
            </p:nvSpPr>
            <p:spPr>
              <a:xfrm rot="16200000">
                <a:off x="7735267" y="3513142"/>
                <a:ext cx="63701" cy="45719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84" name="Rechteck 483">
              <a:extLst>
                <a:ext uri="{FF2B5EF4-FFF2-40B4-BE49-F238E27FC236}">
                  <a16:creationId xmlns:a16="http://schemas.microsoft.com/office/drawing/2014/main" id="{3DE19590-0CF5-4BCC-2A15-E94A0C8F048E}"/>
                </a:ext>
              </a:extLst>
            </p:cNvPr>
            <p:cNvSpPr/>
            <p:nvPr/>
          </p:nvSpPr>
          <p:spPr>
            <a:xfrm>
              <a:off x="7790605" y="3413534"/>
              <a:ext cx="45720" cy="5446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85" name="Rechteck 484">
              <a:extLst>
                <a:ext uri="{FF2B5EF4-FFF2-40B4-BE49-F238E27FC236}">
                  <a16:creationId xmlns:a16="http://schemas.microsoft.com/office/drawing/2014/main" id="{F1A3B476-8B50-3A2A-0F5D-7F1654A53FD5}"/>
                </a:ext>
              </a:extLst>
            </p:cNvPr>
            <p:cNvSpPr/>
            <p:nvPr/>
          </p:nvSpPr>
          <p:spPr>
            <a:xfrm>
              <a:off x="7674468" y="3413534"/>
              <a:ext cx="45720" cy="5446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94" name="Gruppieren 393">
            <a:extLst>
              <a:ext uri="{FF2B5EF4-FFF2-40B4-BE49-F238E27FC236}">
                <a16:creationId xmlns:a16="http://schemas.microsoft.com/office/drawing/2014/main" id="{C289694B-00A9-CED2-6CD9-D85BE41AA6B7}"/>
              </a:ext>
            </a:extLst>
          </p:cNvPr>
          <p:cNvGrpSpPr/>
          <p:nvPr/>
        </p:nvGrpSpPr>
        <p:grpSpPr>
          <a:xfrm rot="5400000">
            <a:off x="6627833" y="712159"/>
            <a:ext cx="343998" cy="255825"/>
            <a:chOff x="7585604" y="3312027"/>
            <a:chExt cx="343998" cy="255825"/>
          </a:xfrm>
        </p:grpSpPr>
        <p:sp>
          <p:nvSpPr>
            <p:cNvPr id="476" name="Rechteck 475">
              <a:extLst>
                <a:ext uri="{FF2B5EF4-FFF2-40B4-BE49-F238E27FC236}">
                  <a16:creationId xmlns:a16="http://schemas.microsoft.com/office/drawing/2014/main" id="{32E125C4-5699-1BC1-02E0-92155CF7C839}"/>
                </a:ext>
              </a:extLst>
            </p:cNvPr>
            <p:cNvSpPr/>
            <p:nvPr/>
          </p:nvSpPr>
          <p:spPr>
            <a:xfrm>
              <a:off x="7585605" y="3312027"/>
              <a:ext cx="343997" cy="2558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77" name="Gruppieren 476">
              <a:extLst>
                <a:ext uri="{FF2B5EF4-FFF2-40B4-BE49-F238E27FC236}">
                  <a16:creationId xmlns:a16="http://schemas.microsoft.com/office/drawing/2014/main" id="{A1D54606-0054-F004-87DB-3F7EAEB600D2}"/>
                </a:ext>
              </a:extLst>
            </p:cNvPr>
            <p:cNvGrpSpPr/>
            <p:nvPr/>
          </p:nvGrpSpPr>
          <p:grpSpPr>
            <a:xfrm>
              <a:off x="7585604" y="3453153"/>
              <a:ext cx="343998" cy="114699"/>
              <a:chOff x="7599557" y="3453153"/>
              <a:chExt cx="343998" cy="114699"/>
            </a:xfrm>
            <a:solidFill>
              <a:schemeClr val="bg1"/>
            </a:solidFill>
          </p:grpSpPr>
          <p:sp>
            <p:nvSpPr>
              <p:cNvPr id="480" name="Rechteck 479">
                <a:extLst>
                  <a:ext uri="{FF2B5EF4-FFF2-40B4-BE49-F238E27FC236}">
                    <a16:creationId xmlns:a16="http://schemas.microsoft.com/office/drawing/2014/main" id="{16A60335-9A09-ECCB-DB70-FF2B876C955A}"/>
                  </a:ext>
                </a:extLst>
              </p:cNvPr>
              <p:cNvSpPr/>
              <p:nvPr/>
            </p:nvSpPr>
            <p:spPr>
              <a:xfrm>
                <a:off x="7599557" y="3453153"/>
                <a:ext cx="343998" cy="50997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81" name="Rechteck 480">
                <a:extLst>
                  <a:ext uri="{FF2B5EF4-FFF2-40B4-BE49-F238E27FC236}">
                    <a16:creationId xmlns:a16="http://schemas.microsoft.com/office/drawing/2014/main" id="{BDE825F2-1051-82E5-8905-209074193B53}"/>
                  </a:ext>
                </a:extLst>
              </p:cNvPr>
              <p:cNvSpPr/>
              <p:nvPr/>
            </p:nvSpPr>
            <p:spPr>
              <a:xfrm rot="16200000">
                <a:off x="7735267" y="3513142"/>
                <a:ext cx="63701" cy="45719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78" name="Rechteck 477">
              <a:extLst>
                <a:ext uri="{FF2B5EF4-FFF2-40B4-BE49-F238E27FC236}">
                  <a16:creationId xmlns:a16="http://schemas.microsoft.com/office/drawing/2014/main" id="{96E3FB18-19E4-07B3-33AB-764B8FBCCD22}"/>
                </a:ext>
              </a:extLst>
            </p:cNvPr>
            <p:cNvSpPr/>
            <p:nvPr/>
          </p:nvSpPr>
          <p:spPr>
            <a:xfrm>
              <a:off x="7790605" y="3413534"/>
              <a:ext cx="45720" cy="5446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9" name="Rechteck 478">
              <a:extLst>
                <a:ext uri="{FF2B5EF4-FFF2-40B4-BE49-F238E27FC236}">
                  <a16:creationId xmlns:a16="http://schemas.microsoft.com/office/drawing/2014/main" id="{7EF61CA3-0BED-D266-6436-E7CABF8F4ACB}"/>
                </a:ext>
              </a:extLst>
            </p:cNvPr>
            <p:cNvSpPr/>
            <p:nvPr/>
          </p:nvSpPr>
          <p:spPr>
            <a:xfrm>
              <a:off x="7674468" y="3413534"/>
              <a:ext cx="45720" cy="5446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grpSp>
        <p:nvGrpSpPr>
          <p:cNvPr id="395" name="Gruppieren 394">
            <a:extLst>
              <a:ext uri="{FF2B5EF4-FFF2-40B4-BE49-F238E27FC236}">
                <a16:creationId xmlns:a16="http://schemas.microsoft.com/office/drawing/2014/main" id="{1AE5F5E6-2A1D-4314-2B27-B06ACBCEB8A8}"/>
              </a:ext>
            </a:extLst>
          </p:cNvPr>
          <p:cNvGrpSpPr/>
          <p:nvPr/>
        </p:nvGrpSpPr>
        <p:grpSpPr>
          <a:xfrm rot="5400000">
            <a:off x="6296522" y="712159"/>
            <a:ext cx="343998" cy="255825"/>
            <a:chOff x="7585604" y="3312027"/>
            <a:chExt cx="343998" cy="255825"/>
          </a:xfrm>
        </p:grpSpPr>
        <p:sp>
          <p:nvSpPr>
            <p:cNvPr id="470" name="Rechteck 469">
              <a:extLst>
                <a:ext uri="{FF2B5EF4-FFF2-40B4-BE49-F238E27FC236}">
                  <a16:creationId xmlns:a16="http://schemas.microsoft.com/office/drawing/2014/main" id="{D3479977-E47A-07BE-64AC-89AEBD48708B}"/>
                </a:ext>
              </a:extLst>
            </p:cNvPr>
            <p:cNvSpPr/>
            <p:nvPr/>
          </p:nvSpPr>
          <p:spPr>
            <a:xfrm>
              <a:off x="7585605" y="3312027"/>
              <a:ext cx="343997" cy="255825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471" name="Gruppieren 470">
              <a:extLst>
                <a:ext uri="{FF2B5EF4-FFF2-40B4-BE49-F238E27FC236}">
                  <a16:creationId xmlns:a16="http://schemas.microsoft.com/office/drawing/2014/main" id="{EC204CC4-B286-5234-308B-94302200588D}"/>
                </a:ext>
              </a:extLst>
            </p:cNvPr>
            <p:cNvGrpSpPr/>
            <p:nvPr/>
          </p:nvGrpSpPr>
          <p:grpSpPr>
            <a:xfrm>
              <a:off x="7585604" y="3453153"/>
              <a:ext cx="343998" cy="114699"/>
              <a:chOff x="7599557" y="3453153"/>
              <a:chExt cx="343998" cy="114699"/>
            </a:xfrm>
            <a:solidFill>
              <a:schemeClr val="bg1"/>
            </a:solidFill>
          </p:grpSpPr>
          <p:sp>
            <p:nvSpPr>
              <p:cNvPr id="474" name="Rechteck 473">
                <a:extLst>
                  <a:ext uri="{FF2B5EF4-FFF2-40B4-BE49-F238E27FC236}">
                    <a16:creationId xmlns:a16="http://schemas.microsoft.com/office/drawing/2014/main" id="{D6747900-C3AD-D360-41DF-F76D65B68C52}"/>
                  </a:ext>
                </a:extLst>
              </p:cNvPr>
              <p:cNvSpPr/>
              <p:nvPr/>
            </p:nvSpPr>
            <p:spPr>
              <a:xfrm>
                <a:off x="7599557" y="3453153"/>
                <a:ext cx="343998" cy="50997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75" name="Rechteck 474">
                <a:extLst>
                  <a:ext uri="{FF2B5EF4-FFF2-40B4-BE49-F238E27FC236}">
                    <a16:creationId xmlns:a16="http://schemas.microsoft.com/office/drawing/2014/main" id="{9097FC75-442A-7C60-AD35-827E1F7F8C04}"/>
                  </a:ext>
                </a:extLst>
              </p:cNvPr>
              <p:cNvSpPr/>
              <p:nvPr/>
            </p:nvSpPr>
            <p:spPr>
              <a:xfrm rot="16200000">
                <a:off x="7735267" y="3513142"/>
                <a:ext cx="63701" cy="45719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472" name="Rechteck 471">
              <a:extLst>
                <a:ext uri="{FF2B5EF4-FFF2-40B4-BE49-F238E27FC236}">
                  <a16:creationId xmlns:a16="http://schemas.microsoft.com/office/drawing/2014/main" id="{B5936215-F0A0-3A44-F69E-78396CEC1DB8}"/>
                </a:ext>
              </a:extLst>
            </p:cNvPr>
            <p:cNvSpPr/>
            <p:nvPr/>
          </p:nvSpPr>
          <p:spPr>
            <a:xfrm>
              <a:off x="7790605" y="3413534"/>
              <a:ext cx="45720" cy="54469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73" name="Rechteck 472">
              <a:extLst>
                <a:ext uri="{FF2B5EF4-FFF2-40B4-BE49-F238E27FC236}">
                  <a16:creationId xmlns:a16="http://schemas.microsoft.com/office/drawing/2014/main" id="{73BCC196-AC7E-BBB2-6CD1-5E90B16C7184}"/>
                </a:ext>
              </a:extLst>
            </p:cNvPr>
            <p:cNvSpPr/>
            <p:nvPr/>
          </p:nvSpPr>
          <p:spPr>
            <a:xfrm>
              <a:off x="7674468" y="3413534"/>
              <a:ext cx="45720" cy="54469"/>
            </a:xfrm>
            <a:prstGeom prst="rect">
              <a:avLst/>
            </a:prstGeom>
            <a:solidFill>
              <a:srgbClr val="92D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396" name="Textfeld 395">
            <a:extLst>
              <a:ext uri="{FF2B5EF4-FFF2-40B4-BE49-F238E27FC236}">
                <a16:creationId xmlns:a16="http://schemas.microsoft.com/office/drawing/2014/main" id="{B580EF25-6B79-DA24-E1CD-83F3E37E87D7}"/>
              </a:ext>
            </a:extLst>
          </p:cNvPr>
          <p:cNvSpPr txBox="1"/>
          <p:nvPr/>
        </p:nvSpPr>
        <p:spPr>
          <a:xfrm>
            <a:off x="6294889" y="38981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A4</a:t>
            </a:r>
          </a:p>
        </p:txBody>
      </p:sp>
      <p:sp>
        <p:nvSpPr>
          <p:cNvPr id="397" name="Textfeld 396">
            <a:extLst>
              <a:ext uri="{FF2B5EF4-FFF2-40B4-BE49-F238E27FC236}">
                <a16:creationId xmlns:a16="http://schemas.microsoft.com/office/drawing/2014/main" id="{467A474B-B62C-F9CC-3C39-532EB7407ABF}"/>
              </a:ext>
            </a:extLst>
          </p:cNvPr>
          <p:cNvSpPr txBox="1"/>
          <p:nvPr/>
        </p:nvSpPr>
        <p:spPr>
          <a:xfrm>
            <a:off x="6618399" y="38981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A3</a:t>
            </a:r>
          </a:p>
        </p:txBody>
      </p:sp>
      <p:sp>
        <p:nvSpPr>
          <p:cNvPr id="398" name="Textfeld 397">
            <a:extLst>
              <a:ext uri="{FF2B5EF4-FFF2-40B4-BE49-F238E27FC236}">
                <a16:creationId xmlns:a16="http://schemas.microsoft.com/office/drawing/2014/main" id="{2FBE1453-C1D5-7FDF-83D5-3DFF5CF4CC0B}"/>
              </a:ext>
            </a:extLst>
          </p:cNvPr>
          <p:cNvSpPr txBox="1"/>
          <p:nvPr/>
        </p:nvSpPr>
        <p:spPr>
          <a:xfrm>
            <a:off x="6951794" y="38981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A2</a:t>
            </a:r>
          </a:p>
        </p:txBody>
      </p:sp>
      <p:sp>
        <p:nvSpPr>
          <p:cNvPr id="399" name="Textfeld 398">
            <a:extLst>
              <a:ext uri="{FF2B5EF4-FFF2-40B4-BE49-F238E27FC236}">
                <a16:creationId xmlns:a16="http://schemas.microsoft.com/office/drawing/2014/main" id="{B4F78573-4FCE-F1E1-5FBA-8C2259B2A2F8}"/>
              </a:ext>
            </a:extLst>
          </p:cNvPr>
          <p:cNvSpPr txBox="1"/>
          <p:nvPr/>
        </p:nvSpPr>
        <p:spPr>
          <a:xfrm>
            <a:off x="7275128" y="389811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A1</a:t>
            </a:r>
          </a:p>
        </p:txBody>
      </p:sp>
      <p:sp>
        <p:nvSpPr>
          <p:cNvPr id="400" name="Textfeld 399">
            <a:extLst>
              <a:ext uri="{FF2B5EF4-FFF2-40B4-BE49-F238E27FC236}">
                <a16:creationId xmlns:a16="http://schemas.microsoft.com/office/drawing/2014/main" id="{A5FF11E6-C4DB-751E-08A6-E29CDCBE086F}"/>
              </a:ext>
            </a:extLst>
          </p:cNvPr>
          <p:cNvSpPr txBox="1"/>
          <p:nvPr/>
        </p:nvSpPr>
        <p:spPr>
          <a:xfrm>
            <a:off x="7591493" y="389811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M1</a:t>
            </a:r>
          </a:p>
        </p:txBody>
      </p:sp>
      <p:sp>
        <p:nvSpPr>
          <p:cNvPr id="401" name="Textfeld 400">
            <a:extLst>
              <a:ext uri="{FF2B5EF4-FFF2-40B4-BE49-F238E27FC236}">
                <a16:creationId xmlns:a16="http://schemas.microsoft.com/office/drawing/2014/main" id="{D6ACA096-717B-0D00-E57E-F2A54B20F826}"/>
              </a:ext>
            </a:extLst>
          </p:cNvPr>
          <p:cNvSpPr txBox="1"/>
          <p:nvPr/>
        </p:nvSpPr>
        <p:spPr>
          <a:xfrm>
            <a:off x="7930605" y="389811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M2</a:t>
            </a:r>
          </a:p>
        </p:txBody>
      </p:sp>
      <p:sp>
        <p:nvSpPr>
          <p:cNvPr id="402" name="Textfeld 401">
            <a:extLst>
              <a:ext uri="{FF2B5EF4-FFF2-40B4-BE49-F238E27FC236}">
                <a16:creationId xmlns:a16="http://schemas.microsoft.com/office/drawing/2014/main" id="{48FBDF09-6229-E810-4A42-1C0FDFBF5FC6}"/>
              </a:ext>
            </a:extLst>
          </p:cNvPr>
          <p:cNvSpPr txBox="1"/>
          <p:nvPr/>
        </p:nvSpPr>
        <p:spPr>
          <a:xfrm>
            <a:off x="8470939" y="389811"/>
            <a:ext cx="34977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9V</a:t>
            </a:r>
          </a:p>
        </p:txBody>
      </p:sp>
      <p:sp>
        <p:nvSpPr>
          <p:cNvPr id="403" name="Rechteck 402">
            <a:extLst>
              <a:ext uri="{FF2B5EF4-FFF2-40B4-BE49-F238E27FC236}">
                <a16:creationId xmlns:a16="http://schemas.microsoft.com/office/drawing/2014/main" id="{94CCEB54-F1C4-A083-B757-F2E2A9B871A8}"/>
              </a:ext>
            </a:extLst>
          </p:cNvPr>
          <p:cNvSpPr/>
          <p:nvPr/>
        </p:nvSpPr>
        <p:spPr>
          <a:xfrm>
            <a:off x="8335068" y="493688"/>
            <a:ext cx="100670" cy="1146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4" name="Rechteck 403">
            <a:extLst>
              <a:ext uri="{FF2B5EF4-FFF2-40B4-BE49-F238E27FC236}">
                <a16:creationId xmlns:a16="http://schemas.microsoft.com/office/drawing/2014/main" id="{B40F5719-13BC-32C8-6159-090F549583F6}"/>
              </a:ext>
            </a:extLst>
          </p:cNvPr>
          <p:cNvSpPr/>
          <p:nvPr/>
        </p:nvSpPr>
        <p:spPr>
          <a:xfrm>
            <a:off x="6147230" y="493688"/>
            <a:ext cx="100670" cy="114625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05" name="Gruppieren 404">
            <a:extLst>
              <a:ext uri="{FF2B5EF4-FFF2-40B4-BE49-F238E27FC236}">
                <a16:creationId xmlns:a16="http://schemas.microsoft.com/office/drawing/2014/main" id="{175BB59F-5E61-29F1-F406-1CD69D7C3FCB}"/>
              </a:ext>
            </a:extLst>
          </p:cNvPr>
          <p:cNvGrpSpPr/>
          <p:nvPr/>
        </p:nvGrpSpPr>
        <p:grpSpPr>
          <a:xfrm rot="16200000">
            <a:off x="8335345" y="1879697"/>
            <a:ext cx="637423" cy="468399"/>
            <a:chOff x="5360743" y="3212199"/>
            <a:chExt cx="637423" cy="468399"/>
          </a:xfrm>
        </p:grpSpPr>
        <p:sp>
          <p:nvSpPr>
            <p:cNvPr id="468" name="Rechteck: abgerundete Ecken 467">
              <a:extLst>
                <a:ext uri="{FF2B5EF4-FFF2-40B4-BE49-F238E27FC236}">
                  <a16:creationId xmlns:a16="http://schemas.microsoft.com/office/drawing/2014/main" id="{978A7072-7CEE-C260-8008-5C0CC9F4CFE0}"/>
                </a:ext>
              </a:extLst>
            </p:cNvPr>
            <p:cNvSpPr/>
            <p:nvPr/>
          </p:nvSpPr>
          <p:spPr>
            <a:xfrm>
              <a:off x="5448389" y="3212199"/>
              <a:ext cx="487812" cy="468399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469" name="Textfeld 468">
              <a:extLst>
                <a:ext uri="{FF2B5EF4-FFF2-40B4-BE49-F238E27FC236}">
                  <a16:creationId xmlns:a16="http://schemas.microsoft.com/office/drawing/2014/main" id="{BD6E968F-57DC-7343-14DE-754ED75990AF}"/>
                </a:ext>
              </a:extLst>
            </p:cNvPr>
            <p:cNvSpPr txBox="1"/>
            <p:nvPr/>
          </p:nvSpPr>
          <p:spPr>
            <a:xfrm>
              <a:off x="5360743" y="3318622"/>
              <a:ext cx="63742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USB</a:t>
              </a:r>
            </a:p>
          </p:txBody>
        </p:sp>
      </p:grpSp>
      <p:sp>
        <p:nvSpPr>
          <p:cNvPr id="406" name="Ellipse 405">
            <a:extLst>
              <a:ext uri="{FF2B5EF4-FFF2-40B4-BE49-F238E27FC236}">
                <a16:creationId xmlns:a16="http://schemas.microsoft.com/office/drawing/2014/main" id="{4C1A3EBC-E373-770A-6F98-E55AFAE0356D}"/>
              </a:ext>
            </a:extLst>
          </p:cNvPr>
          <p:cNvSpPr/>
          <p:nvPr/>
        </p:nvSpPr>
        <p:spPr>
          <a:xfrm>
            <a:off x="5825229" y="1253228"/>
            <a:ext cx="422671" cy="40830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07" name="Ellipse 406">
            <a:extLst>
              <a:ext uri="{FF2B5EF4-FFF2-40B4-BE49-F238E27FC236}">
                <a16:creationId xmlns:a16="http://schemas.microsoft.com/office/drawing/2014/main" id="{82AD782B-0362-15E1-4D8A-193B1F67D725}"/>
              </a:ext>
            </a:extLst>
          </p:cNvPr>
          <p:cNvSpPr/>
          <p:nvPr/>
        </p:nvSpPr>
        <p:spPr>
          <a:xfrm>
            <a:off x="8333030" y="1243356"/>
            <a:ext cx="422671" cy="408304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408" name="Gruppieren 407">
            <a:extLst>
              <a:ext uri="{FF2B5EF4-FFF2-40B4-BE49-F238E27FC236}">
                <a16:creationId xmlns:a16="http://schemas.microsoft.com/office/drawing/2014/main" id="{C8E8FFC1-A0F5-9C1C-5D9F-036A691226AC}"/>
              </a:ext>
            </a:extLst>
          </p:cNvPr>
          <p:cNvGrpSpPr/>
          <p:nvPr/>
        </p:nvGrpSpPr>
        <p:grpSpPr>
          <a:xfrm>
            <a:off x="6720361" y="1117366"/>
            <a:ext cx="1201405" cy="596547"/>
            <a:chOff x="4322578" y="2401407"/>
            <a:chExt cx="1201405" cy="596547"/>
          </a:xfrm>
        </p:grpSpPr>
        <p:sp>
          <p:nvSpPr>
            <p:cNvPr id="463" name="Rechteck 462">
              <a:extLst>
                <a:ext uri="{FF2B5EF4-FFF2-40B4-BE49-F238E27FC236}">
                  <a16:creationId xmlns:a16="http://schemas.microsoft.com/office/drawing/2014/main" id="{69F8AF28-C71E-5E42-48B4-B3F606E2D51D}"/>
                </a:ext>
              </a:extLst>
            </p:cNvPr>
            <p:cNvSpPr/>
            <p:nvPr/>
          </p:nvSpPr>
          <p:spPr>
            <a:xfrm>
              <a:off x="4322578" y="2449453"/>
              <a:ext cx="1137161" cy="548501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464" name="Grafik 463">
              <a:extLst>
                <a:ext uri="{FF2B5EF4-FFF2-40B4-BE49-F238E27FC236}">
                  <a16:creationId xmlns:a16="http://schemas.microsoft.com/office/drawing/2014/main" id="{BBA8BAAC-BF10-953E-D3BE-0D4C12735A3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77535" y="2641136"/>
              <a:ext cx="1009949" cy="301079"/>
            </a:xfrm>
            <a:prstGeom prst="rect">
              <a:avLst/>
            </a:prstGeom>
          </p:spPr>
        </p:pic>
        <p:cxnSp>
          <p:nvCxnSpPr>
            <p:cNvPr id="465" name="Gerader Verbinder 464">
              <a:extLst>
                <a:ext uri="{FF2B5EF4-FFF2-40B4-BE49-F238E27FC236}">
                  <a16:creationId xmlns:a16="http://schemas.microsoft.com/office/drawing/2014/main" id="{4A74D0C8-11BF-FD4D-7B89-66E7B6507830}"/>
                </a:ext>
              </a:extLst>
            </p:cNvPr>
            <p:cNvCxnSpPr/>
            <p:nvPr/>
          </p:nvCxnSpPr>
          <p:spPr>
            <a:xfrm>
              <a:off x="4322578" y="2562889"/>
              <a:ext cx="1137161" cy="0"/>
            </a:xfrm>
            <a:prstGeom prst="line">
              <a:avLst/>
            </a:prstGeom>
            <a:ln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466" name="Textfeld 465">
              <a:extLst>
                <a:ext uri="{FF2B5EF4-FFF2-40B4-BE49-F238E27FC236}">
                  <a16:creationId xmlns:a16="http://schemas.microsoft.com/office/drawing/2014/main" id="{4C700B98-6E71-AC7A-1EE5-A99521566BC5}"/>
                </a:ext>
              </a:extLst>
            </p:cNvPr>
            <p:cNvSpPr txBox="1"/>
            <p:nvPr/>
          </p:nvSpPr>
          <p:spPr>
            <a:xfrm>
              <a:off x="4667378" y="2401407"/>
              <a:ext cx="447559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800" dirty="0">
                  <a:solidFill>
                    <a:schemeClr val="accent4"/>
                  </a:solidFill>
                </a:rPr>
                <a:t>online</a:t>
              </a:r>
            </a:p>
          </p:txBody>
        </p:sp>
        <p:sp>
          <p:nvSpPr>
            <p:cNvPr id="467" name="Textfeld 466">
              <a:extLst>
                <a:ext uri="{FF2B5EF4-FFF2-40B4-BE49-F238E27FC236}">
                  <a16:creationId xmlns:a16="http://schemas.microsoft.com/office/drawing/2014/main" id="{CA4AFC6E-0A5B-4902-CBEC-9D42E38975B4}"/>
                </a:ext>
              </a:extLst>
            </p:cNvPr>
            <p:cNvSpPr txBox="1"/>
            <p:nvPr/>
          </p:nvSpPr>
          <p:spPr>
            <a:xfrm>
              <a:off x="5235122" y="2401407"/>
              <a:ext cx="288861" cy="21544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800" dirty="0">
                  <a:solidFill>
                    <a:schemeClr val="accent4"/>
                  </a:solidFill>
                </a:rPr>
                <a:t>K1</a:t>
              </a:r>
            </a:p>
          </p:txBody>
        </p:sp>
      </p:grpSp>
      <p:pic>
        <p:nvPicPr>
          <p:cNvPr id="409" name="Grafik 408">
            <a:extLst>
              <a:ext uri="{FF2B5EF4-FFF2-40B4-BE49-F238E27FC236}">
                <a16:creationId xmlns:a16="http://schemas.microsoft.com/office/drawing/2014/main" id="{4B69DAF3-BB67-5580-B594-CB82E81B93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847573" y="2747705"/>
            <a:ext cx="1009949" cy="301079"/>
          </a:xfrm>
          <a:prstGeom prst="rect">
            <a:avLst/>
          </a:prstGeom>
        </p:spPr>
      </p:pic>
      <p:cxnSp>
        <p:nvCxnSpPr>
          <p:cNvPr id="410" name="Gerader Verbinder 409">
            <a:extLst>
              <a:ext uri="{FF2B5EF4-FFF2-40B4-BE49-F238E27FC236}">
                <a16:creationId xmlns:a16="http://schemas.microsoft.com/office/drawing/2014/main" id="{4B525CEE-CB63-09BD-7570-446AD632BC7D}"/>
              </a:ext>
            </a:extLst>
          </p:cNvPr>
          <p:cNvCxnSpPr>
            <a:cxnSpLocks/>
          </p:cNvCxnSpPr>
          <p:nvPr/>
        </p:nvCxnSpPr>
        <p:spPr>
          <a:xfrm>
            <a:off x="6340609" y="2039467"/>
            <a:ext cx="0" cy="1024374"/>
          </a:xfrm>
          <a:prstGeom prst="line">
            <a:avLst/>
          </a:prstGeom>
          <a:ln w="19050">
            <a:solidFill>
              <a:srgbClr val="C9D5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1" name="Gerader Verbinder 410">
            <a:extLst>
              <a:ext uri="{FF2B5EF4-FFF2-40B4-BE49-F238E27FC236}">
                <a16:creationId xmlns:a16="http://schemas.microsoft.com/office/drawing/2014/main" id="{8D1273F2-550C-86AD-BA62-AD4D3D382DB4}"/>
              </a:ext>
            </a:extLst>
          </p:cNvPr>
          <p:cNvCxnSpPr>
            <a:cxnSpLocks/>
          </p:cNvCxnSpPr>
          <p:nvPr/>
        </p:nvCxnSpPr>
        <p:spPr>
          <a:xfrm>
            <a:off x="8317578" y="2039467"/>
            <a:ext cx="0" cy="1024374"/>
          </a:xfrm>
          <a:prstGeom prst="line">
            <a:avLst/>
          </a:prstGeom>
          <a:ln w="19050">
            <a:solidFill>
              <a:srgbClr val="C9D5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2" name="Gerader Verbinder 411">
            <a:extLst>
              <a:ext uri="{FF2B5EF4-FFF2-40B4-BE49-F238E27FC236}">
                <a16:creationId xmlns:a16="http://schemas.microsoft.com/office/drawing/2014/main" id="{AA1AF16C-F060-1332-320D-E43507F66439}"/>
              </a:ext>
            </a:extLst>
          </p:cNvPr>
          <p:cNvCxnSpPr>
            <a:cxnSpLocks/>
          </p:cNvCxnSpPr>
          <p:nvPr/>
        </p:nvCxnSpPr>
        <p:spPr>
          <a:xfrm>
            <a:off x="6340609" y="2039467"/>
            <a:ext cx="1976969" cy="5279"/>
          </a:xfrm>
          <a:prstGeom prst="line">
            <a:avLst/>
          </a:prstGeom>
          <a:ln w="19050">
            <a:solidFill>
              <a:srgbClr val="C9D5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3" name="Ellipse 412">
            <a:extLst>
              <a:ext uri="{FF2B5EF4-FFF2-40B4-BE49-F238E27FC236}">
                <a16:creationId xmlns:a16="http://schemas.microsoft.com/office/drawing/2014/main" id="{EB03628B-6964-4A96-6F99-1CB920D3A5F2}"/>
              </a:ext>
            </a:extLst>
          </p:cNvPr>
          <p:cNvSpPr/>
          <p:nvPr/>
        </p:nvSpPr>
        <p:spPr>
          <a:xfrm>
            <a:off x="6771250" y="2188296"/>
            <a:ext cx="115417" cy="11462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4" name="Ellipse 413">
            <a:extLst>
              <a:ext uri="{FF2B5EF4-FFF2-40B4-BE49-F238E27FC236}">
                <a16:creationId xmlns:a16="http://schemas.microsoft.com/office/drawing/2014/main" id="{C2FDFEE7-B8E6-6A40-197F-539E75589AF7}"/>
              </a:ext>
            </a:extLst>
          </p:cNvPr>
          <p:cNvSpPr/>
          <p:nvPr/>
        </p:nvSpPr>
        <p:spPr>
          <a:xfrm>
            <a:off x="7064800" y="2188296"/>
            <a:ext cx="115417" cy="11462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5" name="Ellipse 414">
            <a:extLst>
              <a:ext uri="{FF2B5EF4-FFF2-40B4-BE49-F238E27FC236}">
                <a16:creationId xmlns:a16="http://schemas.microsoft.com/office/drawing/2014/main" id="{AA83C6EA-B788-F02C-69D1-8E404EF7E72B}"/>
              </a:ext>
            </a:extLst>
          </p:cNvPr>
          <p:cNvSpPr/>
          <p:nvPr/>
        </p:nvSpPr>
        <p:spPr>
          <a:xfrm>
            <a:off x="7358350" y="2188296"/>
            <a:ext cx="115417" cy="11462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6" name="Ellipse 415">
            <a:extLst>
              <a:ext uri="{FF2B5EF4-FFF2-40B4-BE49-F238E27FC236}">
                <a16:creationId xmlns:a16="http://schemas.microsoft.com/office/drawing/2014/main" id="{D85881C9-0B95-61FE-D9E5-4D9A6DBB142D}"/>
              </a:ext>
            </a:extLst>
          </p:cNvPr>
          <p:cNvSpPr/>
          <p:nvPr/>
        </p:nvSpPr>
        <p:spPr>
          <a:xfrm>
            <a:off x="7651900" y="2188296"/>
            <a:ext cx="115417" cy="11462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7" name="Ellipse 416">
            <a:extLst>
              <a:ext uri="{FF2B5EF4-FFF2-40B4-BE49-F238E27FC236}">
                <a16:creationId xmlns:a16="http://schemas.microsoft.com/office/drawing/2014/main" id="{42DC72A2-5071-D3B4-84FD-D9610E5D620B}"/>
              </a:ext>
            </a:extLst>
          </p:cNvPr>
          <p:cNvSpPr/>
          <p:nvPr/>
        </p:nvSpPr>
        <p:spPr>
          <a:xfrm>
            <a:off x="6477700" y="2188296"/>
            <a:ext cx="115417" cy="11462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8" name="Ellipse 417">
            <a:extLst>
              <a:ext uri="{FF2B5EF4-FFF2-40B4-BE49-F238E27FC236}">
                <a16:creationId xmlns:a16="http://schemas.microsoft.com/office/drawing/2014/main" id="{3B8EBBB0-D54C-4DD9-033F-31C37D3B1EC4}"/>
              </a:ext>
            </a:extLst>
          </p:cNvPr>
          <p:cNvSpPr/>
          <p:nvPr/>
        </p:nvSpPr>
        <p:spPr>
          <a:xfrm>
            <a:off x="7945448" y="2188296"/>
            <a:ext cx="115417" cy="114625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19" name="Textfeld 418">
            <a:extLst>
              <a:ext uri="{FF2B5EF4-FFF2-40B4-BE49-F238E27FC236}">
                <a16:creationId xmlns:a16="http://schemas.microsoft.com/office/drawing/2014/main" id="{C0D4EC1B-9DE2-8FF6-8EDD-EA856AB066B1}"/>
              </a:ext>
            </a:extLst>
          </p:cNvPr>
          <p:cNvSpPr txBox="1"/>
          <p:nvPr/>
        </p:nvSpPr>
        <p:spPr>
          <a:xfrm rot="16200000">
            <a:off x="6243296" y="2409762"/>
            <a:ext cx="563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RESET</a:t>
            </a:r>
          </a:p>
        </p:txBody>
      </p:sp>
      <p:sp>
        <p:nvSpPr>
          <p:cNvPr id="420" name="Textfeld 419">
            <a:extLst>
              <a:ext uri="{FF2B5EF4-FFF2-40B4-BE49-F238E27FC236}">
                <a16:creationId xmlns:a16="http://schemas.microsoft.com/office/drawing/2014/main" id="{BDEFE229-521B-8CA0-122C-0D00DB6FEFDC}"/>
              </a:ext>
            </a:extLst>
          </p:cNvPr>
          <p:cNvSpPr txBox="1"/>
          <p:nvPr/>
        </p:nvSpPr>
        <p:spPr>
          <a:xfrm rot="16200000">
            <a:off x="6657390" y="228684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S1</a:t>
            </a:r>
          </a:p>
        </p:txBody>
      </p:sp>
      <p:sp>
        <p:nvSpPr>
          <p:cNvPr id="421" name="Textfeld 420">
            <a:extLst>
              <a:ext uri="{FF2B5EF4-FFF2-40B4-BE49-F238E27FC236}">
                <a16:creationId xmlns:a16="http://schemas.microsoft.com/office/drawing/2014/main" id="{2A1D028F-147A-C9BE-796F-B96C8AB04532}"/>
              </a:ext>
            </a:extLst>
          </p:cNvPr>
          <p:cNvSpPr txBox="1"/>
          <p:nvPr/>
        </p:nvSpPr>
        <p:spPr>
          <a:xfrm rot="16200000">
            <a:off x="6951460" y="228684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S2</a:t>
            </a:r>
          </a:p>
        </p:txBody>
      </p:sp>
      <p:sp>
        <p:nvSpPr>
          <p:cNvPr id="422" name="Textfeld 421">
            <a:extLst>
              <a:ext uri="{FF2B5EF4-FFF2-40B4-BE49-F238E27FC236}">
                <a16:creationId xmlns:a16="http://schemas.microsoft.com/office/drawing/2014/main" id="{1140DDB4-E81B-9A35-8372-7054DE322DA1}"/>
              </a:ext>
            </a:extLst>
          </p:cNvPr>
          <p:cNvSpPr txBox="1"/>
          <p:nvPr/>
        </p:nvSpPr>
        <p:spPr>
          <a:xfrm rot="16200000">
            <a:off x="7249185" y="228684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S3</a:t>
            </a:r>
          </a:p>
        </p:txBody>
      </p:sp>
      <p:sp>
        <p:nvSpPr>
          <p:cNvPr id="423" name="Textfeld 422">
            <a:extLst>
              <a:ext uri="{FF2B5EF4-FFF2-40B4-BE49-F238E27FC236}">
                <a16:creationId xmlns:a16="http://schemas.microsoft.com/office/drawing/2014/main" id="{644057AD-E356-8D8A-F0E1-737E8ED60401}"/>
              </a:ext>
            </a:extLst>
          </p:cNvPr>
          <p:cNvSpPr txBox="1"/>
          <p:nvPr/>
        </p:nvSpPr>
        <p:spPr>
          <a:xfrm rot="16200000">
            <a:off x="7548548" y="2286846"/>
            <a:ext cx="33374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S4</a:t>
            </a:r>
          </a:p>
        </p:txBody>
      </p:sp>
      <p:sp>
        <p:nvSpPr>
          <p:cNvPr id="424" name="Textfeld 423">
            <a:extLst>
              <a:ext uri="{FF2B5EF4-FFF2-40B4-BE49-F238E27FC236}">
                <a16:creationId xmlns:a16="http://schemas.microsoft.com/office/drawing/2014/main" id="{6CE9FD44-7F38-B518-E5DA-FF97AD8F9891}"/>
              </a:ext>
            </a:extLst>
          </p:cNvPr>
          <p:cNvSpPr txBox="1"/>
          <p:nvPr/>
        </p:nvSpPr>
        <p:spPr>
          <a:xfrm rot="16200000">
            <a:off x="7809526" y="2317967"/>
            <a:ext cx="38664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ON</a:t>
            </a:r>
          </a:p>
        </p:txBody>
      </p:sp>
      <p:sp>
        <p:nvSpPr>
          <p:cNvPr id="425" name="Textfeld 424">
            <a:extLst>
              <a:ext uri="{FF2B5EF4-FFF2-40B4-BE49-F238E27FC236}">
                <a16:creationId xmlns:a16="http://schemas.microsoft.com/office/drawing/2014/main" id="{CDDBE73D-21B8-1D00-D220-3DA5BD6D564C}"/>
              </a:ext>
            </a:extLst>
          </p:cNvPr>
          <p:cNvSpPr txBox="1"/>
          <p:nvPr/>
        </p:nvSpPr>
        <p:spPr>
          <a:xfrm>
            <a:off x="5873561" y="1316438"/>
            <a:ext cx="31290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J1</a:t>
            </a:r>
          </a:p>
        </p:txBody>
      </p:sp>
      <p:sp>
        <p:nvSpPr>
          <p:cNvPr id="426" name="Textfeld 425">
            <a:extLst>
              <a:ext uri="{FF2B5EF4-FFF2-40B4-BE49-F238E27FC236}">
                <a16:creationId xmlns:a16="http://schemas.microsoft.com/office/drawing/2014/main" id="{9021E4BA-FE21-4FEC-F86A-BC16174C839A}"/>
              </a:ext>
            </a:extLst>
          </p:cNvPr>
          <p:cNvSpPr txBox="1"/>
          <p:nvPr/>
        </p:nvSpPr>
        <p:spPr>
          <a:xfrm>
            <a:off x="8406096" y="1299684"/>
            <a:ext cx="3129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J2</a:t>
            </a:r>
          </a:p>
        </p:txBody>
      </p:sp>
      <p:sp>
        <p:nvSpPr>
          <p:cNvPr id="427" name="Textfeld 426">
            <a:extLst>
              <a:ext uri="{FF2B5EF4-FFF2-40B4-BE49-F238E27FC236}">
                <a16:creationId xmlns:a16="http://schemas.microsoft.com/office/drawing/2014/main" id="{BE895460-64A8-2128-CE63-AEEB2C070EC9}"/>
              </a:ext>
            </a:extLst>
          </p:cNvPr>
          <p:cNvSpPr txBox="1"/>
          <p:nvPr/>
        </p:nvSpPr>
        <p:spPr>
          <a:xfrm rot="16200000">
            <a:off x="5163492" y="2327263"/>
            <a:ext cx="79258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Extension</a:t>
            </a:r>
          </a:p>
        </p:txBody>
      </p:sp>
      <p:sp>
        <p:nvSpPr>
          <p:cNvPr id="428" name="Rechteck 427">
            <a:extLst>
              <a:ext uri="{FF2B5EF4-FFF2-40B4-BE49-F238E27FC236}">
                <a16:creationId xmlns:a16="http://schemas.microsoft.com/office/drawing/2014/main" id="{5102ED21-7756-A9B9-D715-709C981B962C}"/>
              </a:ext>
            </a:extLst>
          </p:cNvPr>
          <p:cNvSpPr/>
          <p:nvPr/>
        </p:nvSpPr>
        <p:spPr>
          <a:xfrm rot="16200000">
            <a:off x="5139635" y="2431855"/>
            <a:ext cx="1137161" cy="7315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29" name="Textfeld 428">
            <a:extLst>
              <a:ext uri="{FF2B5EF4-FFF2-40B4-BE49-F238E27FC236}">
                <a16:creationId xmlns:a16="http://schemas.microsoft.com/office/drawing/2014/main" id="{C8D6ABA6-0DC3-E372-636F-B856F8314607}"/>
              </a:ext>
            </a:extLst>
          </p:cNvPr>
          <p:cNvSpPr txBox="1"/>
          <p:nvPr/>
        </p:nvSpPr>
        <p:spPr>
          <a:xfrm>
            <a:off x="6898736" y="3518302"/>
            <a:ext cx="792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Extension</a:t>
            </a:r>
          </a:p>
        </p:txBody>
      </p:sp>
      <p:grpSp>
        <p:nvGrpSpPr>
          <p:cNvPr id="430" name="Gruppieren 429">
            <a:extLst>
              <a:ext uri="{FF2B5EF4-FFF2-40B4-BE49-F238E27FC236}">
                <a16:creationId xmlns:a16="http://schemas.microsoft.com/office/drawing/2014/main" id="{7DF78D5B-41E3-FAF8-D024-6015D70D2CB1}"/>
              </a:ext>
            </a:extLst>
          </p:cNvPr>
          <p:cNvGrpSpPr/>
          <p:nvPr/>
        </p:nvGrpSpPr>
        <p:grpSpPr>
          <a:xfrm>
            <a:off x="6515396" y="3731156"/>
            <a:ext cx="1550821" cy="1387496"/>
            <a:chOff x="6530636" y="3731156"/>
            <a:chExt cx="1550821" cy="1387496"/>
          </a:xfrm>
        </p:grpSpPr>
        <p:sp>
          <p:nvSpPr>
            <p:cNvPr id="431" name="Rechteck 430">
              <a:extLst>
                <a:ext uri="{FF2B5EF4-FFF2-40B4-BE49-F238E27FC236}">
                  <a16:creationId xmlns:a16="http://schemas.microsoft.com/office/drawing/2014/main" id="{8E8C9B40-22EF-5CA7-CECB-FEA1D4EE81C7}"/>
                </a:ext>
              </a:extLst>
            </p:cNvPr>
            <p:cNvSpPr/>
            <p:nvPr/>
          </p:nvSpPr>
          <p:spPr>
            <a:xfrm rot="5400000">
              <a:off x="6643684" y="4241037"/>
              <a:ext cx="1333173" cy="37445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2" name="Rechteck 431">
              <a:extLst>
                <a:ext uri="{FF2B5EF4-FFF2-40B4-BE49-F238E27FC236}">
                  <a16:creationId xmlns:a16="http://schemas.microsoft.com/office/drawing/2014/main" id="{564F48E1-8BA4-2C8E-4025-61BB5688C657}"/>
                </a:ext>
              </a:extLst>
            </p:cNvPr>
            <p:cNvSpPr/>
            <p:nvPr/>
          </p:nvSpPr>
          <p:spPr>
            <a:xfrm rot="5400000">
              <a:off x="7346538" y="3813981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3" name="Rechteck 432">
              <a:extLst>
                <a:ext uri="{FF2B5EF4-FFF2-40B4-BE49-F238E27FC236}">
                  <a16:creationId xmlns:a16="http://schemas.microsoft.com/office/drawing/2014/main" id="{E7B9048B-9E06-69AC-3006-1786A2F35A23}"/>
                </a:ext>
              </a:extLst>
            </p:cNvPr>
            <p:cNvSpPr/>
            <p:nvPr/>
          </p:nvSpPr>
          <p:spPr>
            <a:xfrm rot="5400000">
              <a:off x="7346538" y="3997852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4" name="Rechteck 433">
              <a:extLst>
                <a:ext uri="{FF2B5EF4-FFF2-40B4-BE49-F238E27FC236}">
                  <a16:creationId xmlns:a16="http://schemas.microsoft.com/office/drawing/2014/main" id="{4B658453-C0D8-664F-A547-E142B360A66B}"/>
                </a:ext>
              </a:extLst>
            </p:cNvPr>
            <p:cNvSpPr/>
            <p:nvPr/>
          </p:nvSpPr>
          <p:spPr>
            <a:xfrm rot="5400000">
              <a:off x="7346538" y="4181723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5" name="Rechteck 434">
              <a:extLst>
                <a:ext uri="{FF2B5EF4-FFF2-40B4-BE49-F238E27FC236}">
                  <a16:creationId xmlns:a16="http://schemas.microsoft.com/office/drawing/2014/main" id="{0A0BA63D-760F-8EF6-3680-DDE111BD04C3}"/>
                </a:ext>
              </a:extLst>
            </p:cNvPr>
            <p:cNvSpPr/>
            <p:nvPr/>
          </p:nvSpPr>
          <p:spPr>
            <a:xfrm rot="5400000">
              <a:off x="7346538" y="4365594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6" name="Rechteck 435">
              <a:extLst>
                <a:ext uri="{FF2B5EF4-FFF2-40B4-BE49-F238E27FC236}">
                  <a16:creationId xmlns:a16="http://schemas.microsoft.com/office/drawing/2014/main" id="{13140B89-27F6-5C7B-F797-0FDED72B40EF}"/>
                </a:ext>
              </a:extLst>
            </p:cNvPr>
            <p:cNvSpPr/>
            <p:nvPr/>
          </p:nvSpPr>
          <p:spPr>
            <a:xfrm rot="5400000">
              <a:off x="7346538" y="4549465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7" name="Rechteck 436">
              <a:extLst>
                <a:ext uri="{FF2B5EF4-FFF2-40B4-BE49-F238E27FC236}">
                  <a16:creationId xmlns:a16="http://schemas.microsoft.com/office/drawing/2014/main" id="{84214E3A-11FA-67B1-4A65-2D024709BDA8}"/>
                </a:ext>
              </a:extLst>
            </p:cNvPr>
            <p:cNvSpPr/>
            <p:nvPr/>
          </p:nvSpPr>
          <p:spPr>
            <a:xfrm rot="5400000">
              <a:off x="7346538" y="4733336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8" name="Rechteck 437">
              <a:extLst>
                <a:ext uri="{FF2B5EF4-FFF2-40B4-BE49-F238E27FC236}">
                  <a16:creationId xmlns:a16="http://schemas.microsoft.com/office/drawing/2014/main" id="{6E0E6A25-1428-2A5F-7550-63C9E8ACE6C8}"/>
                </a:ext>
              </a:extLst>
            </p:cNvPr>
            <p:cNvSpPr/>
            <p:nvPr/>
          </p:nvSpPr>
          <p:spPr>
            <a:xfrm rot="5400000">
              <a:off x="7346538" y="4917207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39" name="Rechteck 438">
              <a:extLst>
                <a:ext uri="{FF2B5EF4-FFF2-40B4-BE49-F238E27FC236}">
                  <a16:creationId xmlns:a16="http://schemas.microsoft.com/office/drawing/2014/main" id="{92FEB3EA-FDA7-2A63-9648-3CA34ED74D90}"/>
                </a:ext>
              </a:extLst>
            </p:cNvPr>
            <p:cNvSpPr/>
            <p:nvPr/>
          </p:nvSpPr>
          <p:spPr>
            <a:xfrm rot="5400000">
              <a:off x="7181754" y="3814622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0" name="Rechteck 439">
              <a:extLst>
                <a:ext uri="{FF2B5EF4-FFF2-40B4-BE49-F238E27FC236}">
                  <a16:creationId xmlns:a16="http://schemas.microsoft.com/office/drawing/2014/main" id="{1FAA6E39-7608-7972-DF1E-2C4CEF06E463}"/>
                </a:ext>
              </a:extLst>
            </p:cNvPr>
            <p:cNvSpPr/>
            <p:nvPr/>
          </p:nvSpPr>
          <p:spPr>
            <a:xfrm rot="5400000">
              <a:off x="7181754" y="3998493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1" name="Rechteck 440">
              <a:extLst>
                <a:ext uri="{FF2B5EF4-FFF2-40B4-BE49-F238E27FC236}">
                  <a16:creationId xmlns:a16="http://schemas.microsoft.com/office/drawing/2014/main" id="{EF800009-2C66-4883-EC49-475EC5D43992}"/>
                </a:ext>
              </a:extLst>
            </p:cNvPr>
            <p:cNvSpPr/>
            <p:nvPr/>
          </p:nvSpPr>
          <p:spPr>
            <a:xfrm rot="5400000">
              <a:off x="7181754" y="4182364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2" name="Rechteck 441">
              <a:extLst>
                <a:ext uri="{FF2B5EF4-FFF2-40B4-BE49-F238E27FC236}">
                  <a16:creationId xmlns:a16="http://schemas.microsoft.com/office/drawing/2014/main" id="{65257263-BE65-3AF9-466B-DFBC56123F5D}"/>
                </a:ext>
              </a:extLst>
            </p:cNvPr>
            <p:cNvSpPr/>
            <p:nvPr/>
          </p:nvSpPr>
          <p:spPr>
            <a:xfrm rot="5400000">
              <a:off x="7181754" y="4361155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3" name="Rechteck 442">
              <a:extLst>
                <a:ext uri="{FF2B5EF4-FFF2-40B4-BE49-F238E27FC236}">
                  <a16:creationId xmlns:a16="http://schemas.microsoft.com/office/drawing/2014/main" id="{CCF9FD47-2CD4-66E9-F7BC-E8EE3B439EED}"/>
                </a:ext>
              </a:extLst>
            </p:cNvPr>
            <p:cNvSpPr/>
            <p:nvPr/>
          </p:nvSpPr>
          <p:spPr>
            <a:xfrm rot="5400000">
              <a:off x="7181754" y="4550106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4" name="Rechteck 443">
              <a:extLst>
                <a:ext uri="{FF2B5EF4-FFF2-40B4-BE49-F238E27FC236}">
                  <a16:creationId xmlns:a16="http://schemas.microsoft.com/office/drawing/2014/main" id="{B34DDB5D-194C-6539-77FB-43FDC2529554}"/>
                </a:ext>
              </a:extLst>
            </p:cNvPr>
            <p:cNvSpPr/>
            <p:nvPr/>
          </p:nvSpPr>
          <p:spPr>
            <a:xfrm rot="5400000">
              <a:off x="7181754" y="4733977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5" name="Rechteck 444">
              <a:extLst>
                <a:ext uri="{FF2B5EF4-FFF2-40B4-BE49-F238E27FC236}">
                  <a16:creationId xmlns:a16="http://schemas.microsoft.com/office/drawing/2014/main" id="{111F7350-A1CA-6D55-0D10-04C6BEC9F15A}"/>
                </a:ext>
              </a:extLst>
            </p:cNvPr>
            <p:cNvSpPr/>
            <p:nvPr/>
          </p:nvSpPr>
          <p:spPr>
            <a:xfrm rot="5400000">
              <a:off x="7181754" y="4917848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6" name="Rechteck 445">
              <a:extLst>
                <a:ext uri="{FF2B5EF4-FFF2-40B4-BE49-F238E27FC236}">
                  <a16:creationId xmlns:a16="http://schemas.microsoft.com/office/drawing/2014/main" id="{0DEC2C47-C35B-E3EF-2EF1-ED87EDB133AB}"/>
                </a:ext>
              </a:extLst>
            </p:cNvPr>
            <p:cNvSpPr/>
            <p:nvPr/>
          </p:nvSpPr>
          <p:spPr>
            <a:xfrm rot="5400000">
              <a:off x="6982965" y="4384244"/>
              <a:ext cx="213360" cy="758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447" name="Textfeld 446">
              <a:extLst>
                <a:ext uri="{FF2B5EF4-FFF2-40B4-BE49-F238E27FC236}">
                  <a16:creationId xmlns:a16="http://schemas.microsoft.com/office/drawing/2014/main" id="{A8DEC82A-BCC5-0573-4669-6E2931F8400B}"/>
                </a:ext>
              </a:extLst>
            </p:cNvPr>
            <p:cNvSpPr txBox="1"/>
            <p:nvPr/>
          </p:nvSpPr>
          <p:spPr>
            <a:xfrm>
              <a:off x="6700169" y="3731156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GND</a:t>
              </a:r>
            </a:p>
          </p:txBody>
        </p:sp>
        <p:sp>
          <p:nvSpPr>
            <p:cNvPr id="448" name="Textfeld 447">
              <a:extLst>
                <a:ext uri="{FF2B5EF4-FFF2-40B4-BE49-F238E27FC236}">
                  <a16:creationId xmlns:a16="http://schemas.microsoft.com/office/drawing/2014/main" id="{A46D1DE5-43F6-2560-B81E-ECD022F89383}"/>
                </a:ext>
              </a:extLst>
            </p:cNvPr>
            <p:cNvSpPr txBox="1"/>
            <p:nvPr/>
          </p:nvSpPr>
          <p:spPr>
            <a:xfrm>
              <a:off x="6530636" y="4106677"/>
              <a:ext cx="6376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SDA 3V</a:t>
              </a:r>
            </a:p>
          </p:txBody>
        </p:sp>
        <p:sp>
          <p:nvSpPr>
            <p:cNvPr id="449" name="Textfeld 448">
              <a:extLst>
                <a:ext uri="{FF2B5EF4-FFF2-40B4-BE49-F238E27FC236}">
                  <a16:creationId xmlns:a16="http://schemas.microsoft.com/office/drawing/2014/main" id="{3B72C555-E825-0B28-3BCD-B136BB7CEFA1}"/>
                </a:ext>
              </a:extLst>
            </p:cNvPr>
            <p:cNvSpPr txBox="1"/>
            <p:nvPr/>
          </p:nvSpPr>
          <p:spPr>
            <a:xfrm>
              <a:off x="7449553" y="4106678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SDC 3V</a:t>
              </a:r>
            </a:p>
          </p:txBody>
        </p:sp>
        <p:sp>
          <p:nvSpPr>
            <p:cNvPr id="450" name="Textfeld 449">
              <a:extLst>
                <a:ext uri="{FF2B5EF4-FFF2-40B4-BE49-F238E27FC236}">
                  <a16:creationId xmlns:a16="http://schemas.microsoft.com/office/drawing/2014/main" id="{B936D229-89CF-0E6D-133F-1286B503B569}"/>
                </a:ext>
              </a:extLst>
            </p:cNvPr>
            <p:cNvSpPr txBox="1"/>
            <p:nvPr/>
          </p:nvSpPr>
          <p:spPr>
            <a:xfrm>
              <a:off x="6538256" y="4841652"/>
              <a:ext cx="63767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SDA 5V</a:t>
              </a:r>
            </a:p>
          </p:txBody>
        </p:sp>
        <p:sp>
          <p:nvSpPr>
            <p:cNvPr id="451" name="Textfeld 450">
              <a:extLst>
                <a:ext uri="{FF2B5EF4-FFF2-40B4-BE49-F238E27FC236}">
                  <a16:creationId xmlns:a16="http://schemas.microsoft.com/office/drawing/2014/main" id="{E2F49984-DCE1-02A1-938F-9F1FEDA9E50C}"/>
                </a:ext>
              </a:extLst>
            </p:cNvPr>
            <p:cNvSpPr txBox="1"/>
            <p:nvPr/>
          </p:nvSpPr>
          <p:spPr>
            <a:xfrm>
              <a:off x="7449553" y="4841653"/>
              <a:ext cx="63190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SDC 5V</a:t>
              </a:r>
            </a:p>
          </p:txBody>
        </p:sp>
        <p:sp>
          <p:nvSpPr>
            <p:cNvPr id="452" name="Textfeld 451">
              <a:extLst>
                <a:ext uri="{FF2B5EF4-FFF2-40B4-BE49-F238E27FC236}">
                  <a16:creationId xmlns:a16="http://schemas.microsoft.com/office/drawing/2014/main" id="{BCBD6842-C8DB-9B45-B3B7-3C0A5EF54839}"/>
                </a:ext>
              </a:extLst>
            </p:cNvPr>
            <p:cNvSpPr txBox="1"/>
            <p:nvPr/>
          </p:nvSpPr>
          <p:spPr>
            <a:xfrm>
              <a:off x="6820491" y="4282595"/>
              <a:ext cx="3497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3V</a:t>
              </a:r>
            </a:p>
          </p:txBody>
        </p:sp>
        <p:sp>
          <p:nvSpPr>
            <p:cNvPr id="453" name="Textfeld 452">
              <a:extLst>
                <a:ext uri="{FF2B5EF4-FFF2-40B4-BE49-F238E27FC236}">
                  <a16:creationId xmlns:a16="http://schemas.microsoft.com/office/drawing/2014/main" id="{385C1DAF-064C-4505-312D-74DC85A3E36C}"/>
                </a:ext>
              </a:extLst>
            </p:cNvPr>
            <p:cNvSpPr txBox="1"/>
            <p:nvPr/>
          </p:nvSpPr>
          <p:spPr>
            <a:xfrm>
              <a:off x="7453457" y="4284085"/>
              <a:ext cx="3497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5V</a:t>
              </a:r>
            </a:p>
          </p:txBody>
        </p:sp>
        <p:sp>
          <p:nvSpPr>
            <p:cNvPr id="454" name="Textfeld 453">
              <a:extLst>
                <a:ext uri="{FF2B5EF4-FFF2-40B4-BE49-F238E27FC236}">
                  <a16:creationId xmlns:a16="http://schemas.microsoft.com/office/drawing/2014/main" id="{3A60EAAC-40BC-F96C-3371-DAA05AB3DDBA}"/>
                </a:ext>
              </a:extLst>
            </p:cNvPr>
            <p:cNvSpPr txBox="1"/>
            <p:nvPr/>
          </p:nvSpPr>
          <p:spPr>
            <a:xfrm>
              <a:off x="6693741" y="4466878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GND</a:t>
              </a:r>
            </a:p>
          </p:txBody>
        </p:sp>
        <p:sp>
          <p:nvSpPr>
            <p:cNvPr id="455" name="Textfeld 454">
              <a:extLst>
                <a:ext uri="{FF2B5EF4-FFF2-40B4-BE49-F238E27FC236}">
                  <a16:creationId xmlns:a16="http://schemas.microsoft.com/office/drawing/2014/main" id="{03F02982-7C46-D378-9D2E-6B8E4168BA80}"/>
                </a:ext>
              </a:extLst>
            </p:cNvPr>
            <p:cNvSpPr txBox="1"/>
            <p:nvPr/>
          </p:nvSpPr>
          <p:spPr>
            <a:xfrm>
              <a:off x="7116541" y="3776341"/>
              <a:ext cx="22955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700" dirty="0"/>
                <a:t>1</a:t>
              </a:r>
            </a:p>
          </p:txBody>
        </p:sp>
        <p:sp>
          <p:nvSpPr>
            <p:cNvPr id="456" name="Textfeld 455">
              <a:extLst>
                <a:ext uri="{FF2B5EF4-FFF2-40B4-BE49-F238E27FC236}">
                  <a16:creationId xmlns:a16="http://schemas.microsoft.com/office/drawing/2014/main" id="{4D644281-E527-0679-4BB2-A9306E4EBF11}"/>
                </a:ext>
              </a:extLst>
            </p:cNvPr>
            <p:cNvSpPr txBox="1"/>
            <p:nvPr/>
          </p:nvSpPr>
          <p:spPr>
            <a:xfrm>
              <a:off x="7116540" y="4136765"/>
              <a:ext cx="22955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700" dirty="0"/>
                <a:t>5</a:t>
              </a:r>
            </a:p>
          </p:txBody>
        </p:sp>
        <p:sp>
          <p:nvSpPr>
            <p:cNvPr id="457" name="Textfeld 456">
              <a:extLst>
                <a:ext uri="{FF2B5EF4-FFF2-40B4-BE49-F238E27FC236}">
                  <a16:creationId xmlns:a16="http://schemas.microsoft.com/office/drawing/2014/main" id="{643C5462-C9FE-3AA8-B957-0B5CA3733769}"/>
                </a:ext>
              </a:extLst>
            </p:cNvPr>
            <p:cNvSpPr txBox="1"/>
            <p:nvPr/>
          </p:nvSpPr>
          <p:spPr>
            <a:xfrm>
              <a:off x="7278815" y="4137202"/>
              <a:ext cx="229550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700" dirty="0"/>
                <a:t>6</a:t>
              </a:r>
            </a:p>
          </p:txBody>
        </p:sp>
        <p:sp>
          <p:nvSpPr>
            <p:cNvPr id="458" name="Textfeld 457">
              <a:extLst>
                <a:ext uri="{FF2B5EF4-FFF2-40B4-BE49-F238E27FC236}">
                  <a16:creationId xmlns:a16="http://schemas.microsoft.com/office/drawing/2014/main" id="{246B000B-0AFF-9030-EDEA-741218CD8C9B}"/>
                </a:ext>
              </a:extLst>
            </p:cNvPr>
            <p:cNvSpPr txBox="1"/>
            <p:nvPr/>
          </p:nvSpPr>
          <p:spPr>
            <a:xfrm>
              <a:off x="7113871" y="4324121"/>
              <a:ext cx="22955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700" dirty="0"/>
                <a:t>7</a:t>
              </a:r>
            </a:p>
          </p:txBody>
        </p:sp>
        <p:sp>
          <p:nvSpPr>
            <p:cNvPr id="459" name="Textfeld 458">
              <a:extLst>
                <a:ext uri="{FF2B5EF4-FFF2-40B4-BE49-F238E27FC236}">
                  <a16:creationId xmlns:a16="http://schemas.microsoft.com/office/drawing/2014/main" id="{A697CDB2-3182-D7BF-D493-3173AC0709AC}"/>
                </a:ext>
              </a:extLst>
            </p:cNvPr>
            <p:cNvSpPr txBox="1"/>
            <p:nvPr/>
          </p:nvSpPr>
          <p:spPr>
            <a:xfrm>
              <a:off x="7273734" y="4320082"/>
              <a:ext cx="22955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700" dirty="0"/>
                <a:t>8</a:t>
              </a:r>
            </a:p>
          </p:txBody>
        </p:sp>
        <p:sp>
          <p:nvSpPr>
            <p:cNvPr id="460" name="Textfeld 459">
              <a:extLst>
                <a:ext uri="{FF2B5EF4-FFF2-40B4-BE49-F238E27FC236}">
                  <a16:creationId xmlns:a16="http://schemas.microsoft.com/office/drawing/2014/main" id="{BE83538A-76F4-D1A3-2069-680B357C4818}"/>
                </a:ext>
              </a:extLst>
            </p:cNvPr>
            <p:cNvSpPr txBox="1"/>
            <p:nvPr/>
          </p:nvSpPr>
          <p:spPr>
            <a:xfrm>
              <a:off x="7089018" y="4873365"/>
              <a:ext cx="27443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700" dirty="0"/>
                <a:t>13</a:t>
              </a:r>
            </a:p>
          </p:txBody>
        </p:sp>
        <p:sp>
          <p:nvSpPr>
            <p:cNvPr id="461" name="Textfeld 460">
              <a:extLst>
                <a:ext uri="{FF2B5EF4-FFF2-40B4-BE49-F238E27FC236}">
                  <a16:creationId xmlns:a16="http://schemas.microsoft.com/office/drawing/2014/main" id="{C0876E1D-8035-8A09-FDBE-61CD3B8907D3}"/>
                </a:ext>
              </a:extLst>
            </p:cNvPr>
            <p:cNvSpPr txBox="1"/>
            <p:nvPr/>
          </p:nvSpPr>
          <p:spPr>
            <a:xfrm>
              <a:off x="7251292" y="4873802"/>
              <a:ext cx="274435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700" dirty="0"/>
                <a:t>14</a:t>
              </a:r>
            </a:p>
          </p:txBody>
        </p:sp>
        <p:sp>
          <p:nvSpPr>
            <p:cNvPr id="462" name="Textfeld 461">
              <a:extLst>
                <a:ext uri="{FF2B5EF4-FFF2-40B4-BE49-F238E27FC236}">
                  <a16:creationId xmlns:a16="http://schemas.microsoft.com/office/drawing/2014/main" id="{2D9CAA79-25AF-1788-7084-11DF041CB825}"/>
                </a:ext>
              </a:extLst>
            </p:cNvPr>
            <p:cNvSpPr txBox="1"/>
            <p:nvPr/>
          </p:nvSpPr>
          <p:spPr>
            <a:xfrm>
              <a:off x="7111459" y="4507994"/>
              <a:ext cx="22955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700" dirty="0"/>
                <a:t>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476555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D26A4ACE-1960-A913-8210-52867AE4CFF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706407" y="674796"/>
            <a:ext cx="1016347" cy="12156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7FD3A3C0-6752-619D-1A6E-C5DCFAB029E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2235487" y="674796"/>
            <a:ext cx="1016347" cy="12156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670F1C0-BE86-3B55-9B8A-A15B9E82070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3764567" y="674795"/>
            <a:ext cx="1016347" cy="12156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11" name="Gerader Verbinder 10">
            <a:extLst>
              <a:ext uri="{FF2B5EF4-FFF2-40B4-BE49-F238E27FC236}">
                <a16:creationId xmlns:a16="http://schemas.microsoft.com/office/drawing/2014/main" id="{97DDCD77-185B-0657-9D71-D12D83CAC494}"/>
              </a:ext>
            </a:extLst>
          </p:cNvPr>
          <p:cNvCxnSpPr>
            <a:cxnSpLocks/>
          </p:cNvCxnSpPr>
          <p:nvPr/>
        </p:nvCxnSpPr>
        <p:spPr>
          <a:xfrm flipV="1">
            <a:off x="2720800" y="624478"/>
            <a:ext cx="0" cy="243940"/>
          </a:xfrm>
          <a:prstGeom prst="line">
            <a:avLst/>
          </a:prstGeom>
          <a:ln w="222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E6A43BED-010D-302F-73A5-B84A6D4E00AE}"/>
              </a:ext>
            </a:extLst>
          </p:cNvPr>
          <p:cNvGrpSpPr/>
          <p:nvPr/>
        </p:nvGrpSpPr>
        <p:grpSpPr>
          <a:xfrm>
            <a:off x="1191720" y="624478"/>
            <a:ext cx="1399540" cy="243940"/>
            <a:chOff x="2268778" y="2905760"/>
            <a:chExt cx="1399540" cy="243940"/>
          </a:xfrm>
        </p:grpSpPr>
        <p:cxnSp>
          <p:nvCxnSpPr>
            <p:cNvPr id="10" name="Gerader Verbinder 9">
              <a:extLst>
                <a:ext uri="{FF2B5EF4-FFF2-40B4-BE49-F238E27FC236}">
                  <a16:creationId xmlns:a16="http://schemas.microsoft.com/office/drawing/2014/main" id="{F482F837-6B7C-CE02-F240-1298C5EFD20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8778" y="2905760"/>
              <a:ext cx="0" cy="243940"/>
            </a:xfrm>
            <a:prstGeom prst="line">
              <a:avLst/>
            </a:prstGeom>
            <a:ln w="2222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Gerader Verbinder 11">
              <a:extLst>
                <a:ext uri="{FF2B5EF4-FFF2-40B4-BE49-F238E27FC236}">
                  <a16:creationId xmlns:a16="http://schemas.microsoft.com/office/drawing/2014/main" id="{54880E89-7237-C305-C8B1-0901E04A325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8778" y="2905760"/>
              <a:ext cx="1399540" cy="0"/>
            </a:xfrm>
            <a:prstGeom prst="line">
              <a:avLst/>
            </a:prstGeom>
            <a:ln w="22225" cap="rnd">
              <a:solidFill>
                <a:srgbClr val="92D050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Gerader Verbinder 15">
              <a:extLst>
                <a:ext uri="{FF2B5EF4-FFF2-40B4-BE49-F238E27FC236}">
                  <a16:creationId xmlns:a16="http://schemas.microsoft.com/office/drawing/2014/main" id="{12D5102B-8C31-E3E4-20C9-583A091FC7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8318" y="2905760"/>
              <a:ext cx="0" cy="243940"/>
            </a:xfrm>
            <a:prstGeom prst="line">
              <a:avLst/>
            </a:prstGeom>
            <a:ln w="22225">
              <a:solidFill>
                <a:srgbClr val="92D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8" name="Gerader Verbinder 17">
            <a:extLst>
              <a:ext uri="{FF2B5EF4-FFF2-40B4-BE49-F238E27FC236}">
                <a16:creationId xmlns:a16="http://schemas.microsoft.com/office/drawing/2014/main" id="{893EC045-B036-CC17-A17F-29EA86736AA8}"/>
              </a:ext>
            </a:extLst>
          </p:cNvPr>
          <p:cNvCxnSpPr>
            <a:cxnSpLocks/>
          </p:cNvCxnSpPr>
          <p:nvPr/>
        </p:nvCxnSpPr>
        <p:spPr>
          <a:xfrm flipH="1">
            <a:off x="2720800" y="624478"/>
            <a:ext cx="1399540" cy="0"/>
          </a:xfrm>
          <a:prstGeom prst="line">
            <a:avLst/>
          </a:prstGeom>
          <a:ln w="22225" cap="rnd">
            <a:solidFill>
              <a:srgbClr val="92D050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r Verbinder 18">
            <a:extLst>
              <a:ext uri="{FF2B5EF4-FFF2-40B4-BE49-F238E27FC236}">
                <a16:creationId xmlns:a16="http://schemas.microsoft.com/office/drawing/2014/main" id="{61DC3D71-AFBE-293D-1D75-7F135A4F8904}"/>
              </a:ext>
            </a:extLst>
          </p:cNvPr>
          <p:cNvCxnSpPr>
            <a:cxnSpLocks/>
          </p:cNvCxnSpPr>
          <p:nvPr/>
        </p:nvCxnSpPr>
        <p:spPr>
          <a:xfrm flipV="1">
            <a:off x="4122245" y="624478"/>
            <a:ext cx="0" cy="243940"/>
          </a:xfrm>
          <a:prstGeom prst="line">
            <a:avLst/>
          </a:prstGeom>
          <a:ln w="222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" name="Gruppieren 20">
            <a:extLst>
              <a:ext uri="{FF2B5EF4-FFF2-40B4-BE49-F238E27FC236}">
                <a16:creationId xmlns:a16="http://schemas.microsoft.com/office/drawing/2014/main" id="{7C0BBC94-F649-D341-82AF-E9685E935E2A}"/>
              </a:ext>
            </a:extLst>
          </p:cNvPr>
          <p:cNvGrpSpPr/>
          <p:nvPr/>
        </p:nvGrpSpPr>
        <p:grpSpPr>
          <a:xfrm>
            <a:off x="1128100" y="577487"/>
            <a:ext cx="1399540" cy="290921"/>
            <a:chOff x="2268778" y="2905760"/>
            <a:chExt cx="1399540" cy="243940"/>
          </a:xfrm>
        </p:grpSpPr>
        <p:cxnSp>
          <p:nvCxnSpPr>
            <p:cNvPr id="22" name="Gerader Verbinder 21">
              <a:extLst>
                <a:ext uri="{FF2B5EF4-FFF2-40B4-BE49-F238E27FC236}">
                  <a16:creationId xmlns:a16="http://schemas.microsoft.com/office/drawing/2014/main" id="{1290372A-B535-F432-FC3D-B7D3ADFB30D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8778" y="2905760"/>
              <a:ext cx="0" cy="24394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Gerader Verbinder 22">
              <a:extLst>
                <a:ext uri="{FF2B5EF4-FFF2-40B4-BE49-F238E27FC236}">
                  <a16:creationId xmlns:a16="http://schemas.microsoft.com/office/drawing/2014/main" id="{B7508720-76B8-67AE-F267-AF0AFEE8645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8778" y="2905760"/>
              <a:ext cx="1399540" cy="0"/>
            </a:xfrm>
            <a:prstGeom prst="line">
              <a:avLst/>
            </a:prstGeom>
            <a:ln w="22225" cap="rnd">
              <a:solidFill>
                <a:srgbClr val="FF0000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r Verbinder 23">
              <a:extLst>
                <a:ext uri="{FF2B5EF4-FFF2-40B4-BE49-F238E27FC236}">
                  <a16:creationId xmlns:a16="http://schemas.microsoft.com/office/drawing/2014/main" id="{E5B4723E-DD20-9A5C-1C4A-417639E40E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8318" y="2905760"/>
              <a:ext cx="0" cy="24394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360DB3E9-179A-2313-9221-2F62D2CBD1C4}"/>
              </a:ext>
            </a:extLst>
          </p:cNvPr>
          <p:cNvGrpSpPr/>
          <p:nvPr/>
        </p:nvGrpSpPr>
        <p:grpSpPr>
          <a:xfrm>
            <a:off x="2658449" y="577487"/>
            <a:ext cx="1399540" cy="290921"/>
            <a:chOff x="2268778" y="2905760"/>
            <a:chExt cx="1399540" cy="243940"/>
          </a:xfrm>
        </p:grpSpPr>
        <p:cxnSp>
          <p:nvCxnSpPr>
            <p:cNvPr id="26" name="Gerader Verbinder 25">
              <a:extLst>
                <a:ext uri="{FF2B5EF4-FFF2-40B4-BE49-F238E27FC236}">
                  <a16:creationId xmlns:a16="http://schemas.microsoft.com/office/drawing/2014/main" id="{396B3190-1837-17E1-A3AA-FA7E751E0A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8778" y="2905760"/>
              <a:ext cx="0" cy="24394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Gerader Verbinder 26">
              <a:extLst>
                <a:ext uri="{FF2B5EF4-FFF2-40B4-BE49-F238E27FC236}">
                  <a16:creationId xmlns:a16="http://schemas.microsoft.com/office/drawing/2014/main" id="{473715E7-1CF0-E6B6-1770-275A28C9E30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8778" y="2905760"/>
              <a:ext cx="1399540" cy="0"/>
            </a:xfrm>
            <a:prstGeom prst="line">
              <a:avLst/>
            </a:prstGeom>
            <a:ln w="22225" cap="rnd">
              <a:solidFill>
                <a:srgbClr val="FF0000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Gerader Verbinder 27">
              <a:extLst>
                <a:ext uri="{FF2B5EF4-FFF2-40B4-BE49-F238E27FC236}">
                  <a16:creationId xmlns:a16="http://schemas.microsoft.com/office/drawing/2014/main" id="{13C4C701-0E70-C5BE-842A-56E164CEB11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8318" y="2905760"/>
              <a:ext cx="0" cy="24394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Grafik 28">
            <a:extLst>
              <a:ext uri="{FF2B5EF4-FFF2-40B4-BE49-F238E27FC236}">
                <a16:creationId xmlns:a16="http://schemas.microsoft.com/office/drawing/2014/main" id="{27157D40-1BC3-A854-DF12-9787316C1B39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5400000">
            <a:off x="5290713" y="674795"/>
            <a:ext cx="1016347" cy="1215631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30" name="Gerader Verbinder 29">
            <a:extLst>
              <a:ext uri="{FF2B5EF4-FFF2-40B4-BE49-F238E27FC236}">
                <a16:creationId xmlns:a16="http://schemas.microsoft.com/office/drawing/2014/main" id="{AFA46D6E-3201-B47C-EF55-666DB72DBDF7}"/>
              </a:ext>
            </a:extLst>
          </p:cNvPr>
          <p:cNvCxnSpPr>
            <a:cxnSpLocks/>
          </p:cNvCxnSpPr>
          <p:nvPr/>
        </p:nvCxnSpPr>
        <p:spPr>
          <a:xfrm flipV="1">
            <a:off x="4246946" y="624478"/>
            <a:ext cx="0" cy="243940"/>
          </a:xfrm>
          <a:prstGeom prst="line">
            <a:avLst/>
          </a:prstGeom>
          <a:ln w="222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Gerader Verbinder 30">
            <a:extLst>
              <a:ext uri="{FF2B5EF4-FFF2-40B4-BE49-F238E27FC236}">
                <a16:creationId xmlns:a16="http://schemas.microsoft.com/office/drawing/2014/main" id="{84839CE0-95A1-64EB-E308-82466CEAD6D4}"/>
              </a:ext>
            </a:extLst>
          </p:cNvPr>
          <p:cNvCxnSpPr>
            <a:cxnSpLocks/>
          </p:cNvCxnSpPr>
          <p:nvPr/>
        </p:nvCxnSpPr>
        <p:spPr>
          <a:xfrm flipH="1">
            <a:off x="4246946" y="624478"/>
            <a:ext cx="1399540" cy="0"/>
          </a:xfrm>
          <a:prstGeom prst="line">
            <a:avLst/>
          </a:prstGeom>
          <a:ln w="22225" cap="rnd">
            <a:solidFill>
              <a:srgbClr val="92D050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Gerader Verbinder 31">
            <a:extLst>
              <a:ext uri="{FF2B5EF4-FFF2-40B4-BE49-F238E27FC236}">
                <a16:creationId xmlns:a16="http://schemas.microsoft.com/office/drawing/2014/main" id="{9A06FBD2-B053-69E9-8913-E25272887BA8}"/>
              </a:ext>
            </a:extLst>
          </p:cNvPr>
          <p:cNvCxnSpPr>
            <a:cxnSpLocks/>
          </p:cNvCxnSpPr>
          <p:nvPr/>
        </p:nvCxnSpPr>
        <p:spPr>
          <a:xfrm flipV="1">
            <a:off x="5648391" y="624478"/>
            <a:ext cx="0" cy="243940"/>
          </a:xfrm>
          <a:prstGeom prst="line">
            <a:avLst/>
          </a:prstGeom>
          <a:ln w="22225">
            <a:solidFill>
              <a:srgbClr val="92D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Gruppieren 32">
            <a:extLst>
              <a:ext uri="{FF2B5EF4-FFF2-40B4-BE49-F238E27FC236}">
                <a16:creationId xmlns:a16="http://schemas.microsoft.com/office/drawing/2014/main" id="{319097D6-C4C1-58D1-BC2C-E87D750C80DD}"/>
              </a:ext>
            </a:extLst>
          </p:cNvPr>
          <p:cNvGrpSpPr/>
          <p:nvPr/>
        </p:nvGrpSpPr>
        <p:grpSpPr>
          <a:xfrm>
            <a:off x="4184595" y="577487"/>
            <a:ext cx="1399540" cy="290921"/>
            <a:chOff x="2268778" y="2905760"/>
            <a:chExt cx="1399540" cy="243940"/>
          </a:xfrm>
        </p:grpSpPr>
        <p:cxnSp>
          <p:nvCxnSpPr>
            <p:cNvPr id="34" name="Gerader Verbinder 33">
              <a:extLst>
                <a:ext uri="{FF2B5EF4-FFF2-40B4-BE49-F238E27FC236}">
                  <a16:creationId xmlns:a16="http://schemas.microsoft.com/office/drawing/2014/main" id="{92CB40FE-8F0B-7B5A-8720-543048C26F2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268778" y="2905760"/>
              <a:ext cx="0" cy="24394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Gerader Verbinder 34">
              <a:extLst>
                <a:ext uri="{FF2B5EF4-FFF2-40B4-BE49-F238E27FC236}">
                  <a16:creationId xmlns:a16="http://schemas.microsoft.com/office/drawing/2014/main" id="{87437822-36F9-AD72-C2EF-F0AD1288060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268778" y="2905760"/>
              <a:ext cx="1399540" cy="0"/>
            </a:xfrm>
            <a:prstGeom prst="line">
              <a:avLst/>
            </a:prstGeom>
            <a:ln w="22225" cap="rnd">
              <a:solidFill>
                <a:srgbClr val="FF0000"/>
              </a:solidFill>
              <a:beve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r Verbinder 35">
              <a:extLst>
                <a:ext uri="{FF2B5EF4-FFF2-40B4-BE49-F238E27FC236}">
                  <a16:creationId xmlns:a16="http://schemas.microsoft.com/office/drawing/2014/main" id="{454DAFB0-2A5A-C3E3-FCD8-D003F24077B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68318" y="2905760"/>
              <a:ext cx="0" cy="243940"/>
            </a:xfrm>
            <a:prstGeom prst="line">
              <a:avLst/>
            </a:prstGeom>
            <a:ln w="2222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Rechteck 36">
            <a:extLst>
              <a:ext uri="{FF2B5EF4-FFF2-40B4-BE49-F238E27FC236}">
                <a16:creationId xmlns:a16="http://schemas.microsoft.com/office/drawing/2014/main" id="{10817FC0-E69C-B44A-05F2-FB20829E46EB}"/>
              </a:ext>
            </a:extLst>
          </p:cNvPr>
          <p:cNvSpPr/>
          <p:nvPr/>
        </p:nvSpPr>
        <p:spPr>
          <a:xfrm>
            <a:off x="1062257" y="1182008"/>
            <a:ext cx="129457" cy="70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8" name="Rechteck 37">
            <a:extLst>
              <a:ext uri="{FF2B5EF4-FFF2-40B4-BE49-F238E27FC236}">
                <a16:creationId xmlns:a16="http://schemas.microsoft.com/office/drawing/2014/main" id="{EAB3F25C-804E-342C-ADAA-97EF7BDD6709}"/>
              </a:ext>
            </a:extLst>
          </p:cNvPr>
          <p:cNvSpPr/>
          <p:nvPr/>
        </p:nvSpPr>
        <p:spPr>
          <a:xfrm>
            <a:off x="5646486" y="1182008"/>
            <a:ext cx="129457" cy="704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5E5E0AB0-D83B-2663-447F-C50BCA007EE6}"/>
              </a:ext>
            </a:extLst>
          </p:cNvPr>
          <p:cNvGrpSpPr/>
          <p:nvPr/>
        </p:nvGrpSpPr>
        <p:grpSpPr>
          <a:xfrm rot="5400000">
            <a:off x="9801870" y="1247231"/>
            <a:ext cx="843507" cy="617168"/>
            <a:chOff x="1402724" y="4163850"/>
            <a:chExt cx="843507" cy="617168"/>
          </a:xfrm>
        </p:grpSpPr>
        <p:grpSp>
          <p:nvGrpSpPr>
            <p:cNvPr id="14" name="Gruppieren 13">
              <a:extLst>
                <a:ext uri="{FF2B5EF4-FFF2-40B4-BE49-F238E27FC236}">
                  <a16:creationId xmlns:a16="http://schemas.microsoft.com/office/drawing/2014/main" id="{D70B98C9-2CF2-CEEC-A2FD-6E2E251D26B7}"/>
                </a:ext>
              </a:extLst>
            </p:cNvPr>
            <p:cNvGrpSpPr/>
            <p:nvPr/>
          </p:nvGrpSpPr>
          <p:grpSpPr>
            <a:xfrm>
              <a:off x="1479908" y="4601018"/>
              <a:ext cx="720000" cy="180000"/>
              <a:chOff x="7869855" y="3395684"/>
              <a:chExt cx="720000" cy="180000"/>
            </a:xfrm>
          </p:grpSpPr>
          <p:sp>
            <p:nvSpPr>
              <p:cNvPr id="41" name="Rechteck 40">
                <a:extLst>
                  <a:ext uri="{FF2B5EF4-FFF2-40B4-BE49-F238E27FC236}">
                    <a16:creationId xmlns:a16="http://schemas.microsoft.com/office/drawing/2014/main" id="{9E50CB37-FC60-5BB2-AB9A-A9C662B20CD2}"/>
                  </a:ext>
                </a:extLst>
              </p:cNvPr>
              <p:cNvSpPr/>
              <p:nvPr/>
            </p:nvSpPr>
            <p:spPr>
              <a:xfrm>
                <a:off x="7869855" y="3395684"/>
                <a:ext cx="720000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2" name="Rechteck 41">
                <a:extLst>
                  <a:ext uri="{FF2B5EF4-FFF2-40B4-BE49-F238E27FC236}">
                    <a16:creationId xmlns:a16="http://schemas.microsoft.com/office/drawing/2014/main" id="{F80A30CA-FE08-3271-8346-89CB7EB9B019}"/>
                  </a:ext>
                </a:extLst>
              </p:cNvPr>
              <p:cNvSpPr/>
              <p:nvPr/>
            </p:nvSpPr>
            <p:spPr>
              <a:xfrm>
                <a:off x="7914640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3" name="Rechteck 42">
                <a:extLst>
                  <a:ext uri="{FF2B5EF4-FFF2-40B4-BE49-F238E27FC236}">
                    <a16:creationId xmlns:a16="http://schemas.microsoft.com/office/drawing/2014/main" id="{BA1F3C67-B748-46CF-E29D-42E78300EA21}"/>
                  </a:ext>
                </a:extLst>
              </p:cNvPr>
              <p:cNvSpPr/>
              <p:nvPr/>
            </p:nvSpPr>
            <p:spPr>
              <a:xfrm>
                <a:off x="8094238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4" name="Rechteck 43">
                <a:extLst>
                  <a:ext uri="{FF2B5EF4-FFF2-40B4-BE49-F238E27FC236}">
                    <a16:creationId xmlns:a16="http://schemas.microsoft.com/office/drawing/2014/main" id="{F21AFE5B-482F-0B12-DB12-51B52C7B8EFA}"/>
                  </a:ext>
                </a:extLst>
              </p:cNvPr>
              <p:cNvSpPr/>
              <p:nvPr/>
            </p:nvSpPr>
            <p:spPr>
              <a:xfrm>
                <a:off x="8273836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5" name="Rechteck 44">
                <a:extLst>
                  <a:ext uri="{FF2B5EF4-FFF2-40B4-BE49-F238E27FC236}">
                    <a16:creationId xmlns:a16="http://schemas.microsoft.com/office/drawing/2014/main" id="{6E3055FD-20D1-0220-40FF-84ABD359D880}"/>
                  </a:ext>
                </a:extLst>
              </p:cNvPr>
              <p:cNvSpPr/>
              <p:nvPr/>
            </p:nvSpPr>
            <p:spPr>
              <a:xfrm>
                <a:off x="8453433" y="343124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0DDD034F-E356-D913-84ED-C9DB519C9BDD}"/>
                </a:ext>
              </a:extLst>
            </p:cNvPr>
            <p:cNvSpPr txBox="1"/>
            <p:nvPr/>
          </p:nvSpPr>
          <p:spPr>
            <a:xfrm rot="16200000">
              <a:off x="1303018" y="4264876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307E4BAE-E300-C7AE-30F3-193B8CFFCEDE}"/>
                </a:ext>
              </a:extLst>
            </p:cNvPr>
            <p:cNvSpPr txBox="1"/>
            <p:nvPr/>
          </p:nvSpPr>
          <p:spPr>
            <a:xfrm rot="16200000">
              <a:off x="1535048" y="4277067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SDC</a:t>
              </a:r>
            </a:p>
          </p:txBody>
        </p:sp>
        <p:sp>
          <p:nvSpPr>
            <p:cNvPr id="39" name="Textfeld 38">
              <a:extLst>
                <a:ext uri="{FF2B5EF4-FFF2-40B4-BE49-F238E27FC236}">
                  <a16:creationId xmlns:a16="http://schemas.microsoft.com/office/drawing/2014/main" id="{267A755D-7276-4848-54C8-831578129044}"/>
                </a:ext>
              </a:extLst>
            </p:cNvPr>
            <p:cNvSpPr txBox="1"/>
            <p:nvPr/>
          </p:nvSpPr>
          <p:spPr>
            <a:xfrm rot="16200000">
              <a:off x="1704240" y="4270971"/>
              <a:ext cx="4372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SDA</a:t>
              </a:r>
            </a:p>
          </p:txBody>
        </p:sp>
        <p:sp>
          <p:nvSpPr>
            <p:cNvPr id="40" name="Textfeld 39">
              <a:extLst>
                <a:ext uri="{FF2B5EF4-FFF2-40B4-BE49-F238E27FC236}">
                  <a16:creationId xmlns:a16="http://schemas.microsoft.com/office/drawing/2014/main" id="{AB2B563B-BC11-279F-F7DC-837EEBE5AE02}"/>
                </a:ext>
              </a:extLst>
            </p:cNvPr>
            <p:cNvSpPr txBox="1"/>
            <p:nvPr/>
          </p:nvSpPr>
          <p:spPr>
            <a:xfrm rot="16200000">
              <a:off x="1874335" y="4258747"/>
              <a:ext cx="4667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3.3V</a:t>
              </a:r>
            </a:p>
          </p:txBody>
        </p:sp>
      </p:grpSp>
      <p:sp>
        <p:nvSpPr>
          <p:cNvPr id="47" name="Rechteck 46">
            <a:extLst>
              <a:ext uri="{FF2B5EF4-FFF2-40B4-BE49-F238E27FC236}">
                <a16:creationId xmlns:a16="http://schemas.microsoft.com/office/drawing/2014/main" id="{57BC03D2-E058-7219-74D0-BB5F83697484}"/>
              </a:ext>
            </a:extLst>
          </p:cNvPr>
          <p:cNvSpPr/>
          <p:nvPr/>
        </p:nvSpPr>
        <p:spPr>
          <a:xfrm rot="5400000">
            <a:off x="8437793" y="1488149"/>
            <a:ext cx="974600" cy="374456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8" name="Rechteck 47">
            <a:extLst>
              <a:ext uri="{FF2B5EF4-FFF2-40B4-BE49-F238E27FC236}">
                <a16:creationId xmlns:a16="http://schemas.microsoft.com/office/drawing/2014/main" id="{D478DD70-FDD7-4594-CBFA-6F8915DF1AAC}"/>
              </a:ext>
            </a:extLst>
          </p:cNvPr>
          <p:cNvSpPr/>
          <p:nvPr/>
        </p:nvSpPr>
        <p:spPr>
          <a:xfrm rot="5400000">
            <a:off x="8961360" y="1240376"/>
            <a:ext cx="91440" cy="111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9" name="Rechteck 48">
            <a:extLst>
              <a:ext uri="{FF2B5EF4-FFF2-40B4-BE49-F238E27FC236}">
                <a16:creationId xmlns:a16="http://schemas.microsoft.com/office/drawing/2014/main" id="{19639175-0C43-9CE0-E7E4-6ED06C1A5F26}"/>
              </a:ext>
            </a:extLst>
          </p:cNvPr>
          <p:cNvSpPr/>
          <p:nvPr/>
        </p:nvSpPr>
        <p:spPr>
          <a:xfrm rot="5400000">
            <a:off x="8961360" y="1424247"/>
            <a:ext cx="91440" cy="111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0" name="Rechteck 49">
            <a:extLst>
              <a:ext uri="{FF2B5EF4-FFF2-40B4-BE49-F238E27FC236}">
                <a16:creationId xmlns:a16="http://schemas.microsoft.com/office/drawing/2014/main" id="{B2676AED-E431-E7D7-375C-33168C0393C3}"/>
              </a:ext>
            </a:extLst>
          </p:cNvPr>
          <p:cNvSpPr/>
          <p:nvPr/>
        </p:nvSpPr>
        <p:spPr>
          <a:xfrm rot="5400000">
            <a:off x="8961360" y="1608118"/>
            <a:ext cx="91440" cy="111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1" name="Rechteck 50">
            <a:extLst>
              <a:ext uri="{FF2B5EF4-FFF2-40B4-BE49-F238E27FC236}">
                <a16:creationId xmlns:a16="http://schemas.microsoft.com/office/drawing/2014/main" id="{FBBF32AB-9482-6197-E370-1C0FFE7A1B41}"/>
              </a:ext>
            </a:extLst>
          </p:cNvPr>
          <p:cNvSpPr/>
          <p:nvPr/>
        </p:nvSpPr>
        <p:spPr>
          <a:xfrm rot="5400000">
            <a:off x="8961360" y="1791989"/>
            <a:ext cx="91440" cy="111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2" name="Rechteck 51">
            <a:extLst>
              <a:ext uri="{FF2B5EF4-FFF2-40B4-BE49-F238E27FC236}">
                <a16:creationId xmlns:a16="http://schemas.microsoft.com/office/drawing/2014/main" id="{61391589-7C70-DB64-F14E-5C47946C5BE2}"/>
              </a:ext>
            </a:extLst>
          </p:cNvPr>
          <p:cNvSpPr/>
          <p:nvPr/>
        </p:nvSpPr>
        <p:spPr>
          <a:xfrm rot="5400000">
            <a:off x="8961360" y="1975860"/>
            <a:ext cx="91440" cy="111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5" name="Rechteck 54">
            <a:extLst>
              <a:ext uri="{FF2B5EF4-FFF2-40B4-BE49-F238E27FC236}">
                <a16:creationId xmlns:a16="http://schemas.microsoft.com/office/drawing/2014/main" id="{A12A48DE-0237-6C41-A33F-F23548FDB2AB}"/>
              </a:ext>
            </a:extLst>
          </p:cNvPr>
          <p:cNvSpPr/>
          <p:nvPr/>
        </p:nvSpPr>
        <p:spPr>
          <a:xfrm rot="5400000">
            <a:off x="8796576" y="1241017"/>
            <a:ext cx="91440" cy="111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6" name="Rechteck 55">
            <a:extLst>
              <a:ext uri="{FF2B5EF4-FFF2-40B4-BE49-F238E27FC236}">
                <a16:creationId xmlns:a16="http://schemas.microsoft.com/office/drawing/2014/main" id="{295C7DA6-84F0-9520-C67E-756A50B7281B}"/>
              </a:ext>
            </a:extLst>
          </p:cNvPr>
          <p:cNvSpPr/>
          <p:nvPr/>
        </p:nvSpPr>
        <p:spPr>
          <a:xfrm rot="5400000">
            <a:off x="8796576" y="1424888"/>
            <a:ext cx="91440" cy="111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7" name="Rechteck 56">
            <a:extLst>
              <a:ext uri="{FF2B5EF4-FFF2-40B4-BE49-F238E27FC236}">
                <a16:creationId xmlns:a16="http://schemas.microsoft.com/office/drawing/2014/main" id="{AD131722-8B55-9170-9AAB-8D0111E87783}"/>
              </a:ext>
            </a:extLst>
          </p:cNvPr>
          <p:cNvSpPr/>
          <p:nvPr/>
        </p:nvSpPr>
        <p:spPr>
          <a:xfrm rot="5400000">
            <a:off x="8796576" y="1608759"/>
            <a:ext cx="91440" cy="111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8" name="Rechteck 57">
            <a:extLst>
              <a:ext uri="{FF2B5EF4-FFF2-40B4-BE49-F238E27FC236}">
                <a16:creationId xmlns:a16="http://schemas.microsoft.com/office/drawing/2014/main" id="{A0AAD41F-9F00-C485-A2FE-5F5495FF38E1}"/>
              </a:ext>
            </a:extLst>
          </p:cNvPr>
          <p:cNvSpPr/>
          <p:nvPr/>
        </p:nvSpPr>
        <p:spPr>
          <a:xfrm rot="5400000">
            <a:off x="8796576" y="1787550"/>
            <a:ext cx="91440" cy="111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9" name="Rechteck 58">
            <a:extLst>
              <a:ext uri="{FF2B5EF4-FFF2-40B4-BE49-F238E27FC236}">
                <a16:creationId xmlns:a16="http://schemas.microsoft.com/office/drawing/2014/main" id="{9E84662E-0836-14FF-ABED-D096CFEC6809}"/>
              </a:ext>
            </a:extLst>
          </p:cNvPr>
          <p:cNvSpPr/>
          <p:nvPr/>
        </p:nvSpPr>
        <p:spPr>
          <a:xfrm rot="5400000">
            <a:off x="8796576" y="1976501"/>
            <a:ext cx="91440" cy="1118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2" name="Rechteck 61">
            <a:extLst>
              <a:ext uri="{FF2B5EF4-FFF2-40B4-BE49-F238E27FC236}">
                <a16:creationId xmlns:a16="http://schemas.microsoft.com/office/drawing/2014/main" id="{6C761DEE-5BBC-7386-9C30-19808444D32E}"/>
              </a:ext>
            </a:extLst>
          </p:cNvPr>
          <p:cNvSpPr/>
          <p:nvPr/>
        </p:nvSpPr>
        <p:spPr>
          <a:xfrm rot="5400000">
            <a:off x="8597787" y="1635379"/>
            <a:ext cx="213360" cy="7580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4" name="Textfeld 73">
            <a:extLst>
              <a:ext uri="{FF2B5EF4-FFF2-40B4-BE49-F238E27FC236}">
                <a16:creationId xmlns:a16="http://schemas.microsoft.com/office/drawing/2014/main" id="{37F034CF-A3C3-E79A-9D26-AE81A182CCCB}"/>
              </a:ext>
            </a:extLst>
          </p:cNvPr>
          <p:cNvSpPr txBox="1"/>
          <p:nvPr/>
        </p:nvSpPr>
        <p:spPr>
          <a:xfrm>
            <a:off x="8751103" y="1750516"/>
            <a:ext cx="184731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de-DE" sz="700" dirty="0"/>
          </a:p>
        </p:txBody>
      </p:sp>
      <p:cxnSp>
        <p:nvCxnSpPr>
          <p:cNvPr id="82" name="Gerader Verbinder 81">
            <a:extLst>
              <a:ext uri="{FF2B5EF4-FFF2-40B4-BE49-F238E27FC236}">
                <a16:creationId xmlns:a16="http://schemas.microsoft.com/office/drawing/2014/main" id="{8EE32C8A-B11B-4F0F-F1E3-F9D3C1938C41}"/>
              </a:ext>
            </a:extLst>
          </p:cNvPr>
          <p:cNvCxnSpPr/>
          <p:nvPr/>
        </p:nvCxnSpPr>
        <p:spPr>
          <a:xfrm flipV="1">
            <a:off x="8842296" y="998870"/>
            <a:ext cx="0" cy="297180"/>
          </a:xfrm>
          <a:prstGeom prst="line">
            <a:avLst/>
          </a:prstGeom>
          <a:ln w="31750" cap="rnd">
            <a:solidFill>
              <a:srgbClr val="99663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Gerader Verbinder 82">
            <a:extLst>
              <a:ext uri="{FF2B5EF4-FFF2-40B4-BE49-F238E27FC236}">
                <a16:creationId xmlns:a16="http://schemas.microsoft.com/office/drawing/2014/main" id="{A2A74CF3-5C49-EA2E-7CA6-88F307C33960}"/>
              </a:ext>
            </a:extLst>
          </p:cNvPr>
          <p:cNvCxnSpPr/>
          <p:nvPr/>
        </p:nvCxnSpPr>
        <p:spPr>
          <a:xfrm flipV="1">
            <a:off x="10009760" y="1004571"/>
            <a:ext cx="0" cy="297180"/>
          </a:xfrm>
          <a:prstGeom prst="line">
            <a:avLst/>
          </a:prstGeom>
          <a:ln w="31750" cap="rnd">
            <a:solidFill>
              <a:srgbClr val="99663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Gerader Verbinder 83">
            <a:extLst>
              <a:ext uri="{FF2B5EF4-FFF2-40B4-BE49-F238E27FC236}">
                <a16:creationId xmlns:a16="http://schemas.microsoft.com/office/drawing/2014/main" id="{C70D4C70-788F-F50B-BB1C-466A492191D5}"/>
              </a:ext>
            </a:extLst>
          </p:cNvPr>
          <p:cNvCxnSpPr>
            <a:cxnSpLocks/>
          </p:cNvCxnSpPr>
          <p:nvPr/>
        </p:nvCxnSpPr>
        <p:spPr>
          <a:xfrm flipH="1">
            <a:off x="8842296" y="998870"/>
            <a:ext cx="1165109" cy="0"/>
          </a:xfrm>
          <a:prstGeom prst="line">
            <a:avLst/>
          </a:prstGeom>
          <a:ln w="31750" cap="rnd">
            <a:solidFill>
              <a:srgbClr val="996633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Gerader Verbinder 86">
            <a:extLst>
              <a:ext uri="{FF2B5EF4-FFF2-40B4-BE49-F238E27FC236}">
                <a16:creationId xmlns:a16="http://schemas.microsoft.com/office/drawing/2014/main" id="{1DBDDB48-2D84-EA47-5133-82F7F3A291A3}"/>
              </a:ext>
            </a:extLst>
          </p:cNvPr>
          <p:cNvCxnSpPr>
            <a:cxnSpLocks/>
          </p:cNvCxnSpPr>
          <p:nvPr/>
        </p:nvCxnSpPr>
        <p:spPr>
          <a:xfrm flipH="1">
            <a:off x="8666564" y="2311416"/>
            <a:ext cx="1160346" cy="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Gerader Verbinder 87">
            <a:extLst>
              <a:ext uri="{FF2B5EF4-FFF2-40B4-BE49-F238E27FC236}">
                <a16:creationId xmlns:a16="http://schemas.microsoft.com/office/drawing/2014/main" id="{3DAC4895-A257-7E43-2C64-33AFDF2B1DFE}"/>
              </a:ext>
            </a:extLst>
          </p:cNvPr>
          <p:cNvCxnSpPr>
            <a:cxnSpLocks/>
            <a:endCxn id="62" idx="2"/>
          </p:cNvCxnSpPr>
          <p:nvPr/>
        </p:nvCxnSpPr>
        <p:spPr>
          <a:xfrm flipH="1">
            <a:off x="8666564" y="1672126"/>
            <a:ext cx="170324" cy="1156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Gerader Verbinder 90">
            <a:extLst>
              <a:ext uri="{FF2B5EF4-FFF2-40B4-BE49-F238E27FC236}">
                <a16:creationId xmlns:a16="http://schemas.microsoft.com/office/drawing/2014/main" id="{677F7F7F-6579-17F6-AA5E-55E97B532DF3}"/>
              </a:ext>
            </a:extLst>
          </p:cNvPr>
          <p:cNvCxnSpPr>
            <a:cxnSpLocks/>
            <a:endCxn id="62" idx="2"/>
          </p:cNvCxnSpPr>
          <p:nvPr/>
        </p:nvCxnSpPr>
        <p:spPr>
          <a:xfrm flipV="1">
            <a:off x="8666564" y="1673282"/>
            <a:ext cx="0" cy="63500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Gerader Verbinder 93">
            <a:extLst>
              <a:ext uri="{FF2B5EF4-FFF2-40B4-BE49-F238E27FC236}">
                <a16:creationId xmlns:a16="http://schemas.microsoft.com/office/drawing/2014/main" id="{C1B91180-B3F2-C2B0-F5B0-BFB3B7C47CEF}"/>
              </a:ext>
            </a:extLst>
          </p:cNvPr>
          <p:cNvCxnSpPr>
            <a:cxnSpLocks/>
          </p:cNvCxnSpPr>
          <p:nvPr/>
        </p:nvCxnSpPr>
        <p:spPr>
          <a:xfrm flipH="1">
            <a:off x="9831673" y="1665734"/>
            <a:ext cx="170324" cy="1156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Gerader Verbinder 94">
            <a:extLst>
              <a:ext uri="{FF2B5EF4-FFF2-40B4-BE49-F238E27FC236}">
                <a16:creationId xmlns:a16="http://schemas.microsoft.com/office/drawing/2014/main" id="{C7AD1BBF-6951-E983-0FFF-4AE6B9CBA6D9}"/>
              </a:ext>
            </a:extLst>
          </p:cNvPr>
          <p:cNvCxnSpPr>
            <a:cxnSpLocks/>
          </p:cNvCxnSpPr>
          <p:nvPr/>
        </p:nvCxnSpPr>
        <p:spPr>
          <a:xfrm flipV="1">
            <a:off x="9831673" y="1666890"/>
            <a:ext cx="0" cy="635000"/>
          </a:xfrm>
          <a:prstGeom prst="line">
            <a:avLst/>
          </a:prstGeom>
          <a:ln w="31750" cap="rnd">
            <a:solidFill>
              <a:srgbClr val="FF0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Gerader Verbinder 95">
            <a:extLst>
              <a:ext uri="{FF2B5EF4-FFF2-40B4-BE49-F238E27FC236}">
                <a16:creationId xmlns:a16="http://schemas.microsoft.com/office/drawing/2014/main" id="{EAF96189-A721-4D95-372E-EC539F6B62E6}"/>
              </a:ext>
            </a:extLst>
          </p:cNvPr>
          <p:cNvCxnSpPr>
            <a:cxnSpLocks/>
          </p:cNvCxnSpPr>
          <p:nvPr/>
        </p:nvCxnSpPr>
        <p:spPr>
          <a:xfrm flipH="1">
            <a:off x="9009539" y="1668089"/>
            <a:ext cx="170324" cy="1156"/>
          </a:xfrm>
          <a:prstGeom prst="line">
            <a:avLst/>
          </a:prstGeom>
          <a:ln w="31750" cap="rnd">
            <a:solidFill>
              <a:srgbClr val="FFC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Gerader Verbinder 96">
            <a:extLst>
              <a:ext uri="{FF2B5EF4-FFF2-40B4-BE49-F238E27FC236}">
                <a16:creationId xmlns:a16="http://schemas.microsoft.com/office/drawing/2014/main" id="{08CEC3CF-BA73-26BC-0193-8AD024E1C9F7}"/>
              </a:ext>
            </a:extLst>
          </p:cNvPr>
          <p:cNvCxnSpPr>
            <a:cxnSpLocks/>
          </p:cNvCxnSpPr>
          <p:nvPr/>
        </p:nvCxnSpPr>
        <p:spPr>
          <a:xfrm>
            <a:off x="9181353" y="1498563"/>
            <a:ext cx="0" cy="157620"/>
          </a:xfrm>
          <a:prstGeom prst="line">
            <a:avLst/>
          </a:prstGeom>
          <a:ln w="31750" cap="rnd">
            <a:solidFill>
              <a:srgbClr val="FFC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Gerader Verbinder 104">
            <a:extLst>
              <a:ext uri="{FF2B5EF4-FFF2-40B4-BE49-F238E27FC236}">
                <a16:creationId xmlns:a16="http://schemas.microsoft.com/office/drawing/2014/main" id="{A02D16B0-D04E-23F2-175F-DCBC9B7F4708}"/>
              </a:ext>
            </a:extLst>
          </p:cNvPr>
          <p:cNvCxnSpPr>
            <a:cxnSpLocks/>
          </p:cNvCxnSpPr>
          <p:nvPr/>
        </p:nvCxnSpPr>
        <p:spPr>
          <a:xfrm flipH="1">
            <a:off x="9179863" y="1482149"/>
            <a:ext cx="820339" cy="0"/>
          </a:xfrm>
          <a:prstGeom prst="line">
            <a:avLst/>
          </a:prstGeom>
          <a:ln w="31750" cap="rnd">
            <a:solidFill>
              <a:srgbClr val="FFC000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feld 110">
            <a:extLst>
              <a:ext uri="{FF2B5EF4-FFF2-40B4-BE49-F238E27FC236}">
                <a16:creationId xmlns:a16="http://schemas.microsoft.com/office/drawing/2014/main" id="{9E68E82B-438E-8D7E-3AA6-6649BC08A8E0}"/>
              </a:ext>
            </a:extLst>
          </p:cNvPr>
          <p:cNvSpPr txBox="1"/>
          <p:nvPr/>
        </p:nvSpPr>
        <p:spPr>
          <a:xfrm>
            <a:off x="9820244" y="671829"/>
            <a:ext cx="7106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ftSwarm</a:t>
            </a:r>
          </a:p>
        </p:txBody>
      </p:sp>
      <p:cxnSp>
        <p:nvCxnSpPr>
          <p:cNvPr id="115" name="Gerader Verbinder 114">
            <a:extLst>
              <a:ext uri="{FF2B5EF4-FFF2-40B4-BE49-F238E27FC236}">
                <a16:creationId xmlns:a16="http://schemas.microsoft.com/office/drawing/2014/main" id="{2B4985FE-9803-1CEF-D0EC-0DDC9041CF83}"/>
              </a:ext>
            </a:extLst>
          </p:cNvPr>
          <p:cNvCxnSpPr>
            <a:cxnSpLocks/>
          </p:cNvCxnSpPr>
          <p:nvPr/>
        </p:nvCxnSpPr>
        <p:spPr>
          <a:xfrm>
            <a:off x="9590032" y="624478"/>
            <a:ext cx="0" cy="1886089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08" name="Gruppieren 1207">
            <a:extLst>
              <a:ext uri="{FF2B5EF4-FFF2-40B4-BE49-F238E27FC236}">
                <a16:creationId xmlns:a16="http://schemas.microsoft.com/office/drawing/2014/main" id="{C12E981B-4360-3A27-3FB2-D5352772E0DD}"/>
              </a:ext>
            </a:extLst>
          </p:cNvPr>
          <p:cNvGrpSpPr/>
          <p:nvPr/>
        </p:nvGrpSpPr>
        <p:grpSpPr>
          <a:xfrm>
            <a:off x="1166506" y="2830164"/>
            <a:ext cx="4417629" cy="2788576"/>
            <a:chOff x="3016249" y="2556786"/>
            <a:chExt cx="4417629" cy="2788576"/>
          </a:xfrm>
        </p:grpSpPr>
        <p:sp>
          <p:nvSpPr>
            <p:cNvPr id="63" name="Textfeld 62">
              <a:extLst>
                <a:ext uri="{FF2B5EF4-FFF2-40B4-BE49-F238E27FC236}">
                  <a16:creationId xmlns:a16="http://schemas.microsoft.com/office/drawing/2014/main" id="{D22AC4F7-05DC-4D9A-C83E-7E5F4E02C40E}"/>
                </a:ext>
              </a:extLst>
            </p:cNvPr>
            <p:cNvSpPr txBox="1"/>
            <p:nvPr/>
          </p:nvSpPr>
          <p:spPr>
            <a:xfrm>
              <a:off x="4692283" y="4248532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GND</a:t>
              </a:r>
            </a:p>
          </p:txBody>
        </p:sp>
        <p:sp>
          <p:nvSpPr>
            <p:cNvPr id="65" name="Textfeld 64">
              <a:extLst>
                <a:ext uri="{FF2B5EF4-FFF2-40B4-BE49-F238E27FC236}">
                  <a16:creationId xmlns:a16="http://schemas.microsoft.com/office/drawing/2014/main" id="{7F4FFAB6-2975-A094-4592-92459D02AB96}"/>
                </a:ext>
              </a:extLst>
            </p:cNvPr>
            <p:cNvSpPr txBox="1"/>
            <p:nvPr/>
          </p:nvSpPr>
          <p:spPr>
            <a:xfrm>
              <a:off x="4710337" y="3956292"/>
              <a:ext cx="4373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SDA</a:t>
              </a:r>
            </a:p>
          </p:txBody>
        </p:sp>
        <p:sp>
          <p:nvSpPr>
            <p:cNvPr id="118" name="Rechteck 117">
              <a:extLst>
                <a:ext uri="{FF2B5EF4-FFF2-40B4-BE49-F238E27FC236}">
                  <a16:creationId xmlns:a16="http://schemas.microsoft.com/office/drawing/2014/main" id="{F4DB2752-2A22-0EB2-8AD5-F741353701A0}"/>
                </a:ext>
              </a:extLst>
            </p:cNvPr>
            <p:cNvSpPr/>
            <p:nvPr/>
          </p:nvSpPr>
          <p:spPr>
            <a:xfrm>
              <a:off x="3016250" y="2724150"/>
              <a:ext cx="1698625" cy="219074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19" name="Rechteck 118">
              <a:extLst>
                <a:ext uri="{FF2B5EF4-FFF2-40B4-BE49-F238E27FC236}">
                  <a16:creationId xmlns:a16="http://schemas.microsoft.com/office/drawing/2014/main" id="{EAB7C9E2-8F9F-037A-2AA5-572DCA7FAE8B}"/>
                </a:ext>
              </a:extLst>
            </p:cNvPr>
            <p:cNvSpPr/>
            <p:nvPr/>
          </p:nvSpPr>
          <p:spPr>
            <a:xfrm rot="16200000">
              <a:off x="3758511" y="3703227"/>
              <a:ext cx="974600" cy="374456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 w="317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0" name="Rechteck 119">
              <a:extLst>
                <a:ext uri="{FF2B5EF4-FFF2-40B4-BE49-F238E27FC236}">
                  <a16:creationId xmlns:a16="http://schemas.microsoft.com/office/drawing/2014/main" id="{5C1D850B-030D-768C-793A-9FFAB76CD7F6}"/>
                </a:ext>
              </a:extLst>
            </p:cNvPr>
            <p:cNvSpPr/>
            <p:nvPr/>
          </p:nvSpPr>
          <p:spPr>
            <a:xfrm rot="16200000">
              <a:off x="4118104" y="4213631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1" name="Rechteck 120">
              <a:extLst>
                <a:ext uri="{FF2B5EF4-FFF2-40B4-BE49-F238E27FC236}">
                  <a16:creationId xmlns:a16="http://schemas.microsoft.com/office/drawing/2014/main" id="{2696D863-1179-209F-13B4-9CDC398B312B}"/>
                </a:ext>
              </a:extLst>
            </p:cNvPr>
            <p:cNvSpPr/>
            <p:nvPr/>
          </p:nvSpPr>
          <p:spPr>
            <a:xfrm rot="16200000">
              <a:off x="4118104" y="4029760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2" name="Rechteck 121">
              <a:extLst>
                <a:ext uri="{FF2B5EF4-FFF2-40B4-BE49-F238E27FC236}">
                  <a16:creationId xmlns:a16="http://schemas.microsoft.com/office/drawing/2014/main" id="{A475989B-418F-6F71-A65F-989ED24DBD40}"/>
                </a:ext>
              </a:extLst>
            </p:cNvPr>
            <p:cNvSpPr/>
            <p:nvPr/>
          </p:nvSpPr>
          <p:spPr>
            <a:xfrm rot="16200000">
              <a:off x="4118104" y="3845889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3" name="Rechteck 122">
              <a:extLst>
                <a:ext uri="{FF2B5EF4-FFF2-40B4-BE49-F238E27FC236}">
                  <a16:creationId xmlns:a16="http://schemas.microsoft.com/office/drawing/2014/main" id="{76EEC10B-0F8F-90CF-2696-E7D73A113EE4}"/>
                </a:ext>
              </a:extLst>
            </p:cNvPr>
            <p:cNvSpPr/>
            <p:nvPr/>
          </p:nvSpPr>
          <p:spPr>
            <a:xfrm rot="16200000">
              <a:off x="4118104" y="3662018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4" name="Rechteck 123">
              <a:extLst>
                <a:ext uri="{FF2B5EF4-FFF2-40B4-BE49-F238E27FC236}">
                  <a16:creationId xmlns:a16="http://schemas.microsoft.com/office/drawing/2014/main" id="{F7ABB500-3038-40B9-B3BC-A9EB640C1ECD}"/>
                </a:ext>
              </a:extLst>
            </p:cNvPr>
            <p:cNvSpPr/>
            <p:nvPr/>
          </p:nvSpPr>
          <p:spPr>
            <a:xfrm rot="16200000">
              <a:off x="4118104" y="3478147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5" name="Rechteck 124">
              <a:extLst>
                <a:ext uri="{FF2B5EF4-FFF2-40B4-BE49-F238E27FC236}">
                  <a16:creationId xmlns:a16="http://schemas.microsoft.com/office/drawing/2014/main" id="{6B4CEDF6-57BB-8248-5D50-75BF7C1BBB3F}"/>
                </a:ext>
              </a:extLst>
            </p:cNvPr>
            <p:cNvSpPr/>
            <p:nvPr/>
          </p:nvSpPr>
          <p:spPr>
            <a:xfrm rot="16200000">
              <a:off x="4282888" y="4212990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6" name="Rechteck 125">
              <a:extLst>
                <a:ext uri="{FF2B5EF4-FFF2-40B4-BE49-F238E27FC236}">
                  <a16:creationId xmlns:a16="http://schemas.microsoft.com/office/drawing/2014/main" id="{16F1610B-F7C0-3DB4-6D0E-41A97B2EB823}"/>
                </a:ext>
              </a:extLst>
            </p:cNvPr>
            <p:cNvSpPr/>
            <p:nvPr/>
          </p:nvSpPr>
          <p:spPr>
            <a:xfrm rot="16200000">
              <a:off x="4282888" y="4029119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27" name="Rechteck 126">
              <a:extLst>
                <a:ext uri="{FF2B5EF4-FFF2-40B4-BE49-F238E27FC236}">
                  <a16:creationId xmlns:a16="http://schemas.microsoft.com/office/drawing/2014/main" id="{495E95A8-8764-BFB8-1EB5-76EAB4D4D6FC}"/>
                </a:ext>
              </a:extLst>
            </p:cNvPr>
            <p:cNvSpPr/>
            <p:nvPr/>
          </p:nvSpPr>
          <p:spPr>
            <a:xfrm rot="16200000">
              <a:off x="4282888" y="3845248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4" name="Rechteck 1023">
              <a:extLst>
                <a:ext uri="{FF2B5EF4-FFF2-40B4-BE49-F238E27FC236}">
                  <a16:creationId xmlns:a16="http://schemas.microsoft.com/office/drawing/2014/main" id="{3406C196-231C-EE95-F715-8E8C6899561E}"/>
                </a:ext>
              </a:extLst>
            </p:cNvPr>
            <p:cNvSpPr/>
            <p:nvPr/>
          </p:nvSpPr>
          <p:spPr>
            <a:xfrm rot="16200000">
              <a:off x="4282888" y="3666457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5" name="Rechteck 1024">
              <a:extLst>
                <a:ext uri="{FF2B5EF4-FFF2-40B4-BE49-F238E27FC236}">
                  <a16:creationId xmlns:a16="http://schemas.microsoft.com/office/drawing/2014/main" id="{B54E98C2-75FB-CD32-295E-821C9D24B26B}"/>
                </a:ext>
              </a:extLst>
            </p:cNvPr>
            <p:cNvSpPr/>
            <p:nvPr/>
          </p:nvSpPr>
          <p:spPr>
            <a:xfrm rot="16200000">
              <a:off x="4282888" y="3477506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27" name="Rechteck 1026">
              <a:extLst>
                <a:ext uri="{FF2B5EF4-FFF2-40B4-BE49-F238E27FC236}">
                  <a16:creationId xmlns:a16="http://schemas.microsoft.com/office/drawing/2014/main" id="{30FDF64F-5D32-8D73-F395-68F1E2572CE6}"/>
                </a:ext>
              </a:extLst>
            </p:cNvPr>
            <p:cNvSpPr/>
            <p:nvPr/>
          </p:nvSpPr>
          <p:spPr>
            <a:xfrm rot="16200000">
              <a:off x="4353407" y="3854647"/>
              <a:ext cx="213360" cy="75806"/>
            </a:xfrm>
            <a:prstGeom prst="rect">
              <a:avLst/>
            </a:prstGeom>
            <a:solidFill>
              <a:srgbClr val="40404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0" name="Textfeld 1029">
              <a:extLst>
                <a:ext uri="{FF2B5EF4-FFF2-40B4-BE49-F238E27FC236}">
                  <a16:creationId xmlns:a16="http://schemas.microsoft.com/office/drawing/2014/main" id="{7F5D7A96-B257-83B8-6B39-C0071942D809}"/>
                </a:ext>
              </a:extLst>
            </p:cNvPr>
            <p:cNvSpPr txBox="1"/>
            <p:nvPr/>
          </p:nvSpPr>
          <p:spPr>
            <a:xfrm rot="10800000">
              <a:off x="4235070" y="3615261"/>
              <a:ext cx="184731" cy="2000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endParaRPr lang="de-DE" sz="700" dirty="0"/>
            </a:p>
          </p:txBody>
        </p:sp>
        <p:cxnSp>
          <p:nvCxnSpPr>
            <p:cNvPr id="1031" name="Gerader Verbinder 1030">
              <a:extLst>
                <a:ext uri="{FF2B5EF4-FFF2-40B4-BE49-F238E27FC236}">
                  <a16:creationId xmlns:a16="http://schemas.microsoft.com/office/drawing/2014/main" id="{D1D94F68-0DEC-6883-D821-57BD0E60972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27666" y="3890455"/>
              <a:ext cx="863405" cy="3251"/>
            </a:xfrm>
            <a:prstGeom prst="line">
              <a:avLst/>
            </a:prstGeom>
            <a:ln w="31750" cap="rnd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5" name="Textfeld 1034">
              <a:extLst>
                <a:ext uri="{FF2B5EF4-FFF2-40B4-BE49-F238E27FC236}">
                  <a16:creationId xmlns:a16="http://schemas.microsoft.com/office/drawing/2014/main" id="{5BA61540-B7C4-0798-212A-9A55AAA8CDFA}"/>
                </a:ext>
              </a:extLst>
            </p:cNvPr>
            <p:cNvSpPr txBox="1"/>
            <p:nvPr/>
          </p:nvSpPr>
          <p:spPr>
            <a:xfrm rot="5400000">
              <a:off x="4038062" y="3117199"/>
              <a:ext cx="4154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chemeClr val="bg1"/>
                  </a:solidFill>
                </a:rPr>
                <a:t>EXT</a:t>
              </a:r>
            </a:p>
          </p:txBody>
        </p:sp>
        <p:sp>
          <p:nvSpPr>
            <p:cNvPr id="1036" name="Rechteck: obere Ecken abgeschnitten 1035">
              <a:extLst>
                <a:ext uri="{FF2B5EF4-FFF2-40B4-BE49-F238E27FC236}">
                  <a16:creationId xmlns:a16="http://schemas.microsoft.com/office/drawing/2014/main" id="{C12C08AB-E220-39A9-F909-C79D7521DA46}"/>
                </a:ext>
              </a:extLst>
            </p:cNvPr>
            <p:cNvSpPr/>
            <p:nvPr/>
          </p:nvSpPr>
          <p:spPr>
            <a:xfrm rot="16200000">
              <a:off x="4552205" y="3507651"/>
              <a:ext cx="390518" cy="213583"/>
            </a:xfrm>
            <a:prstGeom prst="snip2SameRect">
              <a:avLst>
                <a:gd name="adj1" fmla="val 36736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7" name="Rechteck: obere Ecken abgeschnitten 1036">
              <a:extLst>
                <a:ext uri="{FF2B5EF4-FFF2-40B4-BE49-F238E27FC236}">
                  <a16:creationId xmlns:a16="http://schemas.microsoft.com/office/drawing/2014/main" id="{ED920B8F-4785-2B90-5CB1-3396369E0482}"/>
                </a:ext>
              </a:extLst>
            </p:cNvPr>
            <p:cNvSpPr/>
            <p:nvPr/>
          </p:nvSpPr>
          <p:spPr>
            <a:xfrm rot="10800000">
              <a:off x="3680058" y="2583067"/>
              <a:ext cx="390518" cy="213583"/>
            </a:xfrm>
            <a:prstGeom prst="snip2SameRect">
              <a:avLst>
                <a:gd name="adj1" fmla="val 36736"/>
                <a:gd name="adj2" fmla="val 0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38" name="Textfeld 1037">
              <a:extLst>
                <a:ext uri="{FF2B5EF4-FFF2-40B4-BE49-F238E27FC236}">
                  <a16:creationId xmlns:a16="http://schemas.microsoft.com/office/drawing/2014/main" id="{8CB07B09-4F7B-EC01-6072-4E10AFD73E05}"/>
                </a:ext>
              </a:extLst>
            </p:cNvPr>
            <p:cNvSpPr txBox="1"/>
            <p:nvPr/>
          </p:nvSpPr>
          <p:spPr>
            <a:xfrm rot="5400000">
              <a:off x="4334014" y="2908762"/>
              <a:ext cx="51648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chemeClr val="bg1"/>
                  </a:solidFill>
                </a:rPr>
                <a:t>USB1</a:t>
              </a:r>
            </a:p>
          </p:txBody>
        </p:sp>
        <p:cxnSp>
          <p:nvCxnSpPr>
            <p:cNvPr id="1040" name="Gerader Verbinder 1039">
              <a:extLst>
                <a:ext uri="{FF2B5EF4-FFF2-40B4-BE49-F238E27FC236}">
                  <a16:creationId xmlns:a16="http://schemas.microsoft.com/office/drawing/2014/main" id="{4424E1CB-6BC0-8CAC-7C47-F62A9773992C}"/>
                </a:ext>
              </a:extLst>
            </p:cNvPr>
            <p:cNvCxnSpPr/>
            <p:nvPr/>
          </p:nvCxnSpPr>
          <p:spPr>
            <a:xfrm flipH="1">
              <a:off x="3943350" y="4464050"/>
              <a:ext cx="56099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1" name="Gerader Verbinder 1040">
              <a:extLst>
                <a:ext uri="{FF2B5EF4-FFF2-40B4-BE49-F238E27FC236}">
                  <a16:creationId xmlns:a16="http://schemas.microsoft.com/office/drawing/2014/main" id="{A97DE83C-0831-7CBC-22DF-E191D55E00E2}"/>
                </a:ext>
              </a:extLst>
            </p:cNvPr>
            <p:cNvCxnSpPr>
              <a:cxnSpLocks/>
            </p:cNvCxnSpPr>
            <p:nvPr/>
          </p:nvCxnSpPr>
          <p:spPr>
            <a:xfrm>
              <a:off x="3943350" y="3876634"/>
              <a:ext cx="0" cy="587416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4" name="Gerader Verbinder 1043">
              <a:extLst>
                <a:ext uri="{FF2B5EF4-FFF2-40B4-BE49-F238E27FC236}">
                  <a16:creationId xmlns:a16="http://schemas.microsoft.com/office/drawing/2014/main" id="{288BD213-395B-4DB8-BCB0-FCC92FCB51A4}"/>
                </a:ext>
              </a:extLst>
            </p:cNvPr>
            <p:cNvCxnSpPr>
              <a:cxnSpLocks/>
            </p:cNvCxnSpPr>
            <p:nvPr/>
          </p:nvCxnSpPr>
          <p:spPr>
            <a:xfrm>
              <a:off x="4504340" y="4464050"/>
              <a:ext cx="0" cy="450847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6" name="Gerader Verbinder 1045">
              <a:extLst>
                <a:ext uri="{FF2B5EF4-FFF2-40B4-BE49-F238E27FC236}">
                  <a16:creationId xmlns:a16="http://schemas.microsoft.com/office/drawing/2014/main" id="{7E07418C-AD57-C327-5A7D-D14291BC5AD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6250" y="3876634"/>
              <a:ext cx="927100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9" name="Gerader Verbinder 1048">
              <a:extLst>
                <a:ext uri="{FF2B5EF4-FFF2-40B4-BE49-F238E27FC236}">
                  <a16:creationId xmlns:a16="http://schemas.microsoft.com/office/drawing/2014/main" id="{4D5595AC-DEEE-9C9F-DE2E-3F91F71A465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20754" y="2724150"/>
              <a:ext cx="3496" cy="1004887"/>
            </a:xfrm>
            <a:prstGeom prst="line">
              <a:avLst/>
            </a:prstGeom>
            <a:ln w="6350">
              <a:solidFill>
                <a:schemeClr val="tx1">
                  <a:lumMod val="85000"/>
                  <a:lumOff val="1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2" name="Gerader Verbinder 1051">
              <a:extLst>
                <a:ext uri="{FF2B5EF4-FFF2-40B4-BE49-F238E27FC236}">
                  <a16:creationId xmlns:a16="http://schemas.microsoft.com/office/drawing/2014/main" id="{3E4559EA-A984-E43A-7557-C9A05E9440FA}"/>
                </a:ext>
              </a:extLst>
            </p:cNvPr>
            <p:cNvCxnSpPr>
              <a:cxnSpLocks/>
              <a:endCxn id="118" idx="1"/>
            </p:cNvCxnSpPr>
            <p:nvPr/>
          </p:nvCxnSpPr>
          <p:spPr>
            <a:xfrm flipH="1">
              <a:off x="3016250" y="3729037"/>
              <a:ext cx="504504" cy="90487"/>
            </a:xfrm>
            <a:prstGeom prst="line">
              <a:avLst/>
            </a:prstGeom>
            <a:ln w="6350">
              <a:solidFill>
                <a:schemeClr val="tx1">
                  <a:lumMod val="85000"/>
                  <a:lumOff val="15000"/>
                </a:schemeClr>
              </a:solidFill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7" name="Textfeld 1056">
              <a:extLst>
                <a:ext uri="{FF2B5EF4-FFF2-40B4-BE49-F238E27FC236}">
                  <a16:creationId xmlns:a16="http://schemas.microsoft.com/office/drawing/2014/main" id="{54633781-60E1-DB18-E09B-125F03538761}"/>
                </a:ext>
              </a:extLst>
            </p:cNvPr>
            <p:cNvSpPr txBox="1"/>
            <p:nvPr/>
          </p:nvSpPr>
          <p:spPr>
            <a:xfrm rot="5400000">
              <a:off x="3092030" y="2855953"/>
              <a:ext cx="3016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>
                  <a:solidFill>
                    <a:schemeClr val="bg1"/>
                  </a:solidFill>
                </a:rPr>
                <a:t>I1</a:t>
              </a:r>
            </a:p>
          </p:txBody>
        </p:sp>
        <p:cxnSp>
          <p:nvCxnSpPr>
            <p:cNvPr id="1058" name="Gerader Verbinder 1057">
              <a:extLst>
                <a:ext uri="{FF2B5EF4-FFF2-40B4-BE49-F238E27FC236}">
                  <a16:creationId xmlns:a16="http://schemas.microsoft.com/office/drawing/2014/main" id="{29098CEC-5020-FE5C-B76F-7EC0507B8D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016250" y="3333305"/>
              <a:ext cx="213923" cy="0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Gerader Verbinder 1059">
              <a:extLst>
                <a:ext uri="{FF2B5EF4-FFF2-40B4-BE49-F238E27FC236}">
                  <a16:creationId xmlns:a16="http://schemas.microsoft.com/office/drawing/2014/main" id="{9ED74DFC-FE8C-801A-3E99-789CAB8463D4}"/>
                </a:ext>
              </a:extLst>
            </p:cNvPr>
            <p:cNvCxnSpPr>
              <a:cxnSpLocks/>
            </p:cNvCxnSpPr>
            <p:nvPr/>
          </p:nvCxnSpPr>
          <p:spPr>
            <a:xfrm>
              <a:off x="3230173" y="3333305"/>
              <a:ext cx="0" cy="130263"/>
            </a:xfrm>
            <a:prstGeom prst="line">
              <a:avLst/>
            </a:prstGeom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62" name="Ellipse 1061">
              <a:extLst>
                <a:ext uri="{FF2B5EF4-FFF2-40B4-BE49-F238E27FC236}">
                  <a16:creationId xmlns:a16="http://schemas.microsoft.com/office/drawing/2014/main" id="{0468F28A-4314-A774-2B2C-CE5F5A540FB0}"/>
                </a:ext>
              </a:extLst>
            </p:cNvPr>
            <p:cNvSpPr/>
            <p:nvPr/>
          </p:nvSpPr>
          <p:spPr>
            <a:xfrm>
              <a:off x="3181002" y="3110974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3" name="Ellipse 1062">
              <a:extLst>
                <a:ext uri="{FF2B5EF4-FFF2-40B4-BE49-F238E27FC236}">
                  <a16:creationId xmlns:a16="http://schemas.microsoft.com/office/drawing/2014/main" id="{B8FF3768-828B-0161-9EAB-811D9771ECC9}"/>
                </a:ext>
              </a:extLst>
            </p:cNvPr>
            <p:cNvSpPr/>
            <p:nvPr/>
          </p:nvSpPr>
          <p:spPr>
            <a:xfrm>
              <a:off x="3177683" y="3497873"/>
              <a:ext cx="108000" cy="108000"/>
            </a:xfrm>
            <a:prstGeom prst="ellipse">
              <a:avLst/>
            </a:prstGeom>
            <a:solidFill>
              <a:schemeClr val="tx1">
                <a:lumMod val="85000"/>
                <a:lumOff val="15000"/>
              </a:schemeClr>
            </a:solidFill>
            <a:ln w="1905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065" name="Rechteck 1064">
              <a:extLst>
                <a:ext uri="{FF2B5EF4-FFF2-40B4-BE49-F238E27FC236}">
                  <a16:creationId xmlns:a16="http://schemas.microsoft.com/office/drawing/2014/main" id="{9E295483-9CCE-3F7A-C638-849B1ACF6D41}"/>
                </a:ext>
              </a:extLst>
            </p:cNvPr>
            <p:cNvSpPr/>
            <p:nvPr/>
          </p:nvSpPr>
          <p:spPr>
            <a:xfrm>
              <a:off x="3016249" y="3988459"/>
              <a:ext cx="829029" cy="926438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60000"/>
                    <a:lumOff val="40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pic>
          <p:nvPicPr>
            <p:cNvPr id="1176" name="Grafik 1175">
              <a:extLst>
                <a:ext uri="{FF2B5EF4-FFF2-40B4-BE49-F238E27FC236}">
                  <a16:creationId xmlns:a16="http://schemas.microsoft.com/office/drawing/2014/main" id="{64113295-6707-2D36-3EC2-DF92739FB2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446100" y="2556786"/>
              <a:ext cx="1987778" cy="2413730"/>
            </a:xfrm>
            <a:prstGeom prst="rect">
              <a:avLst/>
            </a:prstGeom>
          </p:spPr>
        </p:pic>
        <p:cxnSp>
          <p:nvCxnSpPr>
            <p:cNvPr id="1177" name="Gerader Verbinder 1176">
              <a:extLst>
                <a:ext uri="{FF2B5EF4-FFF2-40B4-BE49-F238E27FC236}">
                  <a16:creationId xmlns:a16="http://schemas.microsoft.com/office/drawing/2014/main" id="{41660A3A-7B2C-3DA7-3FA4-E765475D2E2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327435" y="4268902"/>
              <a:ext cx="1578065" cy="0"/>
            </a:xfrm>
            <a:prstGeom prst="line">
              <a:avLst/>
            </a:prstGeom>
            <a:ln w="31750" cap="rnd">
              <a:solidFill>
                <a:srgbClr val="996633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9" name="Gerader Verbinder 1178">
              <a:extLst>
                <a:ext uri="{FF2B5EF4-FFF2-40B4-BE49-F238E27FC236}">
                  <a16:creationId xmlns:a16="http://schemas.microsoft.com/office/drawing/2014/main" id="{DC80C8F7-DA41-462F-E815-437ED67E7956}"/>
                </a:ext>
              </a:extLst>
            </p:cNvPr>
            <p:cNvCxnSpPr>
              <a:cxnSpLocks/>
            </p:cNvCxnSpPr>
            <p:nvPr/>
          </p:nvCxnSpPr>
          <p:spPr>
            <a:xfrm>
              <a:off x="5905500" y="3702589"/>
              <a:ext cx="0" cy="566313"/>
            </a:xfrm>
            <a:prstGeom prst="line">
              <a:avLst/>
            </a:prstGeom>
            <a:ln w="31750" cap="rnd">
              <a:solidFill>
                <a:srgbClr val="996633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4" name="Gerader Verbinder 1183">
              <a:extLst>
                <a:ext uri="{FF2B5EF4-FFF2-40B4-BE49-F238E27FC236}">
                  <a16:creationId xmlns:a16="http://schemas.microsoft.com/office/drawing/2014/main" id="{B1D5FDC9-D83D-3255-A5A1-385E059B769A}"/>
                </a:ext>
              </a:extLst>
            </p:cNvPr>
            <p:cNvCxnSpPr>
              <a:cxnSpLocks/>
            </p:cNvCxnSpPr>
            <p:nvPr/>
          </p:nvCxnSpPr>
          <p:spPr>
            <a:xfrm>
              <a:off x="4163824" y="3906935"/>
              <a:ext cx="81987" cy="78810"/>
            </a:xfrm>
            <a:prstGeom prst="line">
              <a:avLst/>
            </a:prstGeom>
            <a:ln w="31750" cap="rnd">
              <a:solidFill>
                <a:srgbClr val="FFC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6" name="Gerader Verbinder 1185">
              <a:extLst>
                <a:ext uri="{FF2B5EF4-FFF2-40B4-BE49-F238E27FC236}">
                  <a16:creationId xmlns:a16="http://schemas.microsoft.com/office/drawing/2014/main" id="{12546308-89F9-6BB1-6AD9-59571CC546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249272" y="3982959"/>
              <a:ext cx="1118429" cy="5691"/>
            </a:xfrm>
            <a:prstGeom prst="line">
              <a:avLst/>
            </a:prstGeom>
            <a:ln w="31750" cap="rnd">
              <a:solidFill>
                <a:srgbClr val="FFC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9" name="Gerader Verbinder 1188">
              <a:extLst>
                <a:ext uri="{FF2B5EF4-FFF2-40B4-BE49-F238E27FC236}">
                  <a16:creationId xmlns:a16="http://schemas.microsoft.com/office/drawing/2014/main" id="{1ABAC8D8-C9E4-CC49-0BD5-5A03806B7387}"/>
                </a:ext>
              </a:extLst>
            </p:cNvPr>
            <p:cNvCxnSpPr>
              <a:cxnSpLocks/>
            </p:cNvCxnSpPr>
            <p:nvPr/>
          </p:nvCxnSpPr>
          <p:spPr>
            <a:xfrm>
              <a:off x="5367701" y="3429000"/>
              <a:ext cx="0" cy="549188"/>
            </a:xfrm>
            <a:prstGeom prst="line">
              <a:avLst/>
            </a:prstGeom>
            <a:ln w="31750" cap="rnd">
              <a:solidFill>
                <a:srgbClr val="FFC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2" name="Gerader Verbinder 1191">
              <a:extLst>
                <a:ext uri="{FF2B5EF4-FFF2-40B4-BE49-F238E27FC236}">
                  <a16:creationId xmlns:a16="http://schemas.microsoft.com/office/drawing/2014/main" id="{EFD05870-47A9-7B74-7DE6-95291D2D897A}"/>
                </a:ext>
              </a:extLst>
            </p:cNvPr>
            <p:cNvCxnSpPr>
              <a:cxnSpLocks/>
            </p:cNvCxnSpPr>
            <p:nvPr/>
          </p:nvCxnSpPr>
          <p:spPr>
            <a:xfrm>
              <a:off x="5374798" y="3422278"/>
              <a:ext cx="659063" cy="0"/>
            </a:xfrm>
            <a:prstGeom prst="line">
              <a:avLst/>
            </a:prstGeom>
            <a:ln w="31750" cap="rnd">
              <a:solidFill>
                <a:srgbClr val="FFC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6" name="Gerader Verbinder 1195">
              <a:extLst>
                <a:ext uri="{FF2B5EF4-FFF2-40B4-BE49-F238E27FC236}">
                  <a16:creationId xmlns:a16="http://schemas.microsoft.com/office/drawing/2014/main" id="{7667E1FE-E627-7F59-DF02-53B13B955616}"/>
                </a:ext>
              </a:extLst>
            </p:cNvPr>
            <p:cNvCxnSpPr>
              <a:cxnSpLocks/>
            </p:cNvCxnSpPr>
            <p:nvPr/>
          </p:nvCxnSpPr>
          <p:spPr>
            <a:xfrm>
              <a:off x="6033861" y="3419183"/>
              <a:ext cx="0" cy="266905"/>
            </a:xfrm>
            <a:prstGeom prst="line">
              <a:avLst/>
            </a:prstGeom>
            <a:ln w="31750" cap="rnd">
              <a:solidFill>
                <a:srgbClr val="FFC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8" name="Gerader Verbinder 1197">
              <a:extLst>
                <a:ext uri="{FF2B5EF4-FFF2-40B4-BE49-F238E27FC236}">
                  <a16:creationId xmlns:a16="http://schemas.microsoft.com/office/drawing/2014/main" id="{6397FBE0-93EB-8830-F7A1-C552DFE3A64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071" y="3255455"/>
              <a:ext cx="0" cy="635000"/>
            </a:xfrm>
            <a:prstGeom prst="line">
              <a:avLst/>
            </a:prstGeom>
            <a:ln w="31750" cap="rnd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1" name="Gerader Verbinder 1200">
              <a:extLst>
                <a:ext uri="{FF2B5EF4-FFF2-40B4-BE49-F238E27FC236}">
                  <a16:creationId xmlns:a16="http://schemas.microsoft.com/office/drawing/2014/main" id="{C341A600-886C-0845-F075-89E34EE319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191071" y="3251444"/>
              <a:ext cx="971550" cy="3251"/>
            </a:xfrm>
            <a:prstGeom prst="line">
              <a:avLst/>
            </a:prstGeom>
            <a:ln w="31750" cap="rnd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2" name="Gerader Verbinder 1201">
              <a:extLst>
                <a:ext uri="{FF2B5EF4-FFF2-40B4-BE49-F238E27FC236}">
                  <a16:creationId xmlns:a16="http://schemas.microsoft.com/office/drawing/2014/main" id="{A60642B0-8D10-0637-B184-5179E5831FE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162621" y="3251444"/>
              <a:ext cx="0" cy="434644"/>
            </a:xfrm>
            <a:prstGeom prst="line">
              <a:avLst/>
            </a:prstGeom>
            <a:ln w="31750" cap="rnd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4" name="Textfeld 63">
              <a:extLst>
                <a:ext uri="{FF2B5EF4-FFF2-40B4-BE49-F238E27FC236}">
                  <a16:creationId xmlns:a16="http://schemas.microsoft.com/office/drawing/2014/main" id="{30725E95-4BC9-7ABC-D6CF-D42763CDE12E}"/>
                </a:ext>
              </a:extLst>
            </p:cNvPr>
            <p:cNvSpPr txBox="1"/>
            <p:nvPr/>
          </p:nvSpPr>
          <p:spPr>
            <a:xfrm>
              <a:off x="4717761" y="3654800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1200" dirty="0"/>
                <a:t>SDC</a:t>
              </a:r>
            </a:p>
          </p:txBody>
        </p:sp>
        <p:sp>
          <p:nvSpPr>
            <p:cNvPr id="110" name="Textfeld 109">
              <a:extLst>
                <a:ext uri="{FF2B5EF4-FFF2-40B4-BE49-F238E27FC236}">
                  <a16:creationId xmlns:a16="http://schemas.microsoft.com/office/drawing/2014/main" id="{D89F6A8B-8F93-F481-EE79-94D29EC4F4E7}"/>
                </a:ext>
              </a:extLst>
            </p:cNvPr>
            <p:cNvSpPr txBox="1"/>
            <p:nvPr/>
          </p:nvSpPr>
          <p:spPr>
            <a:xfrm>
              <a:off x="3094825" y="4976030"/>
              <a:ext cx="15413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dirty="0"/>
                <a:t>TXT-Controller</a:t>
              </a:r>
            </a:p>
          </p:txBody>
        </p:sp>
        <p:sp>
          <p:nvSpPr>
            <p:cNvPr id="1205" name="Textfeld 1204">
              <a:extLst>
                <a:ext uri="{FF2B5EF4-FFF2-40B4-BE49-F238E27FC236}">
                  <a16:creationId xmlns:a16="http://schemas.microsoft.com/office/drawing/2014/main" id="{F1C15713-D2DD-16C5-A9B5-8FE445131137}"/>
                </a:ext>
              </a:extLst>
            </p:cNvPr>
            <p:cNvSpPr txBox="1"/>
            <p:nvPr/>
          </p:nvSpPr>
          <p:spPr>
            <a:xfrm>
              <a:off x="5798886" y="4965316"/>
              <a:ext cx="12014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de-DE"/>
              </a:defPPr>
              <a:lvl1pPr algn="ctr">
                <a:defRPr/>
              </a:lvl1pPr>
            </a:lstStyle>
            <a:p>
              <a:r>
                <a:rPr lang="de-DE" dirty="0" err="1"/>
                <a:t>ftSwarmRS</a:t>
              </a:r>
              <a:endParaRPr lang="de-DE" dirty="0"/>
            </a:p>
          </p:txBody>
        </p:sp>
      </p:grpSp>
      <p:grpSp>
        <p:nvGrpSpPr>
          <p:cNvPr id="1270" name="Gruppieren 1269">
            <a:extLst>
              <a:ext uri="{FF2B5EF4-FFF2-40B4-BE49-F238E27FC236}">
                <a16:creationId xmlns:a16="http://schemas.microsoft.com/office/drawing/2014/main" id="{6F8099BF-3BEC-EDE0-E40E-457F6A7D6415}"/>
              </a:ext>
            </a:extLst>
          </p:cNvPr>
          <p:cNvGrpSpPr/>
          <p:nvPr/>
        </p:nvGrpSpPr>
        <p:grpSpPr>
          <a:xfrm>
            <a:off x="6742352" y="2997528"/>
            <a:ext cx="4417629" cy="2788576"/>
            <a:chOff x="6742352" y="2997528"/>
            <a:chExt cx="4417629" cy="2788576"/>
          </a:xfrm>
        </p:grpSpPr>
        <p:grpSp>
          <p:nvGrpSpPr>
            <p:cNvPr id="1209" name="Gruppieren 1208">
              <a:extLst>
                <a:ext uri="{FF2B5EF4-FFF2-40B4-BE49-F238E27FC236}">
                  <a16:creationId xmlns:a16="http://schemas.microsoft.com/office/drawing/2014/main" id="{271F680D-741F-7D9E-E401-A1439F4B1BCA}"/>
                </a:ext>
              </a:extLst>
            </p:cNvPr>
            <p:cNvGrpSpPr/>
            <p:nvPr/>
          </p:nvGrpSpPr>
          <p:grpSpPr>
            <a:xfrm>
              <a:off x="6742352" y="2997528"/>
              <a:ext cx="4417629" cy="2788576"/>
              <a:chOff x="3016249" y="2556786"/>
              <a:chExt cx="4417629" cy="2788576"/>
            </a:xfrm>
          </p:grpSpPr>
          <p:sp>
            <p:nvSpPr>
              <p:cNvPr id="1212" name="Rechteck 1211">
                <a:extLst>
                  <a:ext uri="{FF2B5EF4-FFF2-40B4-BE49-F238E27FC236}">
                    <a16:creationId xmlns:a16="http://schemas.microsoft.com/office/drawing/2014/main" id="{5496CA22-1255-0568-E287-DC71CD041CD3}"/>
                  </a:ext>
                </a:extLst>
              </p:cNvPr>
              <p:cNvSpPr/>
              <p:nvPr/>
            </p:nvSpPr>
            <p:spPr>
              <a:xfrm>
                <a:off x="3016250" y="2724150"/>
                <a:ext cx="1698625" cy="2190748"/>
              </a:xfrm>
              <a:prstGeom prst="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13" name="Rechteck 1212">
                <a:extLst>
                  <a:ext uri="{FF2B5EF4-FFF2-40B4-BE49-F238E27FC236}">
                    <a16:creationId xmlns:a16="http://schemas.microsoft.com/office/drawing/2014/main" id="{951E002C-E05C-6F74-2CF2-2288C56D0187}"/>
                  </a:ext>
                </a:extLst>
              </p:cNvPr>
              <p:cNvSpPr/>
              <p:nvPr/>
            </p:nvSpPr>
            <p:spPr>
              <a:xfrm rot="16200000">
                <a:off x="3758511" y="3703227"/>
                <a:ext cx="974600" cy="37445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 w="317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14" name="Rechteck 1213">
                <a:extLst>
                  <a:ext uri="{FF2B5EF4-FFF2-40B4-BE49-F238E27FC236}">
                    <a16:creationId xmlns:a16="http://schemas.microsoft.com/office/drawing/2014/main" id="{DBD4096A-6562-1C81-EB14-25B2EA6BF214}"/>
                  </a:ext>
                </a:extLst>
              </p:cNvPr>
              <p:cNvSpPr/>
              <p:nvPr/>
            </p:nvSpPr>
            <p:spPr>
              <a:xfrm rot="16200000">
                <a:off x="4118104" y="4213631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15" name="Rechteck 1214">
                <a:extLst>
                  <a:ext uri="{FF2B5EF4-FFF2-40B4-BE49-F238E27FC236}">
                    <a16:creationId xmlns:a16="http://schemas.microsoft.com/office/drawing/2014/main" id="{05845F69-366D-9765-C958-676E8D7CAD0E}"/>
                  </a:ext>
                </a:extLst>
              </p:cNvPr>
              <p:cNvSpPr/>
              <p:nvPr/>
            </p:nvSpPr>
            <p:spPr>
              <a:xfrm rot="16200000">
                <a:off x="4118104" y="402976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16" name="Rechteck 1215">
                <a:extLst>
                  <a:ext uri="{FF2B5EF4-FFF2-40B4-BE49-F238E27FC236}">
                    <a16:creationId xmlns:a16="http://schemas.microsoft.com/office/drawing/2014/main" id="{1DCFFF2F-51F3-DE8C-75CC-463FC9EE2BE7}"/>
                  </a:ext>
                </a:extLst>
              </p:cNvPr>
              <p:cNvSpPr/>
              <p:nvPr/>
            </p:nvSpPr>
            <p:spPr>
              <a:xfrm rot="16200000">
                <a:off x="4118104" y="38458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17" name="Rechteck 1216">
                <a:extLst>
                  <a:ext uri="{FF2B5EF4-FFF2-40B4-BE49-F238E27FC236}">
                    <a16:creationId xmlns:a16="http://schemas.microsoft.com/office/drawing/2014/main" id="{0EC2F32F-6623-0724-7DE5-D13D3C3EB69E}"/>
                  </a:ext>
                </a:extLst>
              </p:cNvPr>
              <p:cNvSpPr/>
              <p:nvPr/>
            </p:nvSpPr>
            <p:spPr>
              <a:xfrm rot="16200000">
                <a:off x="4118104" y="3662018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18" name="Rechteck 1217">
                <a:extLst>
                  <a:ext uri="{FF2B5EF4-FFF2-40B4-BE49-F238E27FC236}">
                    <a16:creationId xmlns:a16="http://schemas.microsoft.com/office/drawing/2014/main" id="{5EB8335C-48A2-8F92-2656-A162632E7955}"/>
                  </a:ext>
                </a:extLst>
              </p:cNvPr>
              <p:cNvSpPr/>
              <p:nvPr/>
            </p:nvSpPr>
            <p:spPr>
              <a:xfrm rot="16200000">
                <a:off x="4118104" y="3478147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19" name="Rechteck 1218">
                <a:extLst>
                  <a:ext uri="{FF2B5EF4-FFF2-40B4-BE49-F238E27FC236}">
                    <a16:creationId xmlns:a16="http://schemas.microsoft.com/office/drawing/2014/main" id="{64C0428B-647D-15AF-31AC-C5151197DD54}"/>
                  </a:ext>
                </a:extLst>
              </p:cNvPr>
              <p:cNvSpPr/>
              <p:nvPr/>
            </p:nvSpPr>
            <p:spPr>
              <a:xfrm rot="16200000">
                <a:off x="4282888" y="4212990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20" name="Rechteck 1219">
                <a:extLst>
                  <a:ext uri="{FF2B5EF4-FFF2-40B4-BE49-F238E27FC236}">
                    <a16:creationId xmlns:a16="http://schemas.microsoft.com/office/drawing/2014/main" id="{E35EF2DE-BA76-3D57-F083-D6642C729694}"/>
                  </a:ext>
                </a:extLst>
              </p:cNvPr>
              <p:cNvSpPr/>
              <p:nvPr/>
            </p:nvSpPr>
            <p:spPr>
              <a:xfrm rot="16200000">
                <a:off x="4282888" y="402911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21" name="Rechteck 1220">
                <a:extLst>
                  <a:ext uri="{FF2B5EF4-FFF2-40B4-BE49-F238E27FC236}">
                    <a16:creationId xmlns:a16="http://schemas.microsoft.com/office/drawing/2014/main" id="{E0655D82-A7D5-7336-2572-D29F9FA0A34D}"/>
                  </a:ext>
                </a:extLst>
              </p:cNvPr>
              <p:cNvSpPr/>
              <p:nvPr/>
            </p:nvSpPr>
            <p:spPr>
              <a:xfrm rot="16200000">
                <a:off x="4282888" y="3845248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22" name="Rechteck 1221">
                <a:extLst>
                  <a:ext uri="{FF2B5EF4-FFF2-40B4-BE49-F238E27FC236}">
                    <a16:creationId xmlns:a16="http://schemas.microsoft.com/office/drawing/2014/main" id="{F057A754-886F-6980-3FA6-E9D2A7E1186E}"/>
                  </a:ext>
                </a:extLst>
              </p:cNvPr>
              <p:cNvSpPr/>
              <p:nvPr/>
            </p:nvSpPr>
            <p:spPr>
              <a:xfrm rot="16200000">
                <a:off x="4282888" y="3666457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23" name="Rechteck 1222">
                <a:extLst>
                  <a:ext uri="{FF2B5EF4-FFF2-40B4-BE49-F238E27FC236}">
                    <a16:creationId xmlns:a16="http://schemas.microsoft.com/office/drawing/2014/main" id="{D41CD8F3-7BC1-9BC5-2198-E412360D5295}"/>
                  </a:ext>
                </a:extLst>
              </p:cNvPr>
              <p:cNvSpPr/>
              <p:nvPr/>
            </p:nvSpPr>
            <p:spPr>
              <a:xfrm rot="16200000">
                <a:off x="4282888" y="3477506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24" name="Rechteck 1223">
                <a:extLst>
                  <a:ext uri="{FF2B5EF4-FFF2-40B4-BE49-F238E27FC236}">
                    <a16:creationId xmlns:a16="http://schemas.microsoft.com/office/drawing/2014/main" id="{149ED234-4534-4BF4-F305-A645FC127527}"/>
                  </a:ext>
                </a:extLst>
              </p:cNvPr>
              <p:cNvSpPr/>
              <p:nvPr/>
            </p:nvSpPr>
            <p:spPr>
              <a:xfrm rot="16200000">
                <a:off x="4353407" y="3854647"/>
                <a:ext cx="213360" cy="75806"/>
              </a:xfrm>
              <a:prstGeom prst="rect">
                <a:avLst/>
              </a:prstGeom>
              <a:solidFill>
                <a:srgbClr val="40404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25" name="Textfeld 1224">
                <a:extLst>
                  <a:ext uri="{FF2B5EF4-FFF2-40B4-BE49-F238E27FC236}">
                    <a16:creationId xmlns:a16="http://schemas.microsoft.com/office/drawing/2014/main" id="{C0990351-F2C6-3419-19F9-B060940CFE5F}"/>
                  </a:ext>
                </a:extLst>
              </p:cNvPr>
              <p:cNvSpPr txBox="1"/>
              <p:nvPr/>
            </p:nvSpPr>
            <p:spPr>
              <a:xfrm rot="10800000">
                <a:off x="4235070" y="3615261"/>
                <a:ext cx="184731" cy="20005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endParaRPr lang="de-DE" sz="700" dirty="0"/>
              </a:p>
            </p:txBody>
          </p:sp>
          <p:cxnSp>
            <p:nvCxnSpPr>
              <p:cNvPr id="1226" name="Gerader Verbinder 1225">
                <a:extLst>
                  <a:ext uri="{FF2B5EF4-FFF2-40B4-BE49-F238E27FC236}">
                    <a16:creationId xmlns:a16="http://schemas.microsoft.com/office/drawing/2014/main" id="{3BF97C29-9C80-71EB-7C04-54B48275A6B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327666" y="3890455"/>
                <a:ext cx="863405" cy="3251"/>
              </a:xfrm>
              <a:prstGeom prst="line">
                <a:avLst/>
              </a:prstGeom>
              <a:ln w="31750" cap="rnd">
                <a:solidFill>
                  <a:srgbClr val="FF0000"/>
                </a:solidFill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27" name="Textfeld 1226">
                <a:extLst>
                  <a:ext uri="{FF2B5EF4-FFF2-40B4-BE49-F238E27FC236}">
                    <a16:creationId xmlns:a16="http://schemas.microsoft.com/office/drawing/2014/main" id="{3232FD87-A954-9E93-44E7-82A18366C90D}"/>
                  </a:ext>
                </a:extLst>
              </p:cNvPr>
              <p:cNvSpPr txBox="1"/>
              <p:nvPr/>
            </p:nvSpPr>
            <p:spPr>
              <a:xfrm rot="5400000">
                <a:off x="4038062" y="3117199"/>
                <a:ext cx="4154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solidFill>
                      <a:schemeClr val="bg1"/>
                    </a:solidFill>
                  </a:rPr>
                  <a:t>EXT</a:t>
                </a:r>
              </a:p>
            </p:txBody>
          </p:sp>
          <p:sp>
            <p:nvSpPr>
              <p:cNvPr id="1228" name="Rechteck: obere Ecken abgeschnitten 1227">
                <a:extLst>
                  <a:ext uri="{FF2B5EF4-FFF2-40B4-BE49-F238E27FC236}">
                    <a16:creationId xmlns:a16="http://schemas.microsoft.com/office/drawing/2014/main" id="{A18DD6DC-3BD5-DED0-48E0-1DC8F7C8155E}"/>
                  </a:ext>
                </a:extLst>
              </p:cNvPr>
              <p:cNvSpPr/>
              <p:nvPr/>
            </p:nvSpPr>
            <p:spPr>
              <a:xfrm rot="16200000">
                <a:off x="4552205" y="3507651"/>
                <a:ext cx="390518" cy="213583"/>
              </a:xfrm>
              <a:prstGeom prst="snip2SameRect">
                <a:avLst>
                  <a:gd name="adj1" fmla="val 36736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29" name="Rechteck: obere Ecken abgeschnitten 1228">
                <a:extLst>
                  <a:ext uri="{FF2B5EF4-FFF2-40B4-BE49-F238E27FC236}">
                    <a16:creationId xmlns:a16="http://schemas.microsoft.com/office/drawing/2014/main" id="{77B27742-F5A1-5A90-15F8-30F93C4905DD}"/>
                  </a:ext>
                </a:extLst>
              </p:cNvPr>
              <p:cNvSpPr/>
              <p:nvPr/>
            </p:nvSpPr>
            <p:spPr>
              <a:xfrm rot="10800000">
                <a:off x="3680058" y="2583067"/>
                <a:ext cx="390518" cy="213583"/>
              </a:xfrm>
              <a:prstGeom prst="snip2SameRect">
                <a:avLst>
                  <a:gd name="adj1" fmla="val 36736"/>
                  <a:gd name="adj2" fmla="val 0"/>
                </a:avLst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30" name="Textfeld 1229">
                <a:extLst>
                  <a:ext uri="{FF2B5EF4-FFF2-40B4-BE49-F238E27FC236}">
                    <a16:creationId xmlns:a16="http://schemas.microsoft.com/office/drawing/2014/main" id="{624C5F8A-EB0A-6604-1FF0-0815A36C594B}"/>
                  </a:ext>
                </a:extLst>
              </p:cNvPr>
              <p:cNvSpPr txBox="1"/>
              <p:nvPr/>
            </p:nvSpPr>
            <p:spPr>
              <a:xfrm rot="5400000">
                <a:off x="4334014" y="2908762"/>
                <a:ext cx="5164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solidFill>
                      <a:schemeClr val="bg1"/>
                    </a:solidFill>
                  </a:rPr>
                  <a:t>USB1</a:t>
                </a:r>
              </a:p>
            </p:txBody>
          </p:sp>
          <p:cxnSp>
            <p:nvCxnSpPr>
              <p:cNvPr id="1231" name="Gerader Verbinder 1230">
                <a:extLst>
                  <a:ext uri="{FF2B5EF4-FFF2-40B4-BE49-F238E27FC236}">
                    <a16:creationId xmlns:a16="http://schemas.microsoft.com/office/drawing/2014/main" id="{FB0526A7-8896-68B8-AE0D-0BE8521342B2}"/>
                  </a:ext>
                </a:extLst>
              </p:cNvPr>
              <p:cNvCxnSpPr/>
              <p:nvPr/>
            </p:nvCxnSpPr>
            <p:spPr>
              <a:xfrm flipH="1">
                <a:off x="3943350" y="4464050"/>
                <a:ext cx="560990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2" name="Gerader Verbinder 1231">
                <a:extLst>
                  <a:ext uri="{FF2B5EF4-FFF2-40B4-BE49-F238E27FC236}">
                    <a16:creationId xmlns:a16="http://schemas.microsoft.com/office/drawing/2014/main" id="{7C97B808-F997-5A73-67A1-0525B936CA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943350" y="3876634"/>
                <a:ext cx="0" cy="587416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3" name="Gerader Verbinder 1232">
                <a:extLst>
                  <a:ext uri="{FF2B5EF4-FFF2-40B4-BE49-F238E27FC236}">
                    <a16:creationId xmlns:a16="http://schemas.microsoft.com/office/drawing/2014/main" id="{63F850BB-5F1D-4242-B339-C1C1B77C647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04340" y="4464050"/>
                <a:ext cx="0" cy="450847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4" name="Gerader Verbinder 1233">
                <a:extLst>
                  <a:ext uri="{FF2B5EF4-FFF2-40B4-BE49-F238E27FC236}">
                    <a16:creationId xmlns:a16="http://schemas.microsoft.com/office/drawing/2014/main" id="{A8132E18-EC9A-452F-28FF-BAA9559C12D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16250" y="3876634"/>
                <a:ext cx="927100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5" name="Gerader Verbinder 1234">
                <a:extLst>
                  <a:ext uri="{FF2B5EF4-FFF2-40B4-BE49-F238E27FC236}">
                    <a16:creationId xmlns:a16="http://schemas.microsoft.com/office/drawing/2014/main" id="{3FB64D54-B894-F070-3C8F-06C1474F281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520754" y="2724150"/>
                <a:ext cx="3496" cy="1004887"/>
              </a:xfrm>
              <a:prstGeom prst="line">
                <a:avLst/>
              </a:prstGeom>
              <a:ln w="6350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6" name="Gerader Verbinder 1235">
                <a:extLst>
                  <a:ext uri="{FF2B5EF4-FFF2-40B4-BE49-F238E27FC236}">
                    <a16:creationId xmlns:a16="http://schemas.microsoft.com/office/drawing/2014/main" id="{79D50D53-4FE6-B2AB-8E7F-FCBDD82AAB51}"/>
                  </a:ext>
                </a:extLst>
              </p:cNvPr>
              <p:cNvCxnSpPr>
                <a:cxnSpLocks/>
                <a:endCxn id="1212" idx="1"/>
              </p:cNvCxnSpPr>
              <p:nvPr/>
            </p:nvCxnSpPr>
            <p:spPr>
              <a:xfrm flipH="1">
                <a:off x="3016250" y="3729037"/>
                <a:ext cx="504504" cy="90487"/>
              </a:xfrm>
              <a:prstGeom prst="line">
                <a:avLst/>
              </a:prstGeom>
              <a:ln w="6350">
                <a:solidFill>
                  <a:schemeClr val="tx1">
                    <a:lumMod val="85000"/>
                    <a:lumOff val="15000"/>
                  </a:schemeClr>
                </a:solidFill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7" name="Textfeld 1236">
                <a:extLst>
                  <a:ext uri="{FF2B5EF4-FFF2-40B4-BE49-F238E27FC236}">
                    <a16:creationId xmlns:a16="http://schemas.microsoft.com/office/drawing/2014/main" id="{E7B598EB-F191-7BBD-7149-377BA7772CE0}"/>
                  </a:ext>
                </a:extLst>
              </p:cNvPr>
              <p:cNvSpPr txBox="1"/>
              <p:nvPr/>
            </p:nvSpPr>
            <p:spPr>
              <a:xfrm rot="5400000">
                <a:off x="3092030" y="2855953"/>
                <a:ext cx="30168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>
                    <a:solidFill>
                      <a:schemeClr val="bg1"/>
                    </a:solidFill>
                  </a:rPr>
                  <a:t>I1</a:t>
                </a:r>
              </a:p>
            </p:txBody>
          </p:sp>
          <p:cxnSp>
            <p:nvCxnSpPr>
              <p:cNvPr id="1238" name="Gerader Verbinder 1237">
                <a:extLst>
                  <a:ext uri="{FF2B5EF4-FFF2-40B4-BE49-F238E27FC236}">
                    <a16:creationId xmlns:a16="http://schemas.microsoft.com/office/drawing/2014/main" id="{DDC37880-495A-C8F2-7689-A0608E8BFA6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016250" y="3333305"/>
                <a:ext cx="213923" cy="0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9" name="Gerader Verbinder 1238">
                <a:extLst>
                  <a:ext uri="{FF2B5EF4-FFF2-40B4-BE49-F238E27FC236}">
                    <a16:creationId xmlns:a16="http://schemas.microsoft.com/office/drawing/2014/main" id="{683D016E-5A5C-9A8A-4C7A-030C698D09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30173" y="3333305"/>
                <a:ext cx="0" cy="130263"/>
              </a:xfrm>
              <a:prstGeom prst="line">
                <a:avLst/>
              </a:prstGeom>
              <a:ln w="9525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40" name="Ellipse 1239">
                <a:extLst>
                  <a:ext uri="{FF2B5EF4-FFF2-40B4-BE49-F238E27FC236}">
                    <a16:creationId xmlns:a16="http://schemas.microsoft.com/office/drawing/2014/main" id="{22CBA4FF-E03D-04B0-7D62-9C4C7C322342}"/>
                  </a:ext>
                </a:extLst>
              </p:cNvPr>
              <p:cNvSpPr/>
              <p:nvPr/>
            </p:nvSpPr>
            <p:spPr>
              <a:xfrm>
                <a:off x="3181002" y="3110974"/>
                <a:ext cx="108000" cy="108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41" name="Ellipse 1240">
                <a:extLst>
                  <a:ext uri="{FF2B5EF4-FFF2-40B4-BE49-F238E27FC236}">
                    <a16:creationId xmlns:a16="http://schemas.microsoft.com/office/drawing/2014/main" id="{C9F31D57-F100-6F4F-DA9C-1924D45A91F7}"/>
                  </a:ext>
                </a:extLst>
              </p:cNvPr>
              <p:cNvSpPr/>
              <p:nvPr/>
            </p:nvSpPr>
            <p:spPr>
              <a:xfrm>
                <a:off x="3177683" y="3497873"/>
                <a:ext cx="108000" cy="108000"/>
              </a:xfrm>
              <a:prstGeom prst="ellipse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 w="1905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42" name="Rechteck 1241">
                <a:extLst>
                  <a:ext uri="{FF2B5EF4-FFF2-40B4-BE49-F238E27FC236}">
                    <a16:creationId xmlns:a16="http://schemas.microsoft.com/office/drawing/2014/main" id="{CD76B92A-FAA7-01AA-744C-1FF8396988B9}"/>
                  </a:ext>
                </a:extLst>
              </p:cNvPr>
              <p:cNvSpPr/>
              <p:nvPr/>
            </p:nvSpPr>
            <p:spPr>
              <a:xfrm>
                <a:off x="3016249" y="3988459"/>
                <a:ext cx="829029" cy="926438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60000"/>
                      <a:lumOff val="40000"/>
                    </a:schemeClr>
                  </a:gs>
                  <a:gs pos="74000">
                    <a:schemeClr val="accent1">
                      <a:lumMod val="45000"/>
                      <a:lumOff val="55000"/>
                    </a:schemeClr>
                  </a:gs>
                  <a:gs pos="8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08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pic>
            <p:nvPicPr>
              <p:cNvPr id="1243" name="Grafik 1242">
                <a:extLst>
                  <a:ext uri="{FF2B5EF4-FFF2-40B4-BE49-F238E27FC236}">
                    <a16:creationId xmlns:a16="http://schemas.microsoft.com/office/drawing/2014/main" id="{B78F8405-FCEA-FA40-9F7E-5531233446C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446100" y="2556786"/>
                <a:ext cx="1987778" cy="2413730"/>
              </a:xfrm>
              <a:prstGeom prst="rect">
                <a:avLst/>
              </a:prstGeom>
            </p:spPr>
          </p:pic>
          <p:cxnSp>
            <p:nvCxnSpPr>
              <p:cNvPr id="1244" name="Gerader Verbinder 1243">
                <a:extLst>
                  <a:ext uri="{FF2B5EF4-FFF2-40B4-BE49-F238E27FC236}">
                    <a16:creationId xmlns:a16="http://schemas.microsoft.com/office/drawing/2014/main" id="{013EA9AA-7BD3-B69F-1A73-162A863E31D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327435" y="4268902"/>
                <a:ext cx="1578065" cy="0"/>
              </a:xfrm>
              <a:prstGeom prst="line">
                <a:avLst/>
              </a:prstGeom>
              <a:ln w="31750" cap="rnd">
                <a:solidFill>
                  <a:srgbClr val="996633"/>
                </a:solidFill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5" name="Gerader Verbinder 1244">
                <a:extLst>
                  <a:ext uri="{FF2B5EF4-FFF2-40B4-BE49-F238E27FC236}">
                    <a16:creationId xmlns:a16="http://schemas.microsoft.com/office/drawing/2014/main" id="{EAFA9CB8-3699-DC89-DC8A-18B7E110AF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05500" y="3702589"/>
                <a:ext cx="0" cy="566313"/>
              </a:xfrm>
              <a:prstGeom prst="line">
                <a:avLst/>
              </a:prstGeom>
              <a:ln w="31750" cap="rnd">
                <a:solidFill>
                  <a:srgbClr val="996633"/>
                </a:solidFill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6" name="Gerader Verbinder 1245">
                <a:extLst>
                  <a:ext uri="{FF2B5EF4-FFF2-40B4-BE49-F238E27FC236}">
                    <a16:creationId xmlns:a16="http://schemas.microsoft.com/office/drawing/2014/main" id="{8590D934-0CBF-5DEF-8588-2C7116599A4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163824" y="3906935"/>
                <a:ext cx="81987" cy="78810"/>
              </a:xfrm>
              <a:prstGeom prst="line">
                <a:avLst/>
              </a:prstGeom>
              <a:ln w="31750" cap="rnd">
                <a:solidFill>
                  <a:srgbClr val="FFC000"/>
                </a:solidFill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7" name="Gerader Verbinder 1246">
                <a:extLst>
                  <a:ext uri="{FF2B5EF4-FFF2-40B4-BE49-F238E27FC236}">
                    <a16:creationId xmlns:a16="http://schemas.microsoft.com/office/drawing/2014/main" id="{556AFD56-0DC0-5FF8-E20D-4E60CDA725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249272" y="3982959"/>
                <a:ext cx="1118429" cy="5691"/>
              </a:xfrm>
              <a:prstGeom prst="line">
                <a:avLst/>
              </a:prstGeom>
              <a:ln w="31750" cap="rnd">
                <a:solidFill>
                  <a:srgbClr val="FFC000"/>
                </a:solidFill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8" name="Gerader Verbinder 1247">
                <a:extLst>
                  <a:ext uri="{FF2B5EF4-FFF2-40B4-BE49-F238E27FC236}">
                    <a16:creationId xmlns:a16="http://schemas.microsoft.com/office/drawing/2014/main" id="{DA52AAE5-72FA-74CC-39EE-57A663879B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67701" y="3429000"/>
                <a:ext cx="0" cy="549188"/>
              </a:xfrm>
              <a:prstGeom prst="line">
                <a:avLst/>
              </a:prstGeom>
              <a:ln w="31750" cap="rnd">
                <a:solidFill>
                  <a:srgbClr val="FFC000"/>
                </a:solidFill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9" name="Gerader Verbinder 1248">
                <a:extLst>
                  <a:ext uri="{FF2B5EF4-FFF2-40B4-BE49-F238E27FC236}">
                    <a16:creationId xmlns:a16="http://schemas.microsoft.com/office/drawing/2014/main" id="{422674AB-45AC-91C2-B842-4AF7126986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74798" y="3422278"/>
                <a:ext cx="659063" cy="0"/>
              </a:xfrm>
              <a:prstGeom prst="line">
                <a:avLst/>
              </a:prstGeom>
              <a:ln w="31750" cap="rnd">
                <a:solidFill>
                  <a:srgbClr val="FFC000"/>
                </a:solidFill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0" name="Gerader Verbinder 1249">
                <a:extLst>
                  <a:ext uri="{FF2B5EF4-FFF2-40B4-BE49-F238E27FC236}">
                    <a16:creationId xmlns:a16="http://schemas.microsoft.com/office/drawing/2014/main" id="{A41F3F5A-2F64-6B3D-3680-97EF4181215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33861" y="3419183"/>
                <a:ext cx="0" cy="266905"/>
              </a:xfrm>
              <a:prstGeom prst="line">
                <a:avLst/>
              </a:prstGeom>
              <a:ln w="31750" cap="rnd">
                <a:solidFill>
                  <a:srgbClr val="FFC000"/>
                </a:solidFill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1" name="Gerader Verbinder 1250">
                <a:extLst>
                  <a:ext uri="{FF2B5EF4-FFF2-40B4-BE49-F238E27FC236}">
                    <a16:creationId xmlns:a16="http://schemas.microsoft.com/office/drawing/2014/main" id="{3129EAA3-CD1C-4AD6-86C7-19F93AC8223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91071" y="3255455"/>
                <a:ext cx="0" cy="635000"/>
              </a:xfrm>
              <a:prstGeom prst="line">
                <a:avLst/>
              </a:prstGeom>
              <a:ln w="31750" cap="rnd">
                <a:solidFill>
                  <a:srgbClr val="FF0000"/>
                </a:solidFill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2" name="Gerader Verbinder 1251">
                <a:extLst>
                  <a:ext uri="{FF2B5EF4-FFF2-40B4-BE49-F238E27FC236}">
                    <a16:creationId xmlns:a16="http://schemas.microsoft.com/office/drawing/2014/main" id="{263CC8F1-9B0D-A7DA-2DC6-5201122C29F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191071" y="3251444"/>
                <a:ext cx="971550" cy="3251"/>
              </a:xfrm>
              <a:prstGeom prst="line">
                <a:avLst/>
              </a:prstGeom>
              <a:ln w="31750" cap="rnd">
                <a:solidFill>
                  <a:srgbClr val="FF0000"/>
                </a:solidFill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3" name="Gerader Verbinder 1252">
                <a:extLst>
                  <a:ext uri="{FF2B5EF4-FFF2-40B4-BE49-F238E27FC236}">
                    <a16:creationId xmlns:a16="http://schemas.microsoft.com/office/drawing/2014/main" id="{1BFC18C7-0E8F-BD0F-021C-BD8484EABC7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6162621" y="3251444"/>
                <a:ext cx="0" cy="434644"/>
              </a:xfrm>
              <a:prstGeom prst="line">
                <a:avLst/>
              </a:prstGeom>
              <a:ln w="31750" cap="rnd">
                <a:solidFill>
                  <a:srgbClr val="FF0000"/>
                </a:solidFill>
                <a:round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4" name="Textfeld 1253">
                <a:extLst>
                  <a:ext uri="{FF2B5EF4-FFF2-40B4-BE49-F238E27FC236}">
                    <a16:creationId xmlns:a16="http://schemas.microsoft.com/office/drawing/2014/main" id="{943FC501-4275-4690-CD20-5CD3A6B373B8}"/>
                  </a:ext>
                </a:extLst>
              </p:cNvPr>
              <p:cNvSpPr txBox="1"/>
              <p:nvPr/>
            </p:nvSpPr>
            <p:spPr>
              <a:xfrm>
                <a:off x="4733548" y="2821991"/>
                <a:ext cx="74514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Interrupt</a:t>
                </a:r>
              </a:p>
            </p:txBody>
          </p:sp>
          <p:sp>
            <p:nvSpPr>
              <p:cNvPr id="1255" name="Textfeld 1254">
                <a:extLst>
                  <a:ext uri="{FF2B5EF4-FFF2-40B4-BE49-F238E27FC236}">
                    <a16:creationId xmlns:a16="http://schemas.microsoft.com/office/drawing/2014/main" id="{4E3CD6D2-A159-3E99-A0F2-7593C6B51F57}"/>
                  </a:ext>
                </a:extLst>
              </p:cNvPr>
              <p:cNvSpPr txBox="1"/>
              <p:nvPr/>
            </p:nvSpPr>
            <p:spPr>
              <a:xfrm>
                <a:off x="3094825" y="4976030"/>
                <a:ext cx="154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dirty="0"/>
                  <a:t>TXT-Controller</a:t>
                </a:r>
              </a:p>
            </p:txBody>
          </p:sp>
          <p:sp>
            <p:nvSpPr>
              <p:cNvPr id="1256" name="Textfeld 1255">
                <a:extLst>
                  <a:ext uri="{FF2B5EF4-FFF2-40B4-BE49-F238E27FC236}">
                    <a16:creationId xmlns:a16="http://schemas.microsoft.com/office/drawing/2014/main" id="{DED5485B-0A18-B59F-A475-1028820B6B01}"/>
                  </a:ext>
                </a:extLst>
              </p:cNvPr>
              <p:cNvSpPr txBox="1"/>
              <p:nvPr/>
            </p:nvSpPr>
            <p:spPr>
              <a:xfrm>
                <a:off x="5798886" y="4965316"/>
                <a:ext cx="1201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de-DE"/>
                </a:defPPr>
                <a:lvl1pPr algn="ctr">
                  <a:defRPr/>
                </a:lvl1pPr>
              </a:lstStyle>
              <a:p>
                <a:r>
                  <a:rPr lang="de-DE" dirty="0" err="1"/>
                  <a:t>ftSwarmRS</a:t>
                </a:r>
                <a:endParaRPr lang="de-DE" dirty="0"/>
              </a:p>
            </p:txBody>
          </p:sp>
        </p:grpSp>
        <p:cxnSp>
          <p:nvCxnSpPr>
            <p:cNvPr id="1257" name="Gerader Verbinder 1256">
              <a:extLst>
                <a:ext uri="{FF2B5EF4-FFF2-40B4-BE49-F238E27FC236}">
                  <a16:creationId xmlns:a16="http://schemas.microsoft.com/office/drawing/2014/main" id="{67376946-207A-D73C-403A-775747A20C2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704467" y="3509427"/>
              <a:ext cx="665570" cy="0"/>
            </a:xfrm>
            <a:prstGeom prst="line">
              <a:avLst/>
            </a:prstGeom>
            <a:ln w="31750" cap="rnd">
              <a:solidFill>
                <a:srgbClr val="00B0F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4" name="Gerader Verbinder 1263">
              <a:extLst>
                <a:ext uri="{FF2B5EF4-FFF2-40B4-BE49-F238E27FC236}">
                  <a16:creationId xmlns:a16="http://schemas.microsoft.com/office/drawing/2014/main" id="{8EB2B9D6-833B-7816-3BF2-649DE50F47C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957588" y="3601727"/>
              <a:ext cx="1746879" cy="6565"/>
            </a:xfrm>
            <a:prstGeom prst="line">
              <a:avLst/>
            </a:prstGeom>
            <a:ln w="31750" cap="rnd">
              <a:solidFill>
                <a:srgbClr val="00B0F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7" name="Gerader Verbinder 1266">
              <a:extLst>
                <a:ext uri="{FF2B5EF4-FFF2-40B4-BE49-F238E27FC236}">
                  <a16:creationId xmlns:a16="http://schemas.microsoft.com/office/drawing/2014/main" id="{A690633E-CF4D-117B-5789-8E799449536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04467" y="3509427"/>
              <a:ext cx="0" cy="96965"/>
            </a:xfrm>
            <a:prstGeom prst="line">
              <a:avLst/>
            </a:prstGeom>
            <a:ln w="31750" cap="rnd">
              <a:solidFill>
                <a:srgbClr val="00B0F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9560393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4" name="Gruppieren 1213">
            <a:extLst>
              <a:ext uri="{FF2B5EF4-FFF2-40B4-BE49-F238E27FC236}">
                <a16:creationId xmlns:a16="http://schemas.microsoft.com/office/drawing/2014/main" id="{A9358F0D-3DF9-3582-A701-1CFBF2EEE456}"/>
              </a:ext>
            </a:extLst>
          </p:cNvPr>
          <p:cNvGrpSpPr/>
          <p:nvPr/>
        </p:nvGrpSpPr>
        <p:grpSpPr>
          <a:xfrm>
            <a:off x="5971601" y="409263"/>
            <a:ext cx="4194000" cy="4477197"/>
            <a:chOff x="5971601" y="409263"/>
            <a:chExt cx="4194000" cy="4477197"/>
          </a:xfrm>
        </p:grpSpPr>
        <p:sp>
          <p:nvSpPr>
            <p:cNvPr id="865" name="Rechteck 864">
              <a:extLst>
                <a:ext uri="{FF2B5EF4-FFF2-40B4-BE49-F238E27FC236}">
                  <a16:creationId xmlns:a16="http://schemas.microsoft.com/office/drawing/2014/main" id="{36059D86-90FF-92A7-B898-84D33E940C14}"/>
                </a:ext>
              </a:extLst>
            </p:cNvPr>
            <p:cNvSpPr/>
            <p:nvPr/>
          </p:nvSpPr>
          <p:spPr>
            <a:xfrm>
              <a:off x="5971601" y="693987"/>
              <a:ext cx="4194000" cy="4192473"/>
            </a:xfrm>
            <a:prstGeom prst="rect">
              <a:avLst/>
            </a:prstGeom>
            <a:solidFill>
              <a:schemeClr val="bg1">
                <a:lumMod val="65000"/>
                <a:alpha val="59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77" name="Rechteck 876">
              <a:extLst>
                <a:ext uri="{FF2B5EF4-FFF2-40B4-BE49-F238E27FC236}">
                  <a16:creationId xmlns:a16="http://schemas.microsoft.com/office/drawing/2014/main" id="{90C35AF5-5CAE-9741-1565-C936C1C18B52}"/>
                </a:ext>
              </a:extLst>
            </p:cNvPr>
            <p:cNvSpPr/>
            <p:nvPr/>
          </p:nvSpPr>
          <p:spPr>
            <a:xfrm>
              <a:off x="7790106" y="636732"/>
              <a:ext cx="396783" cy="4571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78" name="Textfeld 877">
              <a:extLst>
                <a:ext uri="{FF2B5EF4-FFF2-40B4-BE49-F238E27FC236}">
                  <a16:creationId xmlns:a16="http://schemas.microsoft.com/office/drawing/2014/main" id="{77EE5CBB-F218-8C16-7EE8-0A61FCF5CB44}"/>
                </a:ext>
              </a:extLst>
            </p:cNvPr>
            <p:cNvSpPr txBox="1"/>
            <p:nvPr/>
          </p:nvSpPr>
          <p:spPr>
            <a:xfrm>
              <a:off x="7822933" y="409263"/>
              <a:ext cx="3497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9V</a:t>
              </a:r>
            </a:p>
          </p:txBody>
        </p:sp>
        <p:sp>
          <p:nvSpPr>
            <p:cNvPr id="879" name="Rechteck: abgerundete Ecken 878">
              <a:extLst>
                <a:ext uri="{FF2B5EF4-FFF2-40B4-BE49-F238E27FC236}">
                  <a16:creationId xmlns:a16="http://schemas.microsoft.com/office/drawing/2014/main" id="{B88E7DD7-48CE-C963-EB5A-15367C53E9FA}"/>
                </a:ext>
              </a:extLst>
            </p:cNvPr>
            <p:cNvSpPr/>
            <p:nvPr/>
          </p:nvSpPr>
          <p:spPr>
            <a:xfrm>
              <a:off x="6316428" y="629105"/>
              <a:ext cx="521305" cy="64882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80" name="Textfeld 879">
              <a:extLst>
                <a:ext uri="{FF2B5EF4-FFF2-40B4-BE49-F238E27FC236}">
                  <a16:creationId xmlns:a16="http://schemas.microsoft.com/office/drawing/2014/main" id="{CAE6BE60-6777-67D5-EB1A-E3D38B2DF8D1}"/>
                </a:ext>
              </a:extLst>
            </p:cNvPr>
            <p:cNvSpPr txBox="1"/>
            <p:nvPr/>
          </p:nvSpPr>
          <p:spPr>
            <a:xfrm>
              <a:off x="6340928" y="428129"/>
              <a:ext cx="510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USB</a:t>
              </a:r>
            </a:p>
          </p:txBody>
        </p:sp>
        <p:grpSp>
          <p:nvGrpSpPr>
            <p:cNvPr id="1034" name="Gruppieren 1033">
              <a:extLst>
                <a:ext uri="{FF2B5EF4-FFF2-40B4-BE49-F238E27FC236}">
                  <a16:creationId xmlns:a16="http://schemas.microsoft.com/office/drawing/2014/main" id="{B797AF30-87A5-983A-15A5-E3D3D8F63229}"/>
                </a:ext>
              </a:extLst>
            </p:cNvPr>
            <p:cNvGrpSpPr/>
            <p:nvPr/>
          </p:nvGrpSpPr>
          <p:grpSpPr>
            <a:xfrm rot="10800000">
              <a:off x="9223669" y="854538"/>
              <a:ext cx="450697" cy="114625"/>
              <a:chOff x="9313353" y="1692829"/>
              <a:chExt cx="450697" cy="114625"/>
            </a:xfrm>
          </p:grpSpPr>
          <p:sp>
            <p:nvSpPr>
              <p:cNvPr id="1032" name="Ellipse 1031">
                <a:extLst>
                  <a:ext uri="{FF2B5EF4-FFF2-40B4-BE49-F238E27FC236}">
                    <a16:creationId xmlns:a16="http://schemas.microsoft.com/office/drawing/2014/main" id="{9D19F10F-E00C-0C81-150D-0E220EB7EAB1}"/>
                  </a:ext>
                </a:extLst>
              </p:cNvPr>
              <p:cNvSpPr/>
              <p:nvPr/>
            </p:nvSpPr>
            <p:spPr>
              <a:xfrm>
                <a:off x="9313353" y="1692829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33" name="Ellipse 1032">
                <a:extLst>
                  <a:ext uri="{FF2B5EF4-FFF2-40B4-BE49-F238E27FC236}">
                    <a16:creationId xmlns:a16="http://schemas.microsoft.com/office/drawing/2014/main" id="{2915A9F0-1FEF-F9FA-4D6C-B5F3176A1C0F}"/>
                  </a:ext>
                </a:extLst>
              </p:cNvPr>
              <p:cNvSpPr/>
              <p:nvPr/>
            </p:nvSpPr>
            <p:spPr>
              <a:xfrm>
                <a:off x="9648633" y="1692829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054" name="Gruppieren 1053">
              <a:extLst>
                <a:ext uri="{FF2B5EF4-FFF2-40B4-BE49-F238E27FC236}">
                  <a16:creationId xmlns:a16="http://schemas.microsoft.com/office/drawing/2014/main" id="{6C95D222-B78C-534F-2B8D-B367BA142122}"/>
                </a:ext>
              </a:extLst>
            </p:cNvPr>
            <p:cNvGrpSpPr/>
            <p:nvPr/>
          </p:nvGrpSpPr>
          <p:grpSpPr>
            <a:xfrm>
              <a:off x="6127610" y="2386675"/>
              <a:ext cx="3913852" cy="2435691"/>
              <a:chOff x="6127610" y="2394295"/>
              <a:chExt cx="3913852" cy="2435691"/>
            </a:xfrm>
          </p:grpSpPr>
          <p:sp>
            <p:nvSpPr>
              <p:cNvPr id="984" name="Ellipse 983">
                <a:extLst>
                  <a:ext uri="{FF2B5EF4-FFF2-40B4-BE49-F238E27FC236}">
                    <a16:creationId xmlns:a16="http://schemas.microsoft.com/office/drawing/2014/main" id="{111F4ACC-7778-BA40-3140-A22F3449FED1}"/>
                  </a:ext>
                </a:extLst>
              </p:cNvPr>
              <p:cNvSpPr/>
              <p:nvPr/>
            </p:nvSpPr>
            <p:spPr>
              <a:xfrm>
                <a:off x="6136566" y="4327623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85" name="Ellipse 984">
                <a:extLst>
                  <a:ext uri="{FF2B5EF4-FFF2-40B4-BE49-F238E27FC236}">
                    <a16:creationId xmlns:a16="http://schemas.microsoft.com/office/drawing/2014/main" id="{DCEF8A21-0558-45AF-D7DE-7197E1FC1662}"/>
                  </a:ext>
                </a:extLst>
              </p:cNvPr>
              <p:cNvSpPr/>
              <p:nvPr/>
            </p:nvSpPr>
            <p:spPr>
              <a:xfrm>
                <a:off x="6136566" y="4632336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86" name="Ellipse 985">
                <a:extLst>
                  <a:ext uri="{FF2B5EF4-FFF2-40B4-BE49-F238E27FC236}">
                    <a16:creationId xmlns:a16="http://schemas.microsoft.com/office/drawing/2014/main" id="{E4C50BD7-9A55-AC62-08EB-0162384D42A6}"/>
                  </a:ext>
                </a:extLst>
              </p:cNvPr>
              <p:cNvSpPr/>
              <p:nvPr/>
            </p:nvSpPr>
            <p:spPr>
              <a:xfrm>
                <a:off x="6136566" y="3718197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87" name="Ellipse 986">
                <a:extLst>
                  <a:ext uri="{FF2B5EF4-FFF2-40B4-BE49-F238E27FC236}">
                    <a16:creationId xmlns:a16="http://schemas.microsoft.com/office/drawing/2014/main" id="{5A598757-32FD-603F-F135-5E79B56E9BAC}"/>
                  </a:ext>
                </a:extLst>
              </p:cNvPr>
              <p:cNvSpPr/>
              <p:nvPr/>
            </p:nvSpPr>
            <p:spPr>
              <a:xfrm>
                <a:off x="6136566" y="4022910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88" name="Ellipse 987">
                <a:extLst>
                  <a:ext uri="{FF2B5EF4-FFF2-40B4-BE49-F238E27FC236}">
                    <a16:creationId xmlns:a16="http://schemas.microsoft.com/office/drawing/2014/main" id="{4CF335BE-17CB-9A45-B522-11D08D8A1ADC}"/>
                  </a:ext>
                </a:extLst>
              </p:cNvPr>
              <p:cNvSpPr/>
              <p:nvPr/>
            </p:nvSpPr>
            <p:spPr>
              <a:xfrm>
                <a:off x="6517566" y="4327623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89" name="Ellipse 988">
                <a:extLst>
                  <a:ext uri="{FF2B5EF4-FFF2-40B4-BE49-F238E27FC236}">
                    <a16:creationId xmlns:a16="http://schemas.microsoft.com/office/drawing/2014/main" id="{F9FE298D-D3B5-9ADC-7EF9-56DA1DE5C4C9}"/>
                  </a:ext>
                </a:extLst>
              </p:cNvPr>
              <p:cNvSpPr/>
              <p:nvPr/>
            </p:nvSpPr>
            <p:spPr>
              <a:xfrm>
                <a:off x="6517566" y="4632336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90" name="Ellipse 989">
                <a:extLst>
                  <a:ext uri="{FF2B5EF4-FFF2-40B4-BE49-F238E27FC236}">
                    <a16:creationId xmlns:a16="http://schemas.microsoft.com/office/drawing/2014/main" id="{5AF93DEF-985C-4A15-4274-0FDD13F4776A}"/>
                  </a:ext>
                </a:extLst>
              </p:cNvPr>
              <p:cNvSpPr/>
              <p:nvPr/>
            </p:nvSpPr>
            <p:spPr>
              <a:xfrm>
                <a:off x="6517566" y="3718197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91" name="Ellipse 990">
                <a:extLst>
                  <a:ext uri="{FF2B5EF4-FFF2-40B4-BE49-F238E27FC236}">
                    <a16:creationId xmlns:a16="http://schemas.microsoft.com/office/drawing/2014/main" id="{ED79F487-3926-8E4F-621C-C5BAD42DFB64}"/>
                  </a:ext>
                </a:extLst>
              </p:cNvPr>
              <p:cNvSpPr/>
              <p:nvPr/>
            </p:nvSpPr>
            <p:spPr>
              <a:xfrm>
                <a:off x="6517566" y="4022910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02" name="Ellipse 1001">
                <a:extLst>
                  <a:ext uri="{FF2B5EF4-FFF2-40B4-BE49-F238E27FC236}">
                    <a16:creationId xmlns:a16="http://schemas.microsoft.com/office/drawing/2014/main" id="{0FEF0752-6181-01AE-5FA8-22E40B219D84}"/>
                  </a:ext>
                </a:extLst>
              </p:cNvPr>
              <p:cNvSpPr/>
              <p:nvPr/>
            </p:nvSpPr>
            <p:spPr>
              <a:xfrm>
                <a:off x="6127610" y="3094433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03" name="Ellipse 1002">
                <a:extLst>
                  <a:ext uri="{FF2B5EF4-FFF2-40B4-BE49-F238E27FC236}">
                    <a16:creationId xmlns:a16="http://schemas.microsoft.com/office/drawing/2014/main" id="{CDC42515-F92A-EB70-FA2D-112ED928EEE5}"/>
                  </a:ext>
                </a:extLst>
              </p:cNvPr>
              <p:cNvSpPr/>
              <p:nvPr/>
            </p:nvSpPr>
            <p:spPr>
              <a:xfrm>
                <a:off x="6127610" y="3399146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04" name="Ellipse 1003">
                <a:extLst>
                  <a:ext uri="{FF2B5EF4-FFF2-40B4-BE49-F238E27FC236}">
                    <a16:creationId xmlns:a16="http://schemas.microsoft.com/office/drawing/2014/main" id="{6853A101-7377-D8E2-53BB-FAD9D186AAD7}"/>
                  </a:ext>
                </a:extLst>
              </p:cNvPr>
              <p:cNvSpPr/>
              <p:nvPr/>
            </p:nvSpPr>
            <p:spPr>
              <a:xfrm>
                <a:off x="6127610" y="2485007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05" name="Ellipse 1004">
                <a:extLst>
                  <a:ext uri="{FF2B5EF4-FFF2-40B4-BE49-F238E27FC236}">
                    <a16:creationId xmlns:a16="http://schemas.microsoft.com/office/drawing/2014/main" id="{B7B8A159-9A6B-9373-6204-405F059CE05F}"/>
                  </a:ext>
                </a:extLst>
              </p:cNvPr>
              <p:cNvSpPr/>
              <p:nvPr/>
            </p:nvSpPr>
            <p:spPr>
              <a:xfrm>
                <a:off x="6127610" y="2789720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06" name="Ellipse 1005">
                <a:extLst>
                  <a:ext uri="{FF2B5EF4-FFF2-40B4-BE49-F238E27FC236}">
                    <a16:creationId xmlns:a16="http://schemas.microsoft.com/office/drawing/2014/main" id="{D1EE2DE5-2D94-5C27-029A-680BC00316D0}"/>
                  </a:ext>
                </a:extLst>
              </p:cNvPr>
              <p:cNvSpPr/>
              <p:nvPr/>
            </p:nvSpPr>
            <p:spPr>
              <a:xfrm>
                <a:off x="6508610" y="3094433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07" name="Ellipse 1006">
                <a:extLst>
                  <a:ext uri="{FF2B5EF4-FFF2-40B4-BE49-F238E27FC236}">
                    <a16:creationId xmlns:a16="http://schemas.microsoft.com/office/drawing/2014/main" id="{08CBBFC4-6B8F-94CB-95B9-2E995A013364}"/>
                  </a:ext>
                </a:extLst>
              </p:cNvPr>
              <p:cNvSpPr/>
              <p:nvPr/>
            </p:nvSpPr>
            <p:spPr>
              <a:xfrm>
                <a:off x="6508610" y="3399146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08" name="Ellipse 1007">
                <a:extLst>
                  <a:ext uri="{FF2B5EF4-FFF2-40B4-BE49-F238E27FC236}">
                    <a16:creationId xmlns:a16="http://schemas.microsoft.com/office/drawing/2014/main" id="{AAA7AE02-217D-E02F-4F9D-F00DD2BF0646}"/>
                  </a:ext>
                </a:extLst>
              </p:cNvPr>
              <p:cNvSpPr/>
              <p:nvPr/>
            </p:nvSpPr>
            <p:spPr>
              <a:xfrm>
                <a:off x="6508610" y="2485007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09" name="Ellipse 1008">
                <a:extLst>
                  <a:ext uri="{FF2B5EF4-FFF2-40B4-BE49-F238E27FC236}">
                    <a16:creationId xmlns:a16="http://schemas.microsoft.com/office/drawing/2014/main" id="{8E43EB06-D8E1-C54D-CBCD-D174C86D87A5}"/>
                  </a:ext>
                </a:extLst>
              </p:cNvPr>
              <p:cNvSpPr/>
              <p:nvPr/>
            </p:nvSpPr>
            <p:spPr>
              <a:xfrm>
                <a:off x="6508610" y="2789720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2" name="Ellipse 1021">
                <a:extLst>
                  <a:ext uri="{FF2B5EF4-FFF2-40B4-BE49-F238E27FC236}">
                    <a16:creationId xmlns:a16="http://schemas.microsoft.com/office/drawing/2014/main" id="{51CD8E2E-7D3B-5655-4631-4CE442E3C80C}"/>
                  </a:ext>
                </a:extLst>
              </p:cNvPr>
              <p:cNvSpPr/>
              <p:nvPr/>
            </p:nvSpPr>
            <p:spPr>
              <a:xfrm rot="10800000">
                <a:off x="9917089" y="2799959"/>
                <a:ext cx="115417" cy="11462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3" name="Ellipse 1022">
                <a:extLst>
                  <a:ext uri="{FF2B5EF4-FFF2-40B4-BE49-F238E27FC236}">
                    <a16:creationId xmlns:a16="http://schemas.microsoft.com/office/drawing/2014/main" id="{B91A09C4-37F5-6779-EE9F-8F89AC835BEA}"/>
                  </a:ext>
                </a:extLst>
              </p:cNvPr>
              <p:cNvSpPr/>
              <p:nvPr/>
            </p:nvSpPr>
            <p:spPr>
              <a:xfrm rot="10800000">
                <a:off x="9917089" y="2495246"/>
                <a:ext cx="115417" cy="11462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4" name="Ellipse 1023">
                <a:extLst>
                  <a:ext uri="{FF2B5EF4-FFF2-40B4-BE49-F238E27FC236}">
                    <a16:creationId xmlns:a16="http://schemas.microsoft.com/office/drawing/2014/main" id="{D1BF7E53-4E1D-22B2-72B4-661970FC6BC5}"/>
                  </a:ext>
                </a:extLst>
              </p:cNvPr>
              <p:cNvSpPr/>
              <p:nvPr/>
            </p:nvSpPr>
            <p:spPr>
              <a:xfrm rot="10800000">
                <a:off x="9917089" y="3409385"/>
                <a:ext cx="115417" cy="11462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5" name="Ellipse 1024">
                <a:extLst>
                  <a:ext uri="{FF2B5EF4-FFF2-40B4-BE49-F238E27FC236}">
                    <a16:creationId xmlns:a16="http://schemas.microsoft.com/office/drawing/2014/main" id="{F4D2E1D1-4080-0B80-3C11-74F76720211A}"/>
                  </a:ext>
                </a:extLst>
              </p:cNvPr>
              <p:cNvSpPr/>
              <p:nvPr/>
            </p:nvSpPr>
            <p:spPr>
              <a:xfrm rot="10800000">
                <a:off x="9917089" y="3104672"/>
                <a:ext cx="115417" cy="11462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6" name="Ellipse 1025">
                <a:extLst>
                  <a:ext uri="{FF2B5EF4-FFF2-40B4-BE49-F238E27FC236}">
                    <a16:creationId xmlns:a16="http://schemas.microsoft.com/office/drawing/2014/main" id="{C3FE1734-B7F9-ED24-9E2C-7180CAEA182A}"/>
                  </a:ext>
                </a:extLst>
              </p:cNvPr>
              <p:cNvSpPr/>
              <p:nvPr/>
            </p:nvSpPr>
            <p:spPr>
              <a:xfrm rot="10800000">
                <a:off x="9536089" y="2799959"/>
                <a:ext cx="115417" cy="11462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7" name="Ellipse 1026">
                <a:extLst>
                  <a:ext uri="{FF2B5EF4-FFF2-40B4-BE49-F238E27FC236}">
                    <a16:creationId xmlns:a16="http://schemas.microsoft.com/office/drawing/2014/main" id="{8600995D-C4DD-D3B7-E893-02F4F63A4F15}"/>
                  </a:ext>
                </a:extLst>
              </p:cNvPr>
              <p:cNvSpPr/>
              <p:nvPr/>
            </p:nvSpPr>
            <p:spPr>
              <a:xfrm rot="10800000">
                <a:off x="9536089" y="2495246"/>
                <a:ext cx="115417" cy="11462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8" name="Ellipse 1027">
                <a:extLst>
                  <a:ext uri="{FF2B5EF4-FFF2-40B4-BE49-F238E27FC236}">
                    <a16:creationId xmlns:a16="http://schemas.microsoft.com/office/drawing/2014/main" id="{8518AA70-853A-FCFB-61AA-0DB632597A03}"/>
                  </a:ext>
                </a:extLst>
              </p:cNvPr>
              <p:cNvSpPr/>
              <p:nvPr/>
            </p:nvSpPr>
            <p:spPr>
              <a:xfrm rot="10800000">
                <a:off x="9536089" y="3409385"/>
                <a:ext cx="115417" cy="11462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9" name="Ellipse 1028">
                <a:extLst>
                  <a:ext uri="{FF2B5EF4-FFF2-40B4-BE49-F238E27FC236}">
                    <a16:creationId xmlns:a16="http://schemas.microsoft.com/office/drawing/2014/main" id="{7FC8ACEB-CD4E-99C8-A6DE-81E6A7AF868E}"/>
                  </a:ext>
                </a:extLst>
              </p:cNvPr>
              <p:cNvSpPr/>
              <p:nvPr/>
            </p:nvSpPr>
            <p:spPr>
              <a:xfrm rot="10800000">
                <a:off x="9536089" y="3104672"/>
                <a:ext cx="115417" cy="114625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14" name="Ellipse 1013">
                <a:extLst>
                  <a:ext uri="{FF2B5EF4-FFF2-40B4-BE49-F238E27FC236}">
                    <a16:creationId xmlns:a16="http://schemas.microsoft.com/office/drawing/2014/main" id="{938A1F68-1E17-C0E8-12EC-9C3639AF68F9}"/>
                  </a:ext>
                </a:extLst>
              </p:cNvPr>
              <p:cNvSpPr/>
              <p:nvPr/>
            </p:nvSpPr>
            <p:spPr>
              <a:xfrm rot="10800000">
                <a:off x="9926045" y="4033149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15" name="Ellipse 1014">
                <a:extLst>
                  <a:ext uri="{FF2B5EF4-FFF2-40B4-BE49-F238E27FC236}">
                    <a16:creationId xmlns:a16="http://schemas.microsoft.com/office/drawing/2014/main" id="{1F5E9844-BA4B-B830-4934-1A27EF8DF728}"/>
                  </a:ext>
                </a:extLst>
              </p:cNvPr>
              <p:cNvSpPr/>
              <p:nvPr/>
            </p:nvSpPr>
            <p:spPr>
              <a:xfrm rot="10800000">
                <a:off x="9926045" y="3728436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16" name="Ellipse 1015">
                <a:extLst>
                  <a:ext uri="{FF2B5EF4-FFF2-40B4-BE49-F238E27FC236}">
                    <a16:creationId xmlns:a16="http://schemas.microsoft.com/office/drawing/2014/main" id="{6D377D55-0625-8F19-40C0-D266E71D963B}"/>
                  </a:ext>
                </a:extLst>
              </p:cNvPr>
              <p:cNvSpPr/>
              <p:nvPr/>
            </p:nvSpPr>
            <p:spPr>
              <a:xfrm rot="10800000">
                <a:off x="9926045" y="4642575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17" name="Ellipse 1016">
                <a:extLst>
                  <a:ext uri="{FF2B5EF4-FFF2-40B4-BE49-F238E27FC236}">
                    <a16:creationId xmlns:a16="http://schemas.microsoft.com/office/drawing/2014/main" id="{EDE3D70B-10F0-CB80-F649-A9333D0297F9}"/>
                  </a:ext>
                </a:extLst>
              </p:cNvPr>
              <p:cNvSpPr/>
              <p:nvPr/>
            </p:nvSpPr>
            <p:spPr>
              <a:xfrm rot="10800000">
                <a:off x="9926045" y="4337862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18" name="Ellipse 1017">
                <a:extLst>
                  <a:ext uri="{FF2B5EF4-FFF2-40B4-BE49-F238E27FC236}">
                    <a16:creationId xmlns:a16="http://schemas.microsoft.com/office/drawing/2014/main" id="{24B20D95-B4FB-D767-C2BD-EFD135FBE7C8}"/>
                  </a:ext>
                </a:extLst>
              </p:cNvPr>
              <p:cNvSpPr/>
              <p:nvPr/>
            </p:nvSpPr>
            <p:spPr>
              <a:xfrm rot="10800000">
                <a:off x="9545045" y="4033149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19" name="Ellipse 1018">
                <a:extLst>
                  <a:ext uri="{FF2B5EF4-FFF2-40B4-BE49-F238E27FC236}">
                    <a16:creationId xmlns:a16="http://schemas.microsoft.com/office/drawing/2014/main" id="{9F364DAD-7D6A-E5E5-95D7-D70BDE970C40}"/>
                  </a:ext>
                </a:extLst>
              </p:cNvPr>
              <p:cNvSpPr/>
              <p:nvPr/>
            </p:nvSpPr>
            <p:spPr>
              <a:xfrm rot="10800000">
                <a:off x="9545045" y="3728436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0" name="Ellipse 1019">
                <a:extLst>
                  <a:ext uri="{FF2B5EF4-FFF2-40B4-BE49-F238E27FC236}">
                    <a16:creationId xmlns:a16="http://schemas.microsoft.com/office/drawing/2014/main" id="{5D13CEF1-A34D-0D39-5D6D-3E0D9005CC29}"/>
                  </a:ext>
                </a:extLst>
              </p:cNvPr>
              <p:cNvSpPr/>
              <p:nvPr/>
            </p:nvSpPr>
            <p:spPr>
              <a:xfrm rot="10800000">
                <a:off x="9545045" y="4642575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21" name="Ellipse 1020">
                <a:extLst>
                  <a:ext uri="{FF2B5EF4-FFF2-40B4-BE49-F238E27FC236}">
                    <a16:creationId xmlns:a16="http://schemas.microsoft.com/office/drawing/2014/main" id="{DEE4F8A1-0080-3C29-1778-B5C33F250F2B}"/>
                  </a:ext>
                </a:extLst>
              </p:cNvPr>
              <p:cNvSpPr/>
              <p:nvPr/>
            </p:nvSpPr>
            <p:spPr>
              <a:xfrm rot="10800000">
                <a:off x="9545045" y="4337862"/>
                <a:ext cx="115417" cy="114625"/>
              </a:xfrm>
              <a:prstGeom prst="ellipse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30" name="Ellipse 1029">
                <a:extLst>
                  <a:ext uri="{FF2B5EF4-FFF2-40B4-BE49-F238E27FC236}">
                    <a16:creationId xmlns:a16="http://schemas.microsoft.com/office/drawing/2014/main" id="{D735FAE2-B124-FF5D-179F-7D0CC2D27791}"/>
                  </a:ext>
                </a:extLst>
              </p:cNvPr>
              <p:cNvSpPr/>
              <p:nvPr/>
            </p:nvSpPr>
            <p:spPr>
              <a:xfrm>
                <a:off x="6875706" y="4639136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31" name="Ellipse 1030">
                <a:extLst>
                  <a:ext uri="{FF2B5EF4-FFF2-40B4-BE49-F238E27FC236}">
                    <a16:creationId xmlns:a16="http://schemas.microsoft.com/office/drawing/2014/main" id="{C5F51840-6639-FD0D-E0A5-44F612FFA7CF}"/>
                  </a:ext>
                </a:extLst>
              </p:cNvPr>
              <p:cNvSpPr/>
              <p:nvPr/>
            </p:nvSpPr>
            <p:spPr>
              <a:xfrm>
                <a:off x="9184294" y="4650574"/>
                <a:ext cx="115417" cy="114625"/>
              </a:xfrm>
              <a:prstGeom prst="ellipse">
                <a:avLst/>
              </a:pr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035" name="Textfeld 1034">
                <a:extLst>
                  <a:ext uri="{FF2B5EF4-FFF2-40B4-BE49-F238E27FC236}">
                    <a16:creationId xmlns:a16="http://schemas.microsoft.com/office/drawing/2014/main" id="{5D5BFEFA-DC29-E759-BBF6-25E1B4C2ECB7}"/>
                  </a:ext>
                </a:extLst>
              </p:cNvPr>
              <p:cNvSpPr txBox="1"/>
              <p:nvPr/>
            </p:nvSpPr>
            <p:spPr>
              <a:xfrm>
                <a:off x="6762155" y="4405161"/>
                <a:ext cx="349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9V</a:t>
                </a:r>
              </a:p>
            </p:txBody>
          </p:sp>
          <p:sp>
            <p:nvSpPr>
              <p:cNvPr id="1036" name="Textfeld 1035">
                <a:extLst>
                  <a:ext uri="{FF2B5EF4-FFF2-40B4-BE49-F238E27FC236}">
                    <a16:creationId xmlns:a16="http://schemas.microsoft.com/office/drawing/2014/main" id="{9A820FD7-D0AA-7CE1-5628-5C719152A010}"/>
                  </a:ext>
                </a:extLst>
              </p:cNvPr>
              <p:cNvSpPr txBox="1"/>
              <p:nvPr/>
            </p:nvSpPr>
            <p:spPr>
              <a:xfrm>
                <a:off x="9072602" y="4410793"/>
                <a:ext cx="349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9V</a:t>
                </a:r>
              </a:p>
            </p:txBody>
          </p:sp>
          <p:sp>
            <p:nvSpPr>
              <p:cNvPr id="1037" name="Textfeld 1036">
                <a:extLst>
                  <a:ext uri="{FF2B5EF4-FFF2-40B4-BE49-F238E27FC236}">
                    <a16:creationId xmlns:a16="http://schemas.microsoft.com/office/drawing/2014/main" id="{D93A50CB-077E-E072-07A6-4CD537D4DC12}"/>
                  </a:ext>
                </a:extLst>
              </p:cNvPr>
              <p:cNvSpPr txBox="1"/>
              <p:nvPr/>
            </p:nvSpPr>
            <p:spPr>
              <a:xfrm>
                <a:off x="6197025" y="2394295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A1</a:t>
                </a:r>
              </a:p>
            </p:txBody>
          </p:sp>
          <p:sp>
            <p:nvSpPr>
              <p:cNvPr id="1038" name="Textfeld 1037">
                <a:extLst>
                  <a:ext uri="{FF2B5EF4-FFF2-40B4-BE49-F238E27FC236}">
                    <a16:creationId xmlns:a16="http://schemas.microsoft.com/office/drawing/2014/main" id="{79889CA0-09C0-1C1F-229B-ADCB6061D864}"/>
                  </a:ext>
                </a:extLst>
              </p:cNvPr>
              <p:cNvSpPr txBox="1"/>
              <p:nvPr/>
            </p:nvSpPr>
            <p:spPr>
              <a:xfrm>
                <a:off x="6195763" y="2698736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A2</a:t>
                </a:r>
              </a:p>
            </p:txBody>
          </p:sp>
          <p:sp>
            <p:nvSpPr>
              <p:cNvPr id="1039" name="Textfeld 1038">
                <a:extLst>
                  <a:ext uri="{FF2B5EF4-FFF2-40B4-BE49-F238E27FC236}">
                    <a16:creationId xmlns:a16="http://schemas.microsoft.com/office/drawing/2014/main" id="{04C183A4-CEB6-20DC-81A9-5E378D7D62B1}"/>
                  </a:ext>
                </a:extLst>
              </p:cNvPr>
              <p:cNvSpPr txBox="1"/>
              <p:nvPr/>
            </p:nvSpPr>
            <p:spPr>
              <a:xfrm>
                <a:off x="6195763" y="3003177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A3</a:t>
                </a:r>
              </a:p>
            </p:txBody>
          </p:sp>
          <p:sp>
            <p:nvSpPr>
              <p:cNvPr id="1040" name="Textfeld 1039">
                <a:extLst>
                  <a:ext uri="{FF2B5EF4-FFF2-40B4-BE49-F238E27FC236}">
                    <a16:creationId xmlns:a16="http://schemas.microsoft.com/office/drawing/2014/main" id="{313AD9B6-3B83-C0BA-B3F7-A4C452A572EE}"/>
                  </a:ext>
                </a:extLst>
              </p:cNvPr>
              <p:cNvSpPr txBox="1"/>
              <p:nvPr/>
            </p:nvSpPr>
            <p:spPr>
              <a:xfrm>
                <a:off x="6197259" y="3309970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A4</a:t>
                </a:r>
              </a:p>
            </p:txBody>
          </p:sp>
          <p:sp>
            <p:nvSpPr>
              <p:cNvPr id="1041" name="Textfeld 1040">
                <a:extLst>
                  <a:ext uri="{FF2B5EF4-FFF2-40B4-BE49-F238E27FC236}">
                    <a16:creationId xmlns:a16="http://schemas.microsoft.com/office/drawing/2014/main" id="{AEFEFD39-8F12-C092-50E5-CB00079B095D}"/>
                  </a:ext>
                </a:extLst>
              </p:cNvPr>
              <p:cNvSpPr txBox="1"/>
              <p:nvPr/>
            </p:nvSpPr>
            <p:spPr>
              <a:xfrm>
                <a:off x="6204930" y="3629996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A5</a:t>
                </a:r>
              </a:p>
            </p:txBody>
          </p:sp>
          <p:sp>
            <p:nvSpPr>
              <p:cNvPr id="1042" name="Textfeld 1041">
                <a:extLst>
                  <a:ext uri="{FF2B5EF4-FFF2-40B4-BE49-F238E27FC236}">
                    <a16:creationId xmlns:a16="http://schemas.microsoft.com/office/drawing/2014/main" id="{40F35AF6-D011-F489-40EA-AE791BF7A1E7}"/>
                  </a:ext>
                </a:extLst>
              </p:cNvPr>
              <p:cNvSpPr txBox="1"/>
              <p:nvPr/>
            </p:nvSpPr>
            <p:spPr>
              <a:xfrm>
                <a:off x="6197310" y="3937797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A6</a:t>
                </a:r>
              </a:p>
            </p:txBody>
          </p:sp>
          <p:sp>
            <p:nvSpPr>
              <p:cNvPr id="1043" name="Textfeld 1042">
                <a:extLst>
                  <a:ext uri="{FF2B5EF4-FFF2-40B4-BE49-F238E27FC236}">
                    <a16:creationId xmlns:a16="http://schemas.microsoft.com/office/drawing/2014/main" id="{6D96CFDE-7942-934A-B834-1B3C564B0404}"/>
                  </a:ext>
                </a:extLst>
              </p:cNvPr>
              <p:cNvSpPr txBox="1"/>
              <p:nvPr/>
            </p:nvSpPr>
            <p:spPr>
              <a:xfrm>
                <a:off x="6204930" y="4245588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A7</a:t>
                </a:r>
              </a:p>
            </p:txBody>
          </p:sp>
          <p:sp>
            <p:nvSpPr>
              <p:cNvPr id="1044" name="Textfeld 1043">
                <a:extLst>
                  <a:ext uri="{FF2B5EF4-FFF2-40B4-BE49-F238E27FC236}">
                    <a16:creationId xmlns:a16="http://schemas.microsoft.com/office/drawing/2014/main" id="{343402C6-A67C-E795-F1E2-79FFAB83F24B}"/>
                  </a:ext>
                </a:extLst>
              </p:cNvPr>
              <p:cNvSpPr txBox="1"/>
              <p:nvPr/>
            </p:nvSpPr>
            <p:spPr>
              <a:xfrm>
                <a:off x="6197025" y="4552476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A8</a:t>
                </a:r>
              </a:p>
            </p:txBody>
          </p:sp>
          <p:sp>
            <p:nvSpPr>
              <p:cNvPr id="1045" name="Textfeld 1044">
                <a:extLst>
                  <a:ext uri="{FF2B5EF4-FFF2-40B4-BE49-F238E27FC236}">
                    <a16:creationId xmlns:a16="http://schemas.microsoft.com/office/drawing/2014/main" id="{9A47B99C-5A67-2BA8-8A00-9B60A8F59D3E}"/>
                  </a:ext>
                </a:extLst>
              </p:cNvPr>
              <p:cNvSpPr txBox="1"/>
              <p:nvPr/>
            </p:nvSpPr>
            <p:spPr>
              <a:xfrm>
                <a:off x="9584942" y="2411439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M1</a:t>
                </a:r>
              </a:p>
            </p:txBody>
          </p:sp>
          <p:sp>
            <p:nvSpPr>
              <p:cNvPr id="1046" name="Textfeld 1045">
                <a:extLst>
                  <a:ext uri="{FF2B5EF4-FFF2-40B4-BE49-F238E27FC236}">
                    <a16:creationId xmlns:a16="http://schemas.microsoft.com/office/drawing/2014/main" id="{EE5FFACB-0DB2-4196-E9F8-43D2C851E69C}"/>
                  </a:ext>
                </a:extLst>
              </p:cNvPr>
              <p:cNvSpPr txBox="1"/>
              <p:nvPr/>
            </p:nvSpPr>
            <p:spPr>
              <a:xfrm>
                <a:off x="9584942" y="2706637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M2</a:t>
                </a:r>
              </a:p>
            </p:txBody>
          </p:sp>
          <p:sp>
            <p:nvSpPr>
              <p:cNvPr id="1047" name="Textfeld 1046">
                <a:extLst>
                  <a:ext uri="{FF2B5EF4-FFF2-40B4-BE49-F238E27FC236}">
                    <a16:creationId xmlns:a16="http://schemas.microsoft.com/office/drawing/2014/main" id="{4722F5A8-D0D1-B1EF-3FDB-8F7F46333D25}"/>
                  </a:ext>
                </a:extLst>
              </p:cNvPr>
              <p:cNvSpPr txBox="1"/>
              <p:nvPr/>
            </p:nvSpPr>
            <p:spPr>
              <a:xfrm>
                <a:off x="9586177" y="3019894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M3</a:t>
                </a:r>
              </a:p>
            </p:txBody>
          </p:sp>
          <p:sp>
            <p:nvSpPr>
              <p:cNvPr id="1048" name="Textfeld 1047">
                <a:extLst>
                  <a:ext uri="{FF2B5EF4-FFF2-40B4-BE49-F238E27FC236}">
                    <a16:creationId xmlns:a16="http://schemas.microsoft.com/office/drawing/2014/main" id="{CE469468-0072-3104-994E-6F3E104270E5}"/>
                  </a:ext>
                </a:extLst>
              </p:cNvPr>
              <p:cNvSpPr txBox="1"/>
              <p:nvPr/>
            </p:nvSpPr>
            <p:spPr>
              <a:xfrm>
                <a:off x="9587513" y="3317958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M4</a:t>
                </a:r>
              </a:p>
            </p:txBody>
          </p:sp>
          <p:sp>
            <p:nvSpPr>
              <p:cNvPr id="1049" name="Textfeld 1048">
                <a:extLst>
                  <a:ext uri="{FF2B5EF4-FFF2-40B4-BE49-F238E27FC236}">
                    <a16:creationId xmlns:a16="http://schemas.microsoft.com/office/drawing/2014/main" id="{FCD4236F-DAFC-A98E-72AC-D1BACB052AC1}"/>
                  </a:ext>
                </a:extLst>
              </p:cNvPr>
              <p:cNvSpPr txBox="1"/>
              <p:nvPr/>
            </p:nvSpPr>
            <p:spPr>
              <a:xfrm>
                <a:off x="9614347" y="3645839"/>
                <a:ext cx="3449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C1</a:t>
                </a:r>
              </a:p>
            </p:txBody>
          </p:sp>
          <p:sp>
            <p:nvSpPr>
              <p:cNvPr id="1050" name="Textfeld 1049">
                <a:extLst>
                  <a:ext uri="{FF2B5EF4-FFF2-40B4-BE49-F238E27FC236}">
                    <a16:creationId xmlns:a16="http://schemas.microsoft.com/office/drawing/2014/main" id="{B5986FF2-0435-7BCB-C07F-79417D7F4BF7}"/>
                  </a:ext>
                </a:extLst>
              </p:cNvPr>
              <p:cNvSpPr txBox="1"/>
              <p:nvPr/>
            </p:nvSpPr>
            <p:spPr>
              <a:xfrm>
                <a:off x="9614347" y="3942337"/>
                <a:ext cx="3449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C2</a:t>
                </a:r>
              </a:p>
            </p:txBody>
          </p:sp>
          <p:sp>
            <p:nvSpPr>
              <p:cNvPr id="1051" name="Textfeld 1050">
                <a:extLst>
                  <a:ext uri="{FF2B5EF4-FFF2-40B4-BE49-F238E27FC236}">
                    <a16:creationId xmlns:a16="http://schemas.microsoft.com/office/drawing/2014/main" id="{E8E019EE-5F8D-3126-25FB-F0BF2E590C42}"/>
                  </a:ext>
                </a:extLst>
              </p:cNvPr>
              <p:cNvSpPr txBox="1"/>
              <p:nvPr/>
            </p:nvSpPr>
            <p:spPr>
              <a:xfrm>
                <a:off x="9629831" y="4255282"/>
                <a:ext cx="3449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C3</a:t>
                </a:r>
              </a:p>
            </p:txBody>
          </p:sp>
          <p:sp>
            <p:nvSpPr>
              <p:cNvPr id="1052" name="Textfeld 1051">
                <a:extLst>
                  <a:ext uri="{FF2B5EF4-FFF2-40B4-BE49-F238E27FC236}">
                    <a16:creationId xmlns:a16="http://schemas.microsoft.com/office/drawing/2014/main" id="{28560751-0604-C459-5AF9-9721E2E413DF}"/>
                  </a:ext>
                </a:extLst>
              </p:cNvPr>
              <p:cNvSpPr txBox="1"/>
              <p:nvPr/>
            </p:nvSpPr>
            <p:spPr>
              <a:xfrm>
                <a:off x="9629831" y="4552987"/>
                <a:ext cx="34496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C4</a:t>
                </a:r>
              </a:p>
            </p:txBody>
          </p:sp>
        </p:grpSp>
        <p:grpSp>
          <p:nvGrpSpPr>
            <p:cNvPr id="1108" name="Gruppieren 1107">
              <a:extLst>
                <a:ext uri="{FF2B5EF4-FFF2-40B4-BE49-F238E27FC236}">
                  <a16:creationId xmlns:a16="http://schemas.microsoft.com/office/drawing/2014/main" id="{66A7E6EA-3E77-559C-B697-DDA922DAA3E1}"/>
                </a:ext>
              </a:extLst>
            </p:cNvPr>
            <p:cNvGrpSpPr/>
            <p:nvPr/>
          </p:nvGrpSpPr>
          <p:grpSpPr>
            <a:xfrm>
              <a:off x="7228450" y="2046016"/>
              <a:ext cx="2267167" cy="2838433"/>
              <a:chOff x="9076944" y="725459"/>
              <a:chExt cx="2267167" cy="2838433"/>
            </a:xfrm>
          </p:grpSpPr>
          <p:sp>
            <p:nvSpPr>
              <p:cNvPr id="1109" name="Rechteck 1108">
                <a:extLst>
                  <a:ext uri="{FF2B5EF4-FFF2-40B4-BE49-F238E27FC236}">
                    <a16:creationId xmlns:a16="http://schemas.microsoft.com/office/drawing/2014/main" id="{8D4D4325-7CB7-2371-4F92-768F316102B1}"/>
                  </a:ext>
                </a:extLst>
              </p:cNvPr>
              <p:cNvSpPr/>
              <p:nvPr/>
            </p:nvSpPr>
            <p:spPr>
              <a:xfrm>
                <a:off x="9076944" y="725459"/>
                <a:ext cx="1650997" cy="2838433"/>
              </a:xfrm>
              <a:prstGeom prst="rect">
                <a:avLst/>
              </a:prstGeom>
              <a:solidFill>
                <a:schemeClr val="bg1">
                  <a:lumMod val="65000"/>
                  <a:alpha val="7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110" name="Gruppieren 1109">
                <a:extLst>
                  <a:ext uri="{FF2B5EF4-FFF2-40B4-BE49-F238E27FC236}">
                    <a16:creationId xmlns:a16="http://schemas.microsoft.com/office/drawing/2014/main" id="{9BF3770A-BB3B-1CD9-7A65-2BC3F0A8DCD4}"/>
                  </a:ext>
                </a:extLst>
              </p:cNvPr>
              <p:cNvGrpSpPr/>
              <p:nvPr/>
            </p:nvGrpSpPr>
            <p:grpSpPr>
              <a:xfrm rot="10800000">
                <a:off x="10289934" y="1717601"/>
                <a:ext cx="433247" cy="720140"/>
                <a:chOff x="7462666" y="2009937"/>
                <a:chExt cx="433247" cy="720140"/>
              </a:xfrm>
            </p:grpSpPr>
            <p:sp>
              <p:nvSpPr>
                <p:cNvPr id="1142" name="Rechteck 1141">
                  <a:extLst>
                    <a:ext uri="{FF2B5EF4-FFF2-40B4-BE49-F238E27FC236}">
                      <a16:creationId xmlns:a16="http://schemas.microsoft.com/office/drawing/2014/main" id="{A94F6743-7ED5-EF0E-3351-0C6CCB84A737}"/>
                    </a:ext>
                  </a:extLst>
                </p:cNvPr>
                <p:cNvSpPr/>
                <p:nvPr/>
              </p:nvSpPr>
              <p:spPr>
                <a:xfrm>
                  <a:off x="7463913" y="2009937"/>
                  <a:ext cx="432000" cy="72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43" name="Ellipse 1142">
                  <a:extLst>
                    <a:ext uri="{FF2B5EF4-FFF2-40B4-BE49-F238E27FC236}">
                      <a16:creationId xmlns:a16="http://schemas.microsoft.com/office/drawing/2014/main" id="{1C7574C7-0B8A-22C9-AB3F-7C7A17CE3413}"/>
                    </a:ext>
                  </a:extLst>
                </p:cNvPr>
                <p:cNvSpPr/>
                <p:nvPr/>
              </p:nvSpPr>
              <p:spPr>
                <a:xfrm>
                  <a:off x="7649823" y="2028825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44" name="Ellipse 1143">
                  <a:extLst>
                    <a:ext uri="{FF2B5EF4-FFF2-40B4-BE49-F238E27FC236}">
                      <a16:creationId xmlns:a16="http://schemas.microsoft.com/office/drawing/2014/main" id="{FE1E1EDB-89D4-A2FB-846E-D1F862DDBFAC}"/>
                    </a:ext>
                  </a:extLst>
                </p:cNvPr>
                <p:cNvSpPr/>
                <p:nvPr/>
              </p:nvSpPr>
              <p:spPr>
                <a:xfrm>
                  <a:off x="7649823" y="2205000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45" name="Ellipse 1144">
                  <a:extLst>
                    <a:ext uri="{FF2B5EF4-FFF2-40B4-BE49-F238E27FC236}">
                      <a16:creationId xmlns:a16="http://schemas.microsoft.com/office/drawing/2014/main" id="{F58021B3-B2AB-1EE0-4612-1D777E67F10D}"/>
                    </a:ext>
                  </a:extLst>
                </p:cNvPr>
                <p:cNvSpPr/>
                <p:nvPr/>
              </p:nvSpPr>
              <p:spPr>
                <a:xfrm>
                  <a:off x="7649823" y="2381175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46" name="Ellipse 1145">
                  <a:extLst>
                    <a:ext uri="{FF2B5EF4-FFF2-40B4-BE49-F238E27FC236}">
                      <a16:creationId xmlns:a16="http://schemas.microsoft.com/office/drawing/2014/main" id="{A8273F3D-8062-71A9-E61C-A6E44E5F2CFB}"/>
                    </a:ext>
                  </a:extLst>
                </p:cNvPr>
                <p:cNvSpPr/>
                <p:nvPr/>
              </p:nvSpPr>
              <p:spPr>
                <a:xfrm>
                  <a:off x="7649823" y="2565000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47" name="Rechteck 1146">
                  <a:extLst>
                    <a:ext uri="{FF2B5EF4-FFF2-40B4-BE49-F238E27FC236}">
                      <a16:creationId xmlns:a16="http://schemas.microsoft.com/office/drawing/2014/main" id="{C92A6044-6BC8-EFB6-9139-31F560709217}"/>
                    </a:ext>
                  </a:extLst>
                </p:cNvPr>
                <p:cNvSpPr/>
                <p:nvPr/>
              </p:nvSpPr>
              <p:spPr>
                <a:xfrm>
                  <a:off x="7462666" y="201079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48" name="Rechteck 1147">
                  <a:extLst>
                    <a:ext uri="{FF2B5EF4-FFF2-40B4-BE49-F238E27FC236}">
                      <a16:creationId xmlns:a16="http://schemas.microsoft.com/office/drawing/2014/main" id="{98CDE705-EAB2-56FF-F2BC-2C2186BCE466}"/>
                    </a:ext>
                  </a:extLst>
                </p:cNvPr>
                <p:cNvSpPr/>
                <p:nvPr/>
              </p:nvSpPr>
              <p:spPr>
                <a:xfrm>
                  <a:off x="7462666" y="255007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49" name="Rechteck 1148">
                  <a:extLst>
                    <a:ext uri="{FF2B5EF4-FFF2-40B4-BE49-F238E27FC236}">
                      <a16:creationId xmlns:a16="http://schemas.microsoft.com/office/drawing/2014/main" id="{D47B9E67-22D2-3731-DD09-275CAB49392F}"/>
                    </a:ext>
                  </a:extLst>
                </p:cNvPr>
                <p:cNvSpPr/>
                <p:nvPr/>
              </p:nvSpPr>
              <p:spPr>
                <a:xfrm>
                  <a:off x="7462666" y="237031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50" name="Rechteck 1149">
                  <a:extLst>
                    <a:ext uri="{FF2B5EF4-FFF2-40B4-BE49-F238E27FC236}">
                      <a16:creationId xmlns:a16="http://schemas.microsoft.com/office/drawing/2014/main" id="{AFDB07CC-F333-E1F7-B0B0-7D4D92F4D8A8}"/>
                    </a:ext>
                  </a:extLst>
                </p:cNvPr>
                <p:cNvSpPr/>
                <p:nvPr/>
              </p:nvSpPr>
              <p:spPr>
                <a:xfrm>
                  <a:off x="7462666" y="219055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cxnSp>
              <p:nvCxnSpPr>
                <p:cNvPr id="1151" name="Gerader Verbinder 1150">
                  <a:extLst>
                    <a:ext uri="{FF2B5EF4-FFF2-40B4-BE49-F238E27FC236}">
                      <a16:creationId xmlns:a16="http://schemas.microsoft.com/office/drawing/2014/main" id="{8161A720-39B3-BDD1-5097-EA38F5CE5DAC}"/>
                    </a:ext>
                  </a:extLst>
                </p:cNvPr>
                <p:cNvCxnSpPr>
                  <a:cxnSpLocks/>
                  <a:stCxn id="1143" idx="3"/>
                  <a:endCxn id="1143" idx="7"/>
                </p:cNvCxnSpPr>
                <p:nvPr/>
              </p:nvCxnSpPr>
              <p:spPr>
                <a:xfrm flipV="1">
                  <a:off x="7670911" y="2049913"/>
                  <a:ext cx="101824" cy="101824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2" name="Gerader Verbinder 1151">
                  <a:extLst>
                    <a:ext uri="{FF2B5EF4-FFF2-40B4-BE49-F238E27FC236}">
                      <a16:creationId xmlns:a16="http://schemas.microsoft.com/office/drawing/2014/main" id="{3099124C-2445-C753-C996-E9B460BAF918}"/>
                    </a:ext>
                  </a:extLst>
                </p:cNvPr>
                <p:cNvCxnSpPr>
                  <a:cxnSpLocks/>
                  <a:stCxn id="1144" idx="1"/>
                  <a:endCxn id="1144" idx="5"/>
                </p:cNvCxnSpPr>
                <p:nvPr/>
              </p:nvCxnSpPr>
              <p:spPr>
                <a:xfrm>
                  <a:off x="7670911" y="2226088"/>
                  <a:ext cx="101824" cy="101824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3" name="Gerader Verbinder 1152">
                  <a:extLst>
                    <a:ext uri="{FF2B5EF4-FFF2-40B4-BE49-F238E27FC236}">
                      <a16:creationId xmlns:a16="http://schemas.microsoft.com/office/drawing/2014/main" id="{1A946A63-19BB-50A7-B854-0C522CF59F23}"/>
                    </a:ext>
                  </a:extLst>
                </p:cNvPr>
                <p:cNvCxnSpPr>
                  <a:cxnSpLocks/>
                  <a:stCxn id="1145" idx="2"/>
                  <a:endCxn id="1145" idx="6"/>
                </p:cNvCxnSpPr>
                <p:nvPr/>
              </p:nvCxnSpPr>
              <p:spPr>
                <a:xfrm>
                  <a:off x="7649823" y="2453175"/>
                  <a:ext cx="144000" cy="0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4" name="Gerader Verbinder 1153">
                  <a:extLst>
                    <a:ext uri="{FF2B5EF4-FFF2-40B4-BE49-F238E27FC236}">
                      <a16:creationId xmlns:a16="http://schemas.microsoft.com/office/drawing/2014/main" id="{B8150D3B-63DD-62D8-5994-2879F23B807B}"/>
                    </a:ext>
                  </a:extLst>
                </p:cNvPr>
                <p:cNvCxnSpPr>
                  <a:cxnSpLocks/>
                  <a:stCxn id="1146" idx="4"/>
                  <a:endCxn id="1146" idx="0"/>
                </p:cNvCxnSpPr>
                <p:nvPr/>
              </p:nvCxnSpPr>
              <p:spPr>
                <a:xfrm flipV="1">
                  <a:off x="7721823" y="2565000"/>
                  <a:ext cx="0" cy="144000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11" name="Gruppieren 1110">
                <a:extLst>
                  <a:ext uri="{FF2B5EF4-FFF2-40B4-BE49-F238E27FC236}">
                    <a16:creationId xmlns:a16="http://schemas.microsoft.com/office/drawing/2014/main" id="{A8EAF273-9FFE-0CC1-328C-82106EB4070C}"/>
                  </a:ext>
                </a:extLst>
              </p:cNvPr>
              <p:cNvGrpSpPr/>
              <p:nvPr/>
            </p:nvGrpSpPr>
            <p:grpSpPr>
              <a:xfrm rot="16200000">
                <a:off x="9941677" y="2057422"/>
                <a:ext cx="359745" cy="180000"/>
                <a:chOff x="7869855" y="3898992"/>
                <a:chExt cx="359745" cy="180000"/>
              </a:xfrm>
            </p:grpSpPr>
            <p:sp>
              <p:nvSpPr>
                <p:cNvPr id="1139" name="Rechteck 1138">
                  <a:extLst>
                    <a:ext uri="{FF2B5EF4-FFF2-40B4-BE49-F238E27FC236}">
                      <a16:creationId xmlns:a16="http://schemas.microsoft.com/office/drawing/2014/main" id="{CDE2E100-7DDF-229E-D2BD-DECDE2004514}"/>
                    </a:ext>
                  </a:extLst>
                </p:cNvPr>
                <p:cNvSpPr/>
                <p:nvPr/>
              </p:nvSpPr>
              <p:spPr>
                <a:xfrm>
                  <a:off x="7869855" y="3898992"/>
                  <a:ext cx="359745" cy="18000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40" name="Rechteck 1139">
                  <a:extLst>
                    <a:ext uri="{FF2B5EF4-FFF2-40B4-BE49-F238E27FC236}">
                      <a16:creationId xmlns:a16="http://schemas.microsoft.com/office/drawing/2014/main" id="{BB5A497F-4FDB-3E56-08FD-6D4BC16A3BBD}"/>
                    </a:ext>
                  </a:extLst>
                </p:cNvPr>
                <p:cNvSpPr/>
                <p:nvPr/>
              </p:nvSpPr>
              <p:spPr>
                <a:xfrm>
                  <a:off x="7914640" y="3929897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41" name="Rechteck 1140">
                  <a:extLst>
                    <a:ext uri="{FF2B5EF4-FFF2-40B4-BE49-F238E27FC236}">
                      <a16:creationId xmlns:a16="http://schemas.microsoft.com/office/drawing/2014/main" id="{BF516EB5-2BEC-3EFD-D018-214B751115B7}"/>
                    </a:ext>
                  </a:extLst>
                </p:cNvPr>
                <p:cNvSpPr/>
                <p:nvPr/>
              </p:nvSpPr>
              <p:spPr>
                <a:xfrm>
                  <a:off x="8094238" y="3929897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112" name="Textfeld 1111">
                <a:extLst>
                  <a:ext uri="{FF2B5EF4-FFF2-40B4-BE49-F238E27FC236}">
                    <a16:creationId xmlns:a16="http://schemas.microsoft.com/office/drawing/2014/main" id="{80055EA3-F759-60FB-F14A-EA38A2988E51}"/>
                  </a:ext>
                </a:extLst>
              </p:cNvPr>
              <p:cNvSpPr txBox="1"/>
              <p:nvPr/>
            </p:nvSpPr>
            <p:spPr>
              <a:xfrm>
                <a:off x="10688611" y="2211663"/>
                <a:ext cx="6555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RS485B</a:t>
                </a:r>
              </a:p>
            </p:txBody>
          </p:sp>
          <p:sp>
            <p:nvSpPr>
              <p:cNvPr id="1113" name="Textfeld 1112">
                <a:extLst>
                  <a:ext uri="{FF2B5EF4-FFF2-40B4-BE49-F238E27FC236}">
                    <a16:creationId xmlns:a16="http://schemas.microsoft.com/office/drawing/2014/main" id="{1A050D50-F681-9782-2BC6-C69FE2B6C52F}"/>
                  </a:ext>
                </a:extLst>
              </p:cNvPr>
              <p:cNvSpPr txBox="1"/>
              <p:nvPr/>
            </p:nvSpPr>
            <p:spPr>
              <a:xfrm>
                <a:off x="10682199" y="1680986"/>
                <a:ext cx="6619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RS485A</a:t>
                </a:r>
              </a:p>
            </p:txBody>
          </p:sp>
          <p:sp>
            <p:nvSpPr>
              <p:cNvPr id="1114" name="Textfeld 1113">
                <a:extLst>
                  <a:ext uri="{FF2B5EF4-FFF2-40B4-BE49-F238E27FC236}">
                    <a16:creationId xmlns:a16="http://schemas.microsoft.com/office/drawing/2014/main" id="{E4550218-1156-EA18-886E-6FD8BDF25739}"/>
                  </a:ext>
                </a:extLst>
              </p:cNvPr>
              <p:cNvSpPr txBox="1"/>
              <p:nvPr/>
            </p:nvSpPr>
            <p:spPr>
              <a:xfrm>
                <a:off x="10688611" y="1857442"/>
                <a:ext cx="6555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RS485B</a:t>
                </a:r>
              </a:p>
            </p:txBody>
          </p:sp>
          <p:sp>
            <p:nvSpPr>
              <p:cNvPr id="1115" name="Textfeld 1114">
                <a:extLst>
                  <a:ext uri="{FF2B5EF4-FFF2-40B4-BE49-F238E27FC236}">
                    <a16:creationId xmlns:a16="http://schemas.microsoft.com/office/drawing/2014/main" id="{703B5F96-4B9E-C9A3-C8A8-47AF5B16AEC4}"/>
                  </a:ext>
                </a:extLst>
              </p:cNvPr>
              <p:cNvSpPr txBox="1"/>
              <p:nvPr/>
            </p:nvSpPr>
            <p:spPr>
              <a:xfrm>
                <a:off x="10682199" y="2040266"/>
                <a:ext cx="6619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RS485A</a:t>
                </a:r>
              </a:p>
            </p:txBody>
          </p:sp>
          <p:sp>
            <p:nvSpPr>
              <p:cNvPr id="1116" name="Textfeld 1115">
                <a:extLst>
                  <a:ext uri="{FF2B5EF4-FFF2-40B4-BE49-F238E27FC236}">
                    <a16:creationId xmlns:a16="http://schemas.microsoft.com/office/drawing/2014/main" id="{6C6DE7A9-3FB6-50EE-FE6C-E090531BDBED}"/>
                  </a:ext>
                </a:extLst>
              </p:cNvPr>
              <p:cNvSpPr txBox="1"/>
              <p:nvPr/>
            </p:nvSpPr>
            <p:spPr>
              <a:xfrm>
                <a:off x="10682199" y="2423591"/>
                <a:ext cx="349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9V</a:t>
                </a:r>
              </a:p>
            </p:txBody>
          </p:sp>
          <p:grpSp>
            <p:nvGrpSpPr>
              <p:cNvPr id="1117" name="Gruppieren 1116">
                <a:extLst>
                  <a:ext uri="{FF2B5EF4-FFF2-40B4-BE49-F238E27FC236}">
                    <a16:creationId xmlns:a16="http://schemas.microsoft.com/office/drawing/2014/main" id="{60F848BC-D07C-B7D0-8AED-CE0EEE5AE4FF}"/>
                  </a:ext>
                </a:extLst>
              </p:cNvPr>
              <p:cNvGrpSpPr/>
              <p:nvPr/>
            </p:nvGrpSpPr>
            <p:grpSpPr>
              <a:xfrm>
                <a:off x="9162394" y="2826856"/>
                <a:ext cx="1508654" cy="529887"/>
                <a:chOff x="5585559" y="992874"/>
                <a:chExt cx="1508654" cy="529887"/>
              </a:xfrm>
            </p:grpSpPr>
            <p:sp>
              <p:nvSpPr>
                <p:cNvPr id="1133" name="Ellipse 1132">
                  <a:extLst>
                    <a:ext uri="{FF2B5EF4-FFF2-40B4-BE49-F238E27FC236}">
                      <a16:creationId xmlns:a16="http://schemas.microsoft.com/office/drawing/2014/main" id="{2581BD1A-019C-BECE-91CE-9BF663F90512}"/>
                    </a:ext>
                  </a:extLst>
                </p:cNvPr>
                <p:cNvSpPr/>
                <p:nvPr/>
              </p:nvSpPr>
              <p:spPr>
                <a:xfrm>
                  <a:off x="6251530" y="1240202"/>
                  <a:ext cx="180000" cy="18000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34" name="Ellipse 1133">
                  <a:extLst>
                    <a:ext uri="{FF2B5EF4-FFF2-40B4-BE49-F238E27FC236}">
                      <a16:creationId xmlns:a16="http://schemas.microsoft.com/office/drawing/2014/main" id="{001792F8-640C-FA61-FADB-29F9B583299E}"/>
                    </a:ext>
                  </a:extLst>
                </p:cNvPr>
                <p:cNvSpPr/>
                <p:nvPr/>
              </p:nvSpPr>
              <p:spPr>
                <a:xfrm>
                  <a:off x="5660485" y="1150202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35" name="Ellipse 1134">
                  <a:extLst>
                    <a:ext uri="{FF2B5EF4-FFF2-40B4-BE49-F238E27FC236}">
                      <a16:creationId xmlns:a16="http://schemas.microsoft.com/office/drawing/2014/main" id="{AD7BF2FB-3960-F4D8-B57D-18986FC7E8A3}"/>
                    </a:ext>
                  </a:extLst>
                </p:cNvPr>
                <p:cNvSpPr/>
                <p:nvPr/>
              </p:nvSpPr>
              <p:spPr>
                <a:xfrm>
                  <a:off x="6662575" y="1162761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36" name="Textfeld 1135">
                  <a:extLst>
                    <a:ext uri="{FF2B5EF4-FFF2-40B4-BE49-F238E27FC236}">
                      <a16:creationId xmlns:a16="http://schemas.microsoft.com/office/drawing/2014/main" id="{EC90DD37-6B24-15F8-495E-0F9DCC003A72}"/>
                    </a:ext>
                  </a:extLst>
                </p:cNvPr>
                <p:cNvSpPr txBox="1"/>
                <p:nvPr/>
              </p:nvSpPr>
              <p:spPr>
                <a:xfrm>
                  <a:off x="6063722" y="992874"/>
                  <a:ext cx="5631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RESET</a:t>
                  </a:r>
                </a:p>
              </p:txBody>
            </p:sp>
            <p:sp>
              <p:nvSpPr>
                <p:cNvPr id="1137" name="Textfeld 1136">
                  <a:extLst>
                    <a:ext uri="{FF2B5EF4-FFF2-40B4-BE49-F238E27FC236}">
                      <a16:creationId xmlns:a16="http://schemas.microsoft.com/office/drawing/2014/main" id="{FBA39AF3-D820-3165-A4AD-EBFD6178633C}"/>
                    </a:ext>
                  </a:extLst>
                </p:cNvPr>
                <p:cNvSpPr txBox="1"/>
                <p:nvPr/>
              </p:nvSpPr>
              <p:spPr>
                <a:xfrm>
                  <a:off x="6596961" y="1203894"/>
                  <a:ext cx="49725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LED2</a:t>
                  </a:r>
                </a:p>
              </p:txBody>
            </p:sp>
            <p:sp>
              <p:nvSpPr>
                <p:cNvPr id="1138" name="Textfeld 1137">
                  <a:extLst>
                    <a:ext uri="{FF2B5EF4-FFF2-40B4-BE49-F238E27FC236}">
                      <a16:creationId xmlns:a16="http://schemas.microsoft.com/office/drawing/2014/main" id="{5FE0746F-DEAF-F252-DE04-78C214F464C9}"/>
                    </a:ext>
                  </a:extLst>
                </p:cNvPr>
                <p:cNvSpPr txBox="1"/>
                <p:nvPr/>
              </p:nvSpPr>
              <p:spPr>
                <a:xfrm>
                  <a:off x="5585559" y="1197408"/>
                  <a:ext cx="49725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LED1</a:t>
                  </a:r>
                </a:p>
              </p:txBody>
            </p:sp>
          </p:grpSp>
          <p:sp>
            <p:nvSpPr>
              <p:cNvPr id="1118" name="Textfeld 1117">
                <a:extLst>
                  <a:ext uri="{FF2B5EF4-FFF2-40B4-BE49-F238E27FC236}">
                    <a16:creationId xmlns:a16="http://schemas.microsoft.com/office/drawing/2014/main" id="{B5BA29CD-EEFF-6890-B4B0-120E1A5E7687}"/>
                  </a:ext>
                </a:extLst>
              </p:cNvPr>
              <p:cNvSpPr txBox="1"/>
              <p:nvPr/>
            </p:nvSpPr>
            <p:spPr>
              <a:xfrm rot="16200000">
                <a:off x="9650329" y="2012659"/>
                <a:ext cx="5721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</a:t>
                </a:r>
              </a:p>
            </p:txBody>
          </p:sp>
          <p:sp>
            <p:nvSpPr>
              <p:cNvPr id="1119" name="Rechteck: abgerundete Ecken 1118">
                <a:extLst>
                  <a:ext uri="{FF2B5EF4-FFF2-40B4-BE49-F238E27FC236}">
                    <a16:creationId xmlns:a16="http://schemas.microsoft.com/office/drawing/2014/main" id="{4372605B-6ED3-7FBC-2338-6B38CC168734}"/>
                  </a:ext>
                </a:extLst>
              </p:cNvPr>
              <p:cNvSpPr/>
              <p:nvPr/>
            </p:nvSpPr>
            <p:spPr>
              <a:xfrm>
                <a:off x="9623217" y="863494"/>
                <a:ext cx="90000" cy="162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20" name="Rechteck: abgerundete Ecken 1119">
                <a:extLst>
                  <a:ext uri="{FF2B5EF4-FFF2-40B4-BE49-F238E27FC236}">
                    <a16:creationId xmlns:a16="http://schemas.microsoft.com/office/drawing/2014/main" id="{40D112FF-B971-BC0E-A86F-807C9125FFB7}"/>
                  </a:ext>
                </a:extLst>
              </p:cNvPr>
              <p:cNvSpPr/>
              <p:nvPr/>
            </p:nvSpPr>
            <p:spPr>
              <a:xfrm>
                <a:off x="9437873" y="863494"/>
                <a:ext cx="90000" cy="162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121" name="Gruppieren 1120">
                <a:extLst>
                  <a:ext uri="{FF2B5EF4-FFF2-40B4-BE49-F238E27FC236}">
                    <a16:creationId xmlns:a16="http://schemas.microsoft.com/office/drawing/2014/main" id="{46657F25-8C6F-410C-B14E-32D6FD25D237}"/>
                  </a:ext>
                </a:extLst>
              </p:cNvPr>
              <p:cNvGrpSpPr/>
              <p:nvPr/>
            </p:nvGrpSpPr>
            <p:grpSpPr>
              <a:xfrm>
                <a:off x="10275371" y="863273"/>
                <a:ext cx="521306" cy="576000"/>
                <a:chOff x="5522556" y="3472601"/>
                <a:chExt cx="521306" cy="576000"/>
              </a:xfrm>
            </p:grpSpPr>
            <p:sp>
              <p:nvSpPr>
                <p:cNvPr id="1131" name="Rechteck: abgerundete Ecken 1130">
                  <a:extLst>
                    <a:ext uri="{FF2B5EF4-FFF2-40B4-BE49-F238E27FC236}">
                      <a16:creationId xmlns:a16="http://schemas.microsoft.com/office/drawing/2014/main" id="{FBC77221-7B7E-80AF-1F53-20B2FB64F664}"/>
                    </a:ext>
                  </a:extLst>
                </p:cNvPr>
                <p:cNvSpPr/>
                <p:nvPr/>
              </p:nvSpPr>
              <p:spPr>
                <a:xfrm>
                  <a:off x="5522556" y="3472601"/>
                  <a:ext cx="521305" cy="576000"/>
                </a:xfrm>
                <a:prstGeom prst="roundRect">
                  <a:avLst/>
                </a:prstGeom>
                <a:solidFill>
                  <a:srgbClr val="76717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32" name="Textfeld 1131">
                  <a:extLst>
                    <a:ext uri="{FF2B5EF4-FFF2-40B4-BE49-F238E27FC236}">
                      <a16:creationId xmlns:a16="http://schemas.microsoft.com/office/drawing/2014/main" id="{9B57791E-18B6-03C4-19AD-D83AF6887515}"/>
                    </a:ext>
                  </a:extLst>
                </p:cNvPr>
                <p:cNvSpPr txBox="1"/>
                <p:nvPr/>
              </p:nvSpPr>
              <p:spPr>
                <a:xfrm>
                  <a:off x="5533134" y="3622102"/>
                  <a:ext cx="5107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200" dirty="0"/>
                    <a:t>USB</a:t>
                  </a:r>
                </a:p>
              </p:txBody>
            </p:sp>
          </p:grpSp>
          <p:grpSp>
            <p:nvGrpSpPr>
              <p:cNvPr id="1122" name="Gruppieren 1121">
                <a:extLst>
                  <a:ext uri="{FF2B5EF4-FFF2-40B4-BE49-F238E27FC236}">
                    <a16:creationId xmlns:a16="http://schemas.microsoft.com/office/drawing/2014/main" id="{6AC62DE4-4FF7-35D9-F71B-0A131272DBA1}"/>
                  </a:ext>
                </a:extLst>
              </p:cNvPr>
              <p:cNvGrpSpPr/>
              <p:nvPr/>
            </p:nvGrpSpPr>
            <p:grpSpPr>
              <a:xfrm rot="10800000">
                <a:off x="10293953" y="2479609"/>
                <a:ext cx="433247" cy="360620"/>
                <a:chOff x="8238632" y="1988930"/>
                <a:chExt cx="433247" cy="360620"/>
              </a:xfrm>
            </p:grpSpPr>
            <p:sp>
              <p:nvSpPr>
                <p:cNvPr id="1126" name="Rechteck 1125">
                  <a:extLst>
                    <a:ext uri="{FF2B5EF4-FFF2-40B4-BE49-F238E27FC236}">
                      <a16:creationId xmlns:a16="http://schemas.microsoft.com/office/drawing/2014/main" id="{2DDE147B-A618-997F-7237-413F5DB6A5D3}"/>
                    </a:ext>
                  </a:extLst>
                </p:cNvPr>
                <p:cNvSpPr/>
                <p:nvPr/>
              </p:nvSpPr>
              <p:spPr>
                <a:xfrm>
                  <a:off x="8239879" y="1988930"/>
                  <a:ext cx="432000" cy="36007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27" name="Ellipse 1126">
                  <a:extLst>
                    <a:ext uri="{FF2B5EF4-FFF2-40B4-BE49-F238E27FC236}">
                      <a16:creationId xmlns:a16="http://schemas.microsoft.com/office/drawing/2014/main" id="{FD8214D7-CF34-32E7-7360-BD14D0ECD073}"/>
                    </a:ext>
                  </a:extLst>
                </p:cNvPr>
                <p:cNvSpPr/>
                <p:nvPr/>
              </p:nvSpPr>
              <p:spPr>
                <a:xfrm>
                  <a:off x="8425789" y="2007818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28" name="Ellipse 1127">
                  <a:extLst>
                    <a:ext uri="{FF2B5EF4-FFF2-40B4-BE49-F238E27FC236}">
                      <a16:creationId xmlns:a16="http://schemas.microsoft.com/office/drawing/2014/main" id="{E7C064DB-B416-4363-0E00-6994BF33735F}"/>
                    </a:ext>
                  </a:extLst>
                </p:cNvPr>
                <p:cNvSpPr/>
                <p:nvPr/>
              </p:nvSpPr>
              <p:spPr>
                <a:xfrm>
                  <a:off x="8425789" y="2183993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29" name="Rechteck 1128">
                  <a:extLst>
                    <a:ext uri="{FF2B5EF4-FFF2-40B4-BE49-F238E27FC236}">
                      <a16:creationId xmlns:a16="http://schemas.microsoft.com/office/drawing/2014/main" id="{088144B7-BF53-A1C2-B5F1-EA1853C3FE19}"/>
                    </a:ext>
                  </a:extLst>
                </p:cNvPr>
                <p:cNvSpPr/>
                <p:nvPr/>
              </p:nvSpPr>
              <p:spPr>
                <a:xfrm>
                  <a:off x="8238632" y="198979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30" name="Rechteck 1129">
                  <a:extLst>
                    <a:ext uri="{FF2B5EF4-FFF2-40B4-BE49-F238E27FC236}">
                      <a16:creationId xmlns:a16="http://schemas.microsoft.com/office/drawing/2014/main" id="{E9FD236E-4E37-7B4C-E576-BCA7D5D8A8CB}"/>
                    </a:ext>
                  </a:extLst>
                </p:cNvPr>
                <p:cNvSpPr/>
                <p:nvPr/>
              </p:nvSpPr>
              <p:spPr>
                <a:xfrm>
                  <a:off x="8238632" y="216955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</p:grpSp>
          <p:sp>
            <p:nvSpPr>
              <p:cNvPr id="1123" name="Rechteck: abgerundete Ecken 1122">
                <a:extLst>
                  <a:ext uri="{FF2B5EF4-FFF2-40B4-BE49-F238E27FC236}">
                    <a16:creationId xmlns:a16="http://schemas.microsoft.com/office/drawing/2014/main" id="{BED082FF-7A32-E8F0-91B9-4CB3D099F9A9}"/>
                  </a:ext>
                </a:extLst>
              </p:cNvPr>
              <p:cNvSpPr/>
              <p:nvPr/>
            </p:nvSpPr>
            <p:spPr>
              <a:xfrm>
                <a:off x="10021397" y="863494"/>
                <a:ext cx="90000" cy="102334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24" name="Rechteck: abgerundete Ecken 1123">
                <a:extLst>
                  <a:ext uri="{FF2B5EF4-FFF2-40B4-BE49-F238E27FC236}">
                    <a16:creationId xmlns:a16="http://schemas.microsoft.com/office/drawing/2014/main" id="{FBA770D0-3473-B4E5-F457-7D9FBAA2A96E}"/>
                  </a:ext>
                </a:extLst>
              </p:cNvPr>
              <p:cNvSpPr/>
              <p:nvPr/>
            </p:nvSpPr>
            <p:spPr>
              <a:xfrm>
                <a:off x="9836053" y="863494"/>
                <a:ext cx="90000" cy="102334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25" name="Textfeld 1124">
                <a:extLst>
                  <a:ext uri="{FF2B5EF4-FFF2-40B4-BE49-F238E27FC236}">
                    <a16:creationId xmlns:a16="http://schemas.microsoft.com/office/drawing/2014/main" id="{1F67EF85-9114-2EF3-9BCF-5440AE202AB3}"/>
                  </a:ext>
                </a:extLst>
              </p:cNvPr>
              <p:cNvSpPr txBox="1"/>
              <p:nvPr/>
            </p:nvSpPr>
            <p:spPr>
              <a:xfrm>
                <a:off x="10682199" y="2582581"/>
                <a:ext cx="4764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GND</a:t>
                </a:r>
              </a:p>
            </p:txBody>
          </p:sp>
        </p:grpSp>
        <p:sp>
          <p:nvSpPr>
            <p:cNvPr id="1155" name="Textfeld 1154">
              <a:extLst>
                <a:ext uri="{FF2B5EF4-FFF2-40B4-BE49-F238E27FC236}">
                  <a16:creationId xmlns:a16="http://schemas.microsoft.com/office/drawing/2014/main" id="{9B55DA3E-E91F-0011-EFB1-4F58AC9271B3}"/>
                </a:ext>
              </a:extLst>
            </p:cNvPr>
            <p:cNvSpPr txBox="1"/>
            <p:nvPr/>
          </p:nvSpPr>
          <p:spPr>
            <a:xfrm>
              <a:off x="9189881" y="929324"/>
              <a:ext cx="52290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9V IN</a:t>
              </a:r>
            </a:p>
          </p:txBody>
        </p:sp>
      </p:grpSp>
      <p:grpSp>
        <p:nvGrpSpPr>
          <p:cNvPr id="1213" name="Gruppieren 1212">
            <a:extLst>
              <a:ext uri="{FF2B5EF4-FFF2-40B4-BE49-F238E27FC236}">
                <a16:creationId xmlns:a16="http://schemas.microsoft.com/office/drawing/2014/main" id="{AB936D2A-22AD-AF64-7E7F-8957A152C46A}"/>
              </a:ext>
            </a:extLst>
          </p:cNvPr>
          <p:cNvGrpSpPr/>
          <p:nvPr/>
        </p:nvGrpSpPr>
        <p:grpSpPr>
          <a:xfrm>
            <a:off x="750030" y="404641"/>
            <a:ext cx="4194000" cy="4500057"/>
            <a:chOff x="750030" y="404641"/>
            <a:chExt cx="4194000" cy="4500057"/>
          </a:xfrm>
        </p:grpSpPr>
        <p:sp>
          <p:nvSpPr>
            <p:cNvPr id="737" name="Rechteck 736">
              <a:extLst>
                <a:ext uri="{FF2B5EF4-FFF2-40B4-BE49-F238E27FC236}">
                  <a16:creationId xmlns:a16="http://schemas.microsoft.com/office/drawing/2014/main" id="{FD3710E2-5AD0-B001-089A-292C902FC0C7}"/>
                </a:ext>
              </a:extLst>
            </p:cNvPr>
            <p:cNvSpPr/>
            <p:nvPr/>
          </p:nvSpPr>
          <p:spPr>
            <a:xfrm>
              <a:off x="750030" y="712225"/>
              <a:ext cx="4194000" cy="4192473"/>
            </a:xfrm>
            <a:prstGeom prst="rect">
              <a:avLst/>
            </a:prstGeom>
            <a:solidFill>
              <a:schemeClr val="bg1">
                <a:lumMod val="65000"/>
                <a:alpha val="59000"/>
              </a:schemeClr>
            </a:solidFill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grpSp>
          <p:nvGrpSpPr>
            <p:cNvPr id="738" name="Gruppieren 737">
              <a:extLst>
                <a:ext uri="{FF2B5EF4-FFF2-40B4-BE49-F238E27FC236}">
                  <a16:creationId xmlns:a16="http://schemas.microsoft.com/office/drawing/2014/main" id="{DB3DA903-DDD4-E4AB-5A6C-E36DF6D45F0A}"/>
                </a:ext>
              </a:extLst>
            </p:cNvPr>
            <p:cNvGrpSpPr/>
            <p:nvPr/>
          </p:nvGrpSpPr>
          <p:grpSpPr>
            <a:xfrm>
              <a:off x="937855" y="3695977"/>
              <a:ext cx="3855687" cy="1029894"/>
              <a:chOff x="1719445" y="4164607"/>
              <a:chExt cx="3855687" cy="1029894"/>
            </a:xfrm>
          </p:grpSpPr>
          <p:grpSp>
            <p:nvGrpSpPr>
              <p:cNvPr id="812" name="Gruppieren 811">
                <a:extLst>
                  <a:ext uri="{FF2B5EF4-FFF2-40B4-BE49-F238E27FC236}">
                    <a16:creationId xmlns:a16="http://schemas.microsoft.com/office/drawing/2014/main" id="{2D0A6371-1199-C7EA-4D87-6DA4396C7660}"/>
                  </a:ext>
                </a:extLst>
              </p:cNvPr>
              <p:cNvGrpSpPr/>
              <p:nvPr/>
            </p:nvGrpSpPr>
            <p:grpSpPr>
              <a:xfrm>
                <a:off x="1719445" y="4165737"/>
                <a:ext cx="3855687" cy="1028764"/>
                <a:chOff x="6491861" y="4316685"/>
                <a:chExt cx="3855687" cy="1028764"/>
              </a:xfrm>
            </p:grpSpPr>
            <p:sp>
              <p:nvSpPr>
                <p:cNvPr id="838" name="Ellipse 837">
                  <a:extLst>
                    <a:ext uri="{FF2B5EF4-FFF2-40B4-BE49-F238E27FC236}">
                      <a16:creationId xmlns:a16="http://schemas.microsoft.com/office/drawing/2014/main" id="{3924CDAC-77C0-E67A-7EDE-55013E70B2DE}"/>
                    </a:ext>
                  </a:extLst>
                </p:cNvPr>
                <p:cNvSpPr/>
                <p:nvPr/>
              </p:nvSpPr>
              <p:spPr>
                <a:xfrm>
                  <a:off x="7599644" y="4926111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39" name="Ellipse 838">
                  <a:extLst>
                    <a:ext uri="{FF2B5EF4-FFF2-40B4-BE49-F238E27FC236}">
                      <a16:creationId xmlns:a16="http://schemas.microsoft.com/office/drawing/2014/main" id="{932EC23C-8631-201A-EFE4-C7A06E713D52}"/>
                    </a:ext>
                  </a:extLst>
                </p:cNvPr>
                <p:cNvSpPr/>
                <p:nvPr/>
              </p:nvSpPr>
              <p:spPr>
                <a:xfrm>
                  <a:off x="7980820" y="4926111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40" name="Ellipse 839">
                  <a:extLst>
                    <a:ext uri="{FF2B5EF4-FFF2-40B4-BE49-F238E27FC236}">
                      <a16:creationId xmlns:a16="http://schemas.microsoft.com/office/drawing/2014/main" id="{449255C0-AA30-6596-48E6-81B51D9E17FC}"/>
                    </a:ext>
                  </a:extLst>
                </p:cNvPr>
                <p:cNvSpPr/>
                <p:nvPr/>
              </p:nvSpPr>
              <p:spPr>
                <a:xfrm>
                  <a:off x="8361996" y="4926111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41" name="Ellipse 840">
                  <a:extLst>
                    <a:ext uri="{FF2B5EF4-FFF2-40B4-BE49-F238E27FC236}">
                      <a16:creationId xmlns:a16="http://schemas.microsoft.com/office/drawing/2014/main" id="{181CFD9E-8380-E402-F652-74E4B7383FF8}"/>
                    </a:ext>
                  </a:extLst>
                </p:cNvPr>
                <p:cNvSpPr/>
                <p:nvPr/>
              </p:nvSpPr>
              <p:spPr>
                <a:xfrm>
                  <a:off x="8743172" y="4926111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42" name="Ellipse 841">
                  <a:extLst>
                    <a:ext uri="{FF2B5EF4-FFF2-40B4-BE49-F238E27FC236}">
                      <a16:creationId xmlns:a16="http://schemas.microsoft.com/office/drawing/2014/main" id="{82AADA10-A4DA-8381-6873-839EAAB509AD}"/>
                    </a:ext>
                  </a:extLst>
                </p:cNvPr>
                <p:cNvSpPr/>
                <p:nvPr/>
              </p:nvSpPr>
              <p:spPr>
                <a:xfrm>
                  <a:off x="9124348" y="4926111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43" name="Ellipse 842">
                  <a:extLst>
                    <a:ext uri="{FF2B5EF4-FFF2-40B4-BE49-F238E27FC236}">
                      <a16:creationId xmlns:a16="http://schemas.microsoft.com/office/drawing/2014/main" id="{2263005E-7AA0-6E74-648D-983FD5C9F644}"/>
                    </a:ext>
                  </a:extLst>
                </p:cNvPr>
                <p:cNvSpPr/>
                <p:nvPr/>
              </p:nvSpPr>
              <p:spPr>
                <a:xfrm>
                  <a:off x="7599732" y="5230824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44" name="Ellipse 843">
                  <a:extLst>
                    <a:ext uri="{FF2B5EF4-FFF2-40B4-BE49-F238E27FC236}">
                      <a16:creationId xmlns:a16="http://schemas.microsoft.com/office/drawing/2014/main" id="{89AA8918-C356-E493-2625-5EC049E24D86}"/>
                    </a:ext>
                  </a:extLst>
                </p:cNvPr>
                <p:cNvSpPr/>
                <p:nvPr/>
              </p:nvSpPr>
              <p:spPr>
                <a:xfrm>
                  <a:off x="7980908" y="5230824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45" name="Ellipse 844">
                  <a:extLst>
                    <a:ext uri="{FF2B5EF4-FFF2-40B4-BE49-F238E27FC236}">
                      <a16:creationId xmlns:a16="http://schemas.microsoft.com/office/drawing/2014/main" id="{AD8FF1B6-7E30-7DAC-F519-3B162BB93650}"/>
                    </a:ext>
                  </a:extLst>
                </p:cNvPr>
                <p:cNvSpPr/>
                <p:nvPr/>
              </p:nvSpPr>
              <p:spPr>
                <a:xfrm>
                  <a:off x="8362084" y="5230824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46" name="Ellipse 845">
                  <a:extLst>
                    <a:ext uri="{FF2B5EF4-FFF2-40B4-BE49-F238E27FC236}">
                      <a16:creationId xmlns:a16="http://schemas.microsoft.com/office/drawing/2014/main" id="{80EE62E4-3AB1-D25E-FDD4-166075F5D11B}"/>
                    </a:ext>
                  </a:extLst>
                </p:cNvPr>
                <p:cNvSpPr/>
                <p:nvPr/>
              </p:nvSpPr>
              <p:spPr>
                <a:xfrm>
                  <a:off x="8743260" y="5230824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47" name="Ellipse 846">
                  <a:extLst>
                    <a:ext uri="{FF2B5EF4-FFF2-40B4-BE49-F238E27FC236}">
                      <a16:creationId xmlns:a16="http://schemas.microsoft.com/office/drawing/2014/main" id="{20C3AB31-6C0A-A6E8-52F1-389A20CAD42D}"/>
                    </a:ext>
                  </a:extLst>
                </p:cNvPr>
                <p:cNvSpPr/>
                <p:nvPr/>
              </p:nvSpPr>
              <p:spPr>
                <a:xfrm>
                  <a:off x="9124432" y="5230824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48" name="Ellipse 847">
                  <a:extLst>
                    <a:ext uri="{FF2B5EF4-FFF2-40B4-BE49-F238E27FC236}">
                      <a16:creationId xmlns:a16="http://schemas.microsoft.com/office/drawing/2014/main" id="{0A377F11-9871-AAA8-EFF9-980B67146A6B}"/>
                    </a:ext>
                  </a:extLst>
                </p:cNvPr>
                <p:cNvSpPr/>
                <p:nvPr/>
              </p:nvSpPr>
              <p:spPr>
                <a:xfrm>
                  <a:off x="9896851" y="4926111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49" name="Ellipse 848">
                  <a:extLst>
                    <a:ext uri="{FF2B5EF4-FFF2-40B4-BE49-F238E27FC236}">
                      <a16:creationId xmlns:a16="http://schemas.microsoft.com/office/drawing/2014/main" id="{1F8FA744-0570-8CC6-23A1-1C0EFEAB5473}"/>
                    </a:ext>
                  </a:extLst>
                </p:cNvPr>
                <p:cNvSpPr/>
                <p:nvPr/>
              </p:nvSpPr>
              <p:spPr>
                <a:xfrm>
                  <a:off x="9896851" y="5230824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0" name="Ellipse 849">
                  <a:extLst>
                    <a:ext uri="{FF2B5EF4-FFF2-40B4-BE49-F238E27FC236}">
                      <a16:creationId xmlns:a16="http://schemas.microsoft.com/office/drawing/2014/main" id="{5E1A9CB4-9124-CE84-3545-1A96E5F3E7CD}"/>
                    </a:ext>
                  </a:extLst>
                </p:cNvPr>
                <p:cNvSpPr/>
                <p:nvPr/>
              </p:nvSpPr>
              <p:spPr>
                <a:xfrm>
                  <a:off x="9896851" y="4316685"/>
                  <a:ext cx="115417" cy="114625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1" name="Ellipse 850">
                  <a:extLst>
                    <a:ext uri="{FF2B5EF4-FFF2-40B4-BE49-F238E27FC236}">
                      <a16:creationId xmlns:a16="http://schemas.microsoft.com/office/drawing/2014/main" id="{D0617959-56C5-4098-FF8B-9DDD88C45E31}"/>
                    </a:ext>
                  </a:extLst>
                </p:cNvPr>
                <p:cNvSpPr/>
                <p:nvPr/>
              </p:nvSpPr>
              <p:spPr>
                <a:xfrm>
                  <a:off x="9896851" y="4621398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2" name="Ellipse 851">
                  <a:extLst>
                    <a:ext uri="{FF2B5EF4-FFF2-40B4-BE49-F238E27FC236}">
                      <a16:creationId xmlns:a16="http://schemas.microsoft.com/office/drawing/2014/main" id="{B8EE2989-2E6D-2971-BA6E-70FBC6E9CA8E}"/>
                    </a:ext>
                  </a:extLst>
                </p:cNvPr>
                <p:cNvSpPr/>
                <p:nvPr/>
              </p:nvSpPr>
              <p:spPr>
                <a:xfrm>
                  <a:off x="10232131" y="4926111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3" name="Ellipse 852">
                  <a:extLst>
                    <a:ext uri="{FF2B5EF4-FFF2-40B4-BE49-F238E27FC236}">
                      <a16:creationId xmlns:a16="http://schemas.microsoft.com/office/drawing/2014/main" id="{D24F52CB-E46B-21F0-9DB1-225A74991DC0}"/>
                    </a:ext>
                  </a:extLst>
                </p:cNvPr>
                <p:cNvSpPr/>
                <p:nvPr/>
              </p:nvSpPr>
              <p:spPr>
                <a:xfrm>
                  <a:off x="10232131" y="5230824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4" name="Ellipse 853">
                  <a:extLst>
                    <a:ext uri="{FF2B5EF4-FFF2-40B4-BE49-F238E27FC236}">
                      <a16:creationId xmlns:a16="http://schemas.microsoft.com/office/drawing/2014/main" id="{3A5B96F4-6FE4-B0A1-37BD-60CF2898B464}"/>
                    </a:ext>
                  </a:extLst>
                </p:cNvPr>
                <p:cNvSpPr/>
                <p:nvPr/>
              </p:nvSpPr>
              <p:spPr>
                <a:xfrm>
                  <a:off x="10232131" y="4316685"/>
                  <a:ext cx="115417" cy="114625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5" name="Ellipse 854">
                  <a:extLst>
                    <a:ext uri="{FF2B5EF4-FFF2-40B4-BE49-F238E27FC236}">
                      <a16:creationId xmlns:a16="http://schemas.microsoft.com/office/drawing/2014/main" id="{7F4B6C7A-8A61-5172-F1EB-09185231E1F8}"/>
                    </a:ext>
                  </a:extLst>
                </p:cNvPr>
                <p:cNvSpPr/>
                <p:nvPr/>
              </p:nvSpPr>
              <p:spPr>
                <a:xfrm>
                  <a:off x="10232131" y="4621398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6" name="Ellipse 855">
                  <a:extLst>
                    <a:ext uri="{FF2B5EF4-FFF2-40B4-BE49-F238E27FC236}">
                      <a16:creationId xmlns:a16="http://schemas.microsoft.com/office/drawing/2014/main" id="{B3855DFC-9649-E40C-DFFA-DDE3E1177B4D}"/>
                    </a:ext>
                  </a:extLst>
                </p:cNvPr>
                <p:cNvSpPr/>
                <p:nvPr/>
              </p:nvSpPr>
              <p:spPr>
                <a:xfrm>
                  <a:off x="6491861" y="4926111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7" name="Ellipse 856">
                  <a:extLst>
                    <a:ext uri="{FF2B5EF4-FFF2-40B4-BE49-F238E27FC236}">
                      <a16:creationId xmlns:a16="http://schemas.microsoft.com/office/drawing/2014/main" id="{DF9F043D-6F64-155F-E7CE-7C711CDD4378}"/>
                    </a:ext>
                  </a:extLst>
                </p:cNvPr>
                <p:cNvSpPr/>
                <p:nvPr/>
              </p:nvSpPr>
              <p:spPr>
                <a:xfrm>
                  <a:off x="6491861" y="5230824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8" name="Ellipse 857">
                  <a:extLst>
                    <a:ext uri="{FF2B5EF4-FFF2-40B4-BE49-F238E27FC236}">
                      <a16:creationId xmlns:a16="http://schemas.microsoft.com/office/drawing/2014/main" id="{7D961040-23DF-60E4-5C9B-59DC9A2F2021}"/>
                    </a:ext>
                  </a:extLst>
                </p:cNvPr>
                <p:cNvSpPr/>
                <p:nvPr/>
              </p:nvSpPr>
              <p:spPr>
                <a:xfrm>
                  <a:off x="6491861" y="4316685"/>
                  <a:ext cx="115417" cy="114625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59" name="Ellipse 858">
                  <a:extLst>
                    <a:ext uri="{FF2B5EF4-FFF2-40B4-BE49-F238E27FC236}">
                      <a16:creationId xmlns:a16="http://schemas.microsoft.com/office/drawing/2014/main" id="{E53A73D5-5964-6351-D164-FD384B43BB12}"/>
                    </a:ext>
                  </a:extLst>
                </p:cNvPr>
                <p:cNvSpPr/>
                <p:nvPr/>
              </p:nvSpPr>
              <p:spPr>
                <a:xfrm>
                  <a:off x="6491861" y="4621398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60" name="Ellipse 859">
                  <a:extLst>
                    <a:ext uri="{FF2B5EF4-FFF2-40B4-BE49-F238E27FC236}">
                      <a16:creationId xmlns:a16="http://schemas.microsoft.com/office/drawing/2014/main" id="{EC1D7D04-C331-72B9-58F4-68B6EB813855}"/>
                    </a:ext>
                  </a:extLst>
                </p:cNvPr>
                <p:cNvSpPr/>
                <p:nvPr/>
              </p:nvSpPr>
              <p:spPr>
                <a:xfrm>
                  <a:off x="6827141" y="4926111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61" name="Ellipse 860">
                  <a:extLst>
                    <a:ext uri="{FF2B5EF4-FFF2-40B4-BE49-F238E27FC236}">
                      <a16:creationId xmlns:a16="http://schemas.microsoft.com/office/drawing/2014/main" id="{4A7F89D3-5C0F-45CA-829B-4220FD84AEFD}"/>
                    </a:ext>
                  </a:extLst>
                </p:cNvPr>
                <p:cNvSpPr/>
                <p:nvPr/>
              </p:nvSpPr>
              <p:spPr>
                <a:xfrm>
                  <a:off x="6827141" y="5230824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62" name="Ellipse 861">
                  <a:extLst>
                    <a:ext uri="{FF2B5EF4-FFF2-40B4-BE49-F238E27FC236}">
                      <a16:creationId xmlns:a16="http://schemas.microsoft.com/office/drawing/2014/main" id="{186E9337-382A-7F1B-4CDD-0748D94F9CB5}"/>
                    </a:ext>
                  </a:extLst>
                </p:cNvPr>
                <p:cNvSpPr/>
                <p:nvPr/>
              </p:nvSpPr>
              <p:spPr>
                <a:xfrm>
                  <a:off x="6827141" y="4316685"/>
                  <a:ext cx="115417" cy="114625"/>
                </a:xfrm>
                <a:prstGeom prst="ellipse">
                  <a:avLst/>
                </a:prstGeom>
                <a:solidFill>
                  <a:srgbClr val="0070C0"/>
                </a:solidFill>
                <a:ln>
                  <a:solidFill>
                    <a:srgbClr val="0070C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63" name="Ellipse 862">
                  <a:extLst>
                    <a:ext uri="{FF2B5EF4-FFF2-40B4-BE49-F238E27FC236}">
                      <a16:creationId xmlns:a16="http://schemas.microsoft.com/office/drawing/2014/main" id="{9F57B7D3-A753-F6EF-1B21-1849200C6282}"/>
                    </a:ext>
                  </a:extLst>
                </p:cNvPr>
                <p:cNvSpPr/>
                <p:nvPr/>
              </p:nvSpPr>
              <p:spPr>
                <a:xfrm>
                  <a:off x="6827141" y="4621398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813" name="Gruppieren 812">
                <a:extLst>
                  <a:ext uri="{FF2B5EF4-FFF2-40B4-BE49-F238E27FC236}">
                    <a16:creationId xmlns:a16="http://schemas.microsoft.com/office/drawing/2014/main" id="{DAE93D2A-503E-5E36-9EDC-D3AA536B4A69}"/>
                  </a:ext>
                </a:extLst>
              </p:cNvPr>
              <p:cNvGrpSpPr/>
              <p:nvPr/>
            </p:nvGrpSpPr>
            <p:grpSpPr>
              <a:xfrm>
                <a:off x="2819083" y="4164607"/>
                <a:ext cx="1664480" cy="363155"/>
                <a:chOff x="2819083" y="4164607"/>
                <a:chExt cx="1664480" cy="363155"/>
              </a:xfrm>
            </p:grpSpPr>
            <p:sp>
              <p:nvSpPr>
                <p:cNvPr id="814" name="Rechteck 813">
                  <a:extLst>
                    <a:ext uri="{FF2B5EF4-FFF2-40B4-BE49-F238E27FC236}">
                      <a16:creationId xmlns:a16="http://schemas.microsoft.com/office/drawing/2014/main" id="{97A3E332-4C63-28FA-9875-418C2E007C63}"/>
                    </a:ext>
                  </a:extLst>
                </p:cNvPr>
                <p:cNvSpPr/>
                <p:nvPr/>
              </p:nvSpPr>
              <p:spPr>
                <a:xfrm>
                  <a:off x="2819083" y="4164607"/>
                  <a:ext cx="1664480" cy="36315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815" name="Rechteck 814">
                  <a:extLst>
                    <a:ext uri="{FF2B5EF4-FFF2-40B4-BE49-F238E27FC236}">
                      <a16:creationId xmlns:a16="http://schemas.microsoft.com/office/drawing/2014/main" id="{D5094F9E-7559-AC8F-5191-46D0EB1AFED9}"/>
                    </a:ext>
                  </a:extLst>
                </p:cNvPr>
                <p:cNvSpPr/>
                <p:nvPr/>
              </p:nvSpPr>
              <p:spPr>
                <a:xfrm>
                  <a:off x="2863868" y="4193564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16" name="Rechteck 815">
                  <a:extLst>
                    <a:ext uri="{FF2B5EF4-FFF2-40B4-BE49-F238E27FC236}">
                      <a16:creationId xmlns:a16="http://schemas.microsoft.com/office/drawing/2014/main" id="{023819AF-89F9-0CF7-D217-C30EE85098BD}"/>
                    </a:ext>
                  </a:extLst>
                </p:cNvPr>
                <p:cNvSpPr/>
                <p:nvPr/>
              </p:nvSpPr>
              <p:spPr>
                <a:xfrm>
                  <a:off x="3043466" y="4193564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17" name="Rechteck 816">
                  <a:extLst>
                    <a:ext uri="{FF2B5EF4-FFF2-40B4-BE49-F238E27FC236}">
                      <a16:creationId xmlns:a16="http://schemas.microsoft.com/office/drawing/2014/main" id="{A5AA8052-B990-E051-8936-3E03E7A88D16}"/>
                    </a:ext>
                  </a:extLst>
                </p:cNvPr>
                <p:cNvSpPr/>
                <p:nvPr/>
              </p:nvSpPr>
              <p:spPr>
                <a:xfrm>
                  <a:off x="3223064" y="4193564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818" name="Gruppieren 817">
                  <a:extLst>
                    <a:ext uri="{FF2B5EF4-FFF2-40B4-BE49-F238E27FC236}">
                      <a16:creationId xmlns:a16="http://schemas.microsoft.com/office/drawing/2014/main" id="{4C186DEF-FCAB-B45A-10FE-C0CCA95EA1FC}"/>
                    </a:ext>
                  </a:extLst>
                </p:cNvPr>
                <p:cNvGrpSpPr/>
                <p:nvPr/>
              </p:nvGrpSpPr>
              <p:grpSpPr>
                <a:xfrm>
                  <a:off x="2819083" y="4340734"/>
                  <a:ext cx="547705" cy="180000"/>
                  <a:chOff x="7869855" y="3649929"/>
                  <a:chExt cx="547705" cy="180000"/>
                </a:xfrm>
              </p:grpSpPr>
              <p:sp>
                <p:nvSpPr>
                  <p:cNvPr id="834" name="Rechteck 833">
                    <a:extLst>
                      <a:ext uri="{FF2B5EF4-FFF2-40B4-BE49-F238E27FC236}">
                        <a16:creationId xmlns:a16="http://schemas.microsoft.com/office/drawing/2014/main" id="{76F75705-CA7E-8739-5688-68F90558A687}"/>
                      </a:ext>
                    </a:extLst>
                  </p:cNvPr>
                  <p:cNvSpPr/>
                  <p:nvPr/>
                </p:nvSpPr>
                <p:spPr>
                  <a:xfrm>
                    <a:off x="7869855" y="3649929"/>
                    <a:ext cx="547705" cy="180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35" name="Rechteck 834">
                    <a:extLst>
                      <a:ext uri="{FF2B5EF4-FFF2-40B4-BE49-F238E27FC236}">
                        <a16:creationId xmlns:a16="http://schemas.microsoft.com/office/drawing/2014/main" id="{E4469041-D73B-C0D9-25B8-2048823CCB04}"/>
                      </a:ext>
                    </a:extLst>
                  </p:cNvPr>
                  <p:cNvSpPr/>
                  <p:nvPr/>
                </p:nvSpPr>
                <p:spPr>
                  <a:xfrm>
                    <a:off x="7914640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36" name="Rechteck 835">
                    <a:extLst>
                      <a:ext uri="{FF2B5EF4-FFF2-40B4-BE49-F238E27FC236}">
                        <a16:creationId xmlns:a16="http://schemas.microsoft.com/office/drawing/2014/main" id="{91D02595-8F97-91E3-CEB0-FCDDED1B13A4}"/>
                      </a:ext>
                    </a:extLst>
                  </p:cNvPr>
                  <p:cNvSpPr/>
                  <p:nvPr/>
                </p:nvSpPr>
                <p:spPr>
                  <a:xfrm>
                    <a:off x="8094238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37" name="Rechteck 836">
                    <a:extLst>
                      <a:ext uri="{FF2B5EF4-FFF2-40B4-BE49-F238E27FC236}">
                        <a16:creationId xmlns:a16="http://schemas.microsoft.com/office/drawing/2014/main" id="{FFEAEDF4-8CF5-2AAB-A98A-A7BD382C9D9A}"/>
                      </a:ext>
                    </a:extLst>
                  </p:cNvPr>
                  <p:cNvSpPr/>
                  <p:nvPr/>
                </p:nvSpPr>
                <p:spPr>
                  <a:xfrm>
                    <a:off x="8273836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819" name="Gruppieren 818">
                  <a:extLst>
                    <a:ext uri="{FF2B5EF4-FFF2-40B4-BE49-F238E27FC236}">
                      <a16:creationId xmlns:a16="http://schemas.microsoft.com/office/drawing/2014/main" id="{2D3F9CD4-2427-B207-AB6A-31BD5EC7D5A5}"/>
                    </a:ext>
                  </a:extLst>
                </p:cNvPr>
                <p:cNvGrpSpPr/>
                <p:nvPr/>
              </p:nvGrpSpPr>
              <p:grpSpPr>
                <a:xfrm>
                  <a:off x="3935858" y="4169687"/>
                  <a:ext cx="547705" cy="358075"/>
                  <a:chOff x="7869855" y="3649929"/>
                  <a:chExt cx="547705" cy="358075"/>
                </a:xfrm>
              </p:grpSpPr>
              <p:grpSp>
                <p:nvGrpSpPr>
                  <p:cNvPr id="824" name="Gruppieren 823">
                    <a:extLst>
                      <a:ext uri="{FF2B5EF4-FFF2-40B4-BE49-F238E27FC236}">
                        <a16:creationId xmlns:a16="http://schemas.microsoft.com/office/drawing/2014/main" id="{2E3018F7-5843-0072-59A0-3EAC2EDC9824}"/>
                      </a:ext>
                    </a:extLst>
                  </p:cNvPr>
                  <p:cNvGrpSpPr/>
                  <p:nvPr/>
                </p:nvGrpSpPr>
                <p:grpSpPr>
                  <a:xfrm>
                    <a:off x="7869855" y="3649929"/>
                    <a:ext cx="547705" cy="180000"/>
                    <a:chOff x="7869855" y="3649929"/>
                    <a:chExt cx="547705" cy="180000"/>
                  </a:xfrm>
                </p:grpSpPr>
                <p:sp>
                  <p:nvSpPr>
                    <p:cNvPr id="830" name="Rechteck 829">
                      <a:extLst>
                        <a:ext uri="{FF2B5EF4-FFF2-40B4-BE49-F238E27FC236}">
                          <a16:creationId xmlns:a16="http://schemas.microsoft.com/office/drawing/2014/main" id="{D2F377E7-CC7E-24EF-9E38-0B016EDBA0E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69855" y="3649929"/>
                      <a:ext cx="547705" cy="180000"/>
                    </a:xfrm>
                    <a:prstGeom prst="rect">
                      <a:avLst/>
                    </a:prstGeom>
                    <a:solidFill>
                      <a:schemeClr val="tx1">
                        <a:lumMod val="65000"/>
                        <a:lumOff val="3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831" name="Rechteck 830">
                      <a:extLst>
                        <a:ext uri="{FF2B5EF4-FFF2-40B4-BE49-F238E27FC236}">
                          <a16:creationId xmlns:a16="http://schemas.microsoft.com/office/drawing/2014/main" id="{45638291-5385-5899-978C-92B11DAAE67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4640" y="3680834"/>
                      <a:ext cx="91440" cy="111825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832" name="Rechteck 831">
                      <a:extLst>
                        <a:ext uri="{FF2B5EF4-FFF2-40B4-BE49-F238E27FC236}">
                          <a16:creationId xmlns:a16="http://schemas.microsoft.com/office/drawing/2014/main" id="{F4AFD798-EC31-638B-A9C6-62A7DA5C1C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94238" y="3680834"/>
                      <a:ext cx="91440" cy="111825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833" name="Rechteck 832">
                      <a:extLst>
                        <a:ext uri="{FF2B5EF4-FFF2-40B4-BE49-F238E27FC236}">
                          <a16:creationId xmlns:a16="http://schemas.microsoft.com/office/drawing/2014/main" id="{4BCAF1EA-FB69-84CD-F717-091C916DA09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73836" y="3680834"/>
                      <a:ext cx="91440" cy="111825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</p:grpSp>
              <p:grpSp>
                <p:nvGrpSpPr>
                  <p:cNvPr id="825" name="Gruppieren 824">
                    <a:extLst>
                      <a:ext uri="{FF2B5EF4-FFF2-40B4-BE49-F238E27FC236}">
                        <a16:creationId xmlns:a16="http://schemas.microsoft.com/office/drawing/2014/main" id="{6EE08CEB-324B-9C76-8E3E-1656A9A0B08E}"/>
                      </a:ext>
                    </a:extLst>
                  </p:cNvPr>
                  <p:cNvGrpSpPr/>
                  <p:nvPr/>
                </p:nvGrpSpPr>
                <p:grpSpPr>
                  <a:xfrm>
                    <a:off x="7869855" y="3828004"/>
                    <a:ext cx="547705" cy="180000"/>
                    <a:chOff x="7869855" y="3649929"/>
                    <a:chExt cx="547705" cy="180000"/>
                  </a:xfrm>
                </p:grpSpPr>
                <p:sp>
                  <p:nvSpPr>
                    <p:cNvPr id="826" name="Rechteck 825">
                      <a:extLst>
                        <a:ext uri="{FF2B5EF4-FFF2-40B4-BE49-F238E27FC236}">
                          <a16:creationId xmlns:a16="http://schemas.microsoft.com/office/drawing/2014/main" id="{BB2A6FFD-B2A8-B518-6483-8BFB1312A9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69855" y="3649929"/>
                      <a:ext cx="547705" cy="180000"/>
                    </a:xfrm>
                    <a:prstGeom prst="rect">
                      <a:avLst/>
                    </a:prstGeom>
                    <a:solidFill>
                      <a:schemeClr val="tx1">
                        <a:lumMod val="65000"/>
                        <a:lumOff val="3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827" name="Rechteck 826">
                      <a:extLst>
                        <a:ext uri="{FF2B5EF4-FFF2-40B4-BE49-F238E27FC236}">
                          <a16:creationId xmlns:a16="http://schemas.microsoft.com/office/drawing/2014/main" id="{80B3EFF6-3C16-4CFE-8F7D-A12E8A238D0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4640" y="3680834"/>
                      <a:ext cx="91440" cy="111825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828" name="Rechteck 827">
                      <a:extLst>
                        <a:ext uri="{FF2B5EF4-FFF2-40B4-BE49-F238E27FC236}">
                          <a16:creationId xmlns:a16="http://schemas.microsoft.com/office/drawing/2014/main" id="{321E87F7-5B72-B881-8E1D-E05CC841175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94238" y="3680834"/>
                      <a:ext cx="91440" cy="111825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829" name="Rechteck 828">
                      <a:extLst>
                        <a:ext uri="{FF2B5EF4-FFF2-40B4-BE49-F238E27FC236}">
                          <a16:creationId xmlns:a16="http://schemas.microsoft.com/office/drawing/2014/main" id="{44452076-48D6-3707-CC97-39CCD344E6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73836" y="3680834"/>
                      <a:ext cx="91440" cy="111825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</p:grpSp>
            </p:grpSp>
            <p:sp>
              <p:nvSpPr>
                <p:cNvPr id="820" name="Rechteck 819">
                  <a:extLst>
                    <a:ext uri="{FF2B5EF4-FFF2-40B4-BE49-F238E27FC236}">
                      <a16:creationId xmlns:a16="http://schemas.microsoft.com/office/drawing/2014/main" id="{7A75C509-29DF-FCBE-F4AE-45070318AA87}"/>
                    </a:ext>
                  </a:extLst>
                </p:cNvPr>
                <p:cNvSpPr/>
                <p:nvPr/>
              </p:nvSpPr>
              <p:spPr>
                <a:xfrm>
                  <a:off x="3507802" y="4195512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21" name="Rechteck 820">
                  <a:extLst>
                    <a:ext uri="{FF2B5EF4-FFF2-40B4-BE49-F238E27FC236}">
                      <a16:creationId xmlns:a16="http://schemas.microsoft.com/office/drawing/2014/main" id="{D14C9F03-F3A5-221E-9496-42539678ED75}"/>
                    </a:ext>
                  </a:extLst>
                </p:cNvPr>
                <p:cNvSpPr/>
                <p:nvPr/>
              </p:nvSpPr>
              <p:spPr>
                <a:xfrm>
                  <a:off x="3687400" y="4195512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22" name="Rechteck 821">
                  <a:extLst>
                    <a:ext uri="{FF2B5EF4-FFF2-40B4-BE49-F238E27FC236}">
                      <a16:creationId xmlns:a16="http://schemas.microsoft.com/office/drawing/2014/main" id="{7ADD8481-49EB-EEF4-D55A-A752370ACE5D}"/>
                    </a:ext>
                  </a:extLst>
                </p:cNvPr>
                <p:cNvSpPr/>
                <p:nvPr/>
              </p:nvSpPr>
              <p:spPr>
                <a:xfrm>
                  <a:off x="3507802" y="4373587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23" name="Rechteck 822">
                  <a:extLst>
                    <a:ext uri="{FF2B5EF4-FFF2-40B4-BE49-F238E27FC236}">
                      <a16:creationId xmlns:a16="http://schemas.microsoft.com/office/drawing/2014/main" id="{3CE6F3F4-11BA-86BC-934A-CAABF3A78889}"/>
                    </a:ext>
                  </a:extLst>
                </p:cNvPr>
                <p:cNvSpPr/>
                <p:nvPr/>
              </p:nvSpPr>
              <p:spPr>
                <a:xfrm>
                  <a:off x="3687400" y="4373587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739" name="Textfeld 738">
              <a:extLst>
                <a:ext uri="{FF2B5EF4-FFF2-40B4-BE49-F238E27FC236}">
                  <a16:creationId xmlns:a16="http://schemas.microsoft.com/office/drawing/2014/main" id="{93E09465-864C-467C-9279-82A9FB415038}"/>
                </a:ext>
              </a:extLst>
            </p:cNvPr>
            <p:cNvSpPr txBox="1"/>
            <p:nvPr/>
          </p:nvSpPr>
          <p:spPr>
            <a:xfrm>
              <a:off x="2664181" y="4381257"/>
              <a:ext cx="39145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EM</a:t>
              </a:r>
            </a:p>
          </p:txBody>
        </p:sp>
        <p:sp>
          <p:nvSpPr>
            <p:cNvPr id="740" name="Textfeld 739">
              <a:extLst>
                <a:ext uri="{FF2B5EF4-FFF2-40B4-BE49-F238E27FC236}">
                  <a16:creationId xmlns:a16="http://schemas.microsoft.com/office/drawing/2014/main" id="{8F67A510-58C6-B862-4857-C6B42B5B43C4}"/>
                </a:ext>
              </a:extLst>
            </p:cNvPr>
            <p:cNvSpPr txBox="1"/>
            <p:nvPr/>
          </p:nvSpPr>
          <p:spPr>
            <a:xfrm>
              <a:off x="3419122" y="4380122"/>
              <a:ext cx="4076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ES1</a:t>
              </a:r>
            </a:p>
          </p:txBody>
        </p:sp>
        <p:sp>
          <p:nvSpPr>
            <p:cNvPr id="741" name="Textfeld 740">
              <a:extLst>
                <a:ext uri="{FF2B5EF4-FFF2-40B4-BE49-F238E27FC236}">
                  <a16:creationId xmlns:a16="http://schemas.microsoft.com/office/drawing/2014/main" id="{BB3013B6-7E0A-5C3E-7F71-F620AA780F7C}"/>
                </a:ext>
              </a:extLst>
            </p:cNvPr>
            <p:cNvSpPr txBox="1"/>
            <p:nvPr/>
          </p:nvSpPr>
          <p:spPr>
            <a:xfrm>
              <a:off x="3030502" y="4380122"/>
              <a:ext cx="4076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ES2</a:t>
              </a:r>
            </a:p>
          </p:txBody>
        </p:sp>
        <p:sp>
          <p:nvSpPr>
            <p:cNvPr id="742" name="Textfeld 741">
              <a:extLst>
                <a:ext uri="{FF2B5EF4-FFF2-40B4-BE49-F238E27FC236}">
                  <a16:creationId xmlns:a16="http://schemas.microsoft.com/office/drawing/2014/main" id="{47CAAD2A-606C-489E-501F-9F3D2A439F1C}"/>
                </a:ext>
              </a:extLst>
            </p:cNvPr>
            <p:cNvSpPr txBox="1"/>
            <p:nvPr/>
          </p:nvSpPr>
          <p:spPr>
            <a:xfrm>
              <a:off x="2268502" y="4380122"/>
              <a:ext cx="4076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ES3</a:t>
              </a:r>
            </a:p>
          </p:txBody>
        </p:sp>
        <p:sp>
          <p:nvSpPr>
            <p:cNvPr id="743" name="Textfeld 742">
              <a:extLst>
                <a:ext uri="{FF2B5EF4-FFF2-40B4-BE49-F238E27FC236}">
                  <a16:creationId xmlns:a16="http://schemas.microsoft.com/office/drawing/2014/main" id="{BE1A901F-2CE8-14AD-AEAE-9ADB6B3DEE71}"/>
                </a:ext>
              </a:extLst>
            </p:cNvPr>
            <p:cNvSpPr txBox="1"/>
            <p:nvPr/>
          </p:nvSpPr>
          <p:spPr>
            <a:xfrm>
              <a:off x="1895122" y="4380122"/>
              <a:ext cx="4076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ES4</a:t>
              </a:r>
            </a:p>
          </p:txBody>
        </p:sp>
        <p:sp>
          <p:nvSpPr>
            <p:cNvPr id="744" name="Textfeld 743">
              <a:extLst>
                <a:ext uri="{FF2B5EF4-FFF2-40B4-BE49-F238E27FC236}">
                  <a16:creationId xmlns:a16="http://schemas.microsoft.com/office/drawing/2014/main" id="{19653FFE-3116-83C2-4B21-FBCD16099559}"/>
                </a:ext>
              </a:extLst>
            </p:cNvPr>
            <p:cNvSpPr txBox="1"/>
            <p:nvPr/>
          </p:nvSpPr>
          <p:spPr>
            <a:xfrm rot="16200000">
              <a:off x="4528345" y="3273686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M1</a:t>
              </a:r>
            </a:p>
          </p:txBody>
        </p:sp>
        <p:sp>
          <p:nvSpPr>
            <p:cNvPr id="745" name="Textfeld 744">
              <a:extLst>
                <a:ext uri="{FF2B5EF4-FFF2-40B4-BE49-F238E27FC236}">
                  <a16:creationId xmlns:a16="http://schemas.microsoft.com/office/drawing/2014/main" id="{0BE2B87F-4539-9054-6E94-28EF53446F8E}"/>
                </a:ext>
              </a:extLst>
            </p:cNvPr>
            <p:cNvSpPr txBox="1"/>
            <p:nvPr/>
          </p:nvSpPr>
          <p:spPr>
            <a:xfrm rot="16200000">
              <a:off x="4208305" y="3273686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M2</a:t>
              </a:r>
            </a:p>
          </p:txBody>
        </p:sp>
        <p:sp>
          <p:nvSpPr>
            <p:cNvPr id="746" name="Textfeld 745">
              <a:extLst>
                <a:ext uri="{FF2B5EF4-FFF2-40B4-BE49-F238E27FC236}">
                  <a16:creationId xmlns:a16="http://schemas.microsoft.com/office/drawing/2014/main" id="{27E1A6B9-1926-83FA-2434-3BE69E292154}"/>
                </a:ext>
              </a:extLst>
            </p:cNvPr>
            <p:cNvSpPr txBox="1"/>
            <p:nvPr/>
          </p:nvSpPr>
          <p:spPr>
            <a:xfrm rot="16200000">
              <a:off x="1124129" y="3267612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M3</a:t>
              </a:r>
            </a:p>
          </p:txBody>
        </p:sp>
        <p:sp>
          <p:nvSpPr>
            <p:cNvPr id="747" name="Textfeld 746">
              <a:extLst>
                <a:ext uri="{FF2B5EF4-FFF2-40B4-BE49-F238E27FC236}">
                  <a16:creationId xmlns:a16="http://schemas.microsoft.com/office/drawing/2014/main" id="{D781460D-9EC3-C74F-F30E-9E8330E6D104}"/>
                </a:ext>
              </a:extLst>
            </p:cNvPr>
            <p:cNvSpPr txBox="1"/>
            <p:nvPr/>
          </p:nvSpPr>
          <p:spPr>
            <a:xfrm rot="16200000">
              <a:off x="804089" y="3267612"/>
              <a:ext cx="3946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M4</a:t>
              </a:r>
            </a:p>
          </p:txBody>
        </p:sp>
        <p:sp>
          <p:nvSpPr>
            <p:cNvPr id="748" name="Textfeld 747">
              <a:extLst>
                <a:ext uri="{FF2B5EF4-FFF2-40B4-BE49-F238E27FC236}">
                  <a16:creationId xmlns:a16="http://schemas.microsoft.com/office/drawing/2014/main" id="{C51E8E22-9D90-AC3E-1B43-C47CBF3659AE}"/>
                </a:ext>
              </a:extLst>
            </p:cNvPr>
            <p:cNvSpPr txBox="1"/>
            <p:nvPr/>
          </p:nvSpPr>
          <p:spPr>
            <a:xfrm>
              <a:off x="2562837" y="3997768"/>
              <a:ext cx="5988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SERVO</a:t>
              </a:r>
            </a:p>
          </p:txBody>
        </p:sp>
        <p:sp>
          <p:nvSpPr>
            <p:cNvPr id="749" name="Rechteck 748">
              <a:extLst>
                <a:ext uri="{FF2B5EF4-FFF2-40B4-BE49-F238E27FC236}">
                  <a16:creationId xmlns:a16="http://schemas.microsoft.com/office/drawing/2014/main" id="{C0C80BE4-5891-B6B7-8E97-72C3D23DC9FC}"/>
                </a:ext>
              </a:extLst>
            </p:cNvPr>
            <p:cNvSpPr/>
            <p:nvPr/>
          </p:nvSpPr>
          <p:spPr>
            <a:xfrm>
              <a:off x="1273135" y="654970"/>
              <a:ext cx="396783" cy="45719"/>
            </a:xfrm>
            <a:prstGeom prst="rect">
              <a:avLst/>
            </a:prstGeom>
            <a:solidFill>
              <a:schemeClr val="bg2">
                <a:lumMod val="50000"/>
              </a:scheme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0" name="Textfeld 749">
              <a:extLst>
                <a:ext uri="{FF2B5EF4-FFF2-40B4-BE49-F238E27FC236}">
                  <a16:creationId xmlns:a16="http://schemas.microsoft.com/office/drawing/2014/main" id="{73A29E79-B0F1-FA0A-245C-724821397578}"/>
                </a:ext>
              </a:extLst>
            </p:cNvPr>
            <p:cNvSpPr txBox="1"/>
            <p:nvPr/>
          </p:nvSpPr>
          <p:spPr>
            <a:xfrm>
              <a:off x="1273135" y="404641"/>
              <a:ext cx="42832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12V</a:t>
              </a:r>
            </a:p>
          </p:txBody>
        </p:sp>
        <p:sp>
          <p:nvSpPr>
            <p:cNvPr id="751" name="Rechteck: abgerundete Ecken 750">
              <a:extLst>
                <a:ext uri="{FF2B5EF4-FFF2-40B4-BE49-F238E27FC236}">
                  <a16:creationId xmlns:a16="http://schemas.microsoft.com/office/drawing/2014/main" id="{F433DC2C-1730-3D1F-4898-0EA865028993}"/>
                </a:ext>
              </a:extLst>
            </p:cNvPr>
            <p:cNvSpPr/>
            <p:nvPr/>
          </p:nvSpPr>
          <p:spPr>
            <a:xfrm>
              <a:off x="4190071" y="643762"/>
              <a:ext cx="521305" cy="64882"/>
            </a:xfrm>
            <a:prstGeom prst="roundRect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52" name="Textfeld 751">
              <a:extLst>
                <a:ext uri="{FF2B5EF4-FFF2-40B4-BE49-F238E27FC236}">
                  <a16:creationId xmlns:a16="http://schemas.microsoft.com/office/drawing/2014/main" id="{28F4A72E-A3F9-B6E2-C485-145D5C7749F5}"/>
                </a:ext>
              </a:extLst>
            </p:cNvPr>
            <p:cNvSpPr txBox="1"/>
            <p:nvPr/>
          </p:nvSpPr>
          <p:spPr>
            <a:xfrm>
              <a:off x="4214571" y="419926"/>
              <a:ext cx="5107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1200" dirty="0"/>
                <a:t>USB</a:t>
              </a:r>
            </a:p>
          </p:txBody>
        </p:sp>
        <p:cxnSp>
          <p:nvCxnSpPr>
            <p:cNvPr id="753" name="Gerader Verbinder 752">
              <a:extLst>
                <a:ext uri="{FF2B5EF4-FFF2-40B4-BE49-F238E27FC236}">
                  <a16:creationId xmlns:a16="http://schemas.microsoft.com/office/drawing/2014/main" id="{84D56DC2-D0A8-8629-BE01-353A241F006E}"/>
                </a:ext>
              </a:extLst>
            </p:cNvPr>
            <p:cNvCxnSpPr>
              <a:cxnSpLocks/>
            </p:cNvCxnSpPr>
            <p:nvPr/>
          </p:nvCxnSpPr>
          <p:spPr>
            <a:xfrm>
              <a:off x="750030" y="3099247"/>
              <a:ext cx="1220067" cy="0"/>
            </a:xfrm>
            <a:prstGeom prst="line">
              <a:avLst/>
            </a:prstGeom>
            <a:ln w="127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54" name="Gerader Verbinder 753">
              <a:extLst>
                <a:ext uri="{FF2B5EF4-FFF2-40B4-BE49-F238E27FC236}">
                  <a16:creationId xmlns:a16="http://schemas.microsoft.com/office/drawing/2014/main" id="{11B66B2A-2BD8-3C19-9B89-5F38723B228F}"/>
                </a:ext>
              </a:extLst>
            </p:cNvPr>
            <p:cNvCxnSpPr>
              <a:cxnSpLocks/>
            </p:cNvCxnSpPr>
            <p:nvPr/>
          </p:nvCxnSpPr>
          <p:spPr>
            <a:xfrm>
              <a:off x="3659179" y="3086813"/>
              <a:ext cx="1284851" cy="0"/>
            </a:xfrm>
            <a:prstGeom prst="line">
              <a:avLst/>
            </a:prstGeom>
            <a:ln w="12700"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1205" name="Gruppieren 1204">
              <a:extLst>
                <a:ext uri="{FF2B5EF4-FFF2-40B4-BE49-F238E27FC236}">
                  <a16:creationId xmlns:a16="http://schemas.microsoft.com/office/drawing/2014/main" id="{D9E9B89F-A324-ED98-6D83-7FF8F91F5979}"/>
                </a:ext>
              </a:extLst>
            </p:cNvPr>
            <p:cNvGrpSpPr/>
            <p:nvPr/>
          </p:nvGrpSpPr>
          <p:grpSpPr>
            <a:xfrm>
              <a:off x="890097" y="2197171"/>
              <a:ext cx="1080000" cy="711978"/>
              <a:chOff x="890097" y="2197171"/>
              <a:chExt cx="878174" cy="711978"/>
            </a:xfrm>
          </p:grpSpPr>
          <p:sp>
            <p:nvSpPr>
              <p:cNvPr id="755" name="Rechteck: abgerundete Ecken 754">
                <a:extLst>
                  <a:ext uri="{FF2B5EF4-FFF2-40B4-BE49-F238E27FC236}">
                    <a16:creationId xmlns:a16="http://schemas.microsoft.com/office/drawing/2014/main" id="{6A5AD77B-2EB2-50FD-2B17-CF95614A803B}"/>
                  </a:ext>
                </a:extLst>
              </p:cNvPr>
              <p:cNvSpPr/>
              <p:nvPr/>
            </p:nvSpPr>
            <p:spPr>
              <a:xfrm rot="16200000">
                <a:off x="1284184" y="2425062"/>
                <a:ext cx="90000" cy="87817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56" name="Rechteck: abgerundete Ecken 755">
                <a:extLst>
                  <a:ext uri="{FF2B5EF4-FFF2-40B4-BE49-F238E27FC236}">
                    <a16:creationId xmlns:a16="http://schemas.microsoft.com/office/drawing/2014/main" id="{DBC81366-CD15-95AD-5A47-63AA730FD818}"/>
                  </a:ext>
                </a:extLst>
              </p:cNvPr>
              <p:cNvSpPr/>
              <p:nvPr/>
            </p:nvSpPr>
            <p:spPr>
              <a:xfrm rot="16200000">
                <a:off x="1284184" y="2217736"/>
                <a:ext cx="90000" cy="87817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57" name="Rechteck: abgerundete Ecken 756">
                <a:extLst>
                  <a:ext uri="{FF2B5EF4-FFF2-40B4-BE49-F238E27FC236}">
                    <a16:creationId xmlns:a16="http://schemas.microsoft.com/office/drawing/2014/main" id="{C2852F82-1554-9646-064E-41322789D14E}"/>
                  </a:ext>
                </a:extLst>
              </p:cNvPr>
              <p:cNvSpPr/>
              <p:nvPr/>
            </p:nvSpPr>
            <p:spPr>
              <a:xfrm rot="16200000">
                <a:off x="1284184" y="2010410"/>
                <a:ext cx="90000" cy="87817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58" name="Rechteck: abgerundete Ecken 757">
                <a:extLst>
                  <a:ext uri="{FF2B5EF4-FFF2-40B4-BE49-F238E27FC236}">
                    <a16:creationId xmlns:a16="http://schemas.microsoft.com/office/drawing/2014/main" id="{4BA67F3D-AAA2-9A6C-5799-0345E9827718}"/>
                  </a:ext>
                </a:extLst>
              </p:cNvPr>
              <p:cNvSpPr/>
              <p:nvPr/>
            </p:nvSpPr>
            <p:spPr>
              <a:xfrm rot="16200000">
                <a:off x="1284184" y="1803084"/>
                <a:ext cx="90000" cy="87817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206" name="Gruppieren 1205">
              <a:extLst>
                <a:ext uri="{FF2B5EF4-FFF2-40B4-BE49-F238E27FC236}">
                  <a16:creationId xmlns:a16="http://schemas.microsoft.com/office/drawing/2014/main" id="{BB7F1933-BD93-1E07-F4A8-0A2AF5D26C03}"/>
                </a:ext>
              </a:extLst>
            </p:cNvPr>
            <p:cNvGrpSpPr/>
            <p:nvPr/>
          </p:nvGrpSpPr>
          <p:grpSpPr>
            <a:xfrm>
              <a:off x="3656866" y="2196877"/>
              <a:ext cx="1080000" cy="711978"/>
              <a:chOff x="890097" y="2197171"/>
              <a:chExt cx="878174" cy="711978"/>
            </a:xfrm>
          </p:grpSpPr>
          <p:sp>
            <p:nvSpPr>
              <p:cNvPr id="1207" name="Rechteck: abgerundete Ecken 1206">
                <a:extLst>
                  <a:ext uri="{FF2B5EF4-FFF2-40B4-BE49-F238E27FC236}">
                    <a16:creationId xmlns:a16="http://schemas.microsoft.com/office/drawing/2014/main" id="{C1488DA9-79EA-4547-3F10-7DE306BA035E}"/>
                  </a:ext>
                </a:extLst>
              </p:cNvPr>
              <p:cNvSpPr/>
              <p:nvPr/>
            </p:nvSpPr>
            <p:spPr>
              <a:xfrm rot="16200000">
                <a:off x="1284184" y="2425062"/>
                <a:ext cx="90000" cy="87817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08" name="Rechteck: abgerundete Ecken 1207">
                <a:extLst>
                  <a:ext uri="{FF2B5EF4-FFF2-40B4-BE49-F238E27FC236}">
                    <a16:creationId xmlns:a16="http://schemas.microsoft.com/office/drawing/2014/main" id="{2F6F1006-BBA6-6176-A45A-5933D4D10C43}"/>
                  </a:ext>
                </a:extLst>
              </p:cNvPr>
              <p:cNvSpPr/>
              <p:nvPr/>
            </p:nvSpPr>
            <p:spPr>
              <a:xfrm rot="16200000">
                <a:off x="1284184" y="2217736"/>
                <a:ext cx="90000" cy="87817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09" name="Rechteck: abgerundete Ecken 1208">
                <a:extLst>
                  <a:ext uri="{FF2B5EF4-FFF2-40B4-BE49-F238E27FC236}">
                    <a16:creationId xmlns:a16="http://schemas.microsoft.com/office/drawing/2014/main" id="{465F7634-D96A-B02D-19CA-64828DACFA47}"/>
                  </a:ext>
                </a:extLst>
              </p:cNvPr>
              <p:cNvSpPr/>
              <p:nvPr/>
            </p:nvSpPr>
            <p:spPr>
              <a:xfrm rot="16200000">
                <a:off x="1284184" y="2010410"/>
                <a:ext cx="90000" cy="87817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210" name="Rechteck: abgerundete Ecken 1209">
                <a:extLst>
                  <a:ext uri="{FF2B5EF4-FFF2-40B4-BE49-F238E27FC236}">
                    <a16:creationId xmlns:a16="http://schemas.microsoft.com/office/drawing/2014/main" id="{B4AFC522-692B-5FCB-C825-0A3CADF6057D}"/>
                  </a:ext>
                </a:extLst>
              </p:cNvPr>
              <p:cNvSpPr/>
              <p:nvPr/>
            </p:nvSpPr>
            <p:spPr>
              <a:xfrm rot="16200000">
                <a:off x="1284184" y="1803084"/>
                <a:ext cx="90000" cy="878174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grpSp>
          <p:nvGrpSpPr>
            <p:cNvPr id="1156" name="Gruppieren 1155">
              <a:extLst>
                <a:ext uri="{FF2B5EF4-FFF2-40B4-BE49-F238E27FC236}">
                  <a16:creationId xmlns:a16="http://schemas.microsoft.com/office/drawing/2014/main" id="{C308776D-942B-2036-66EA-2A6372B04DFD}"/>
                </a:ext>
              </a:extLst>
            </p:cNvPr>
            <p:cNvGrpSpPr/>
            <p:nvPr/>
          </p:nvGrpSpPr>
          <p:grpSpPr>
            <a:xfrm>
              <a:off x="1999190" y="700506"/>
              <a:ext cx="2267167" cy="2838433"/>
              <a:chOff x="9076944" y="725459"/>
              <a:chExt cx="2267167" cy="2838433"/>
            </a:xfrm>
          </p:grpSpPr>
          <p:sp>
            <p:nvSpPr>
              <p:cNvPr id="1157" name="Rechteck 1156">
                <a:extLst>
                  <a:ext uri="{FF2B5EF4-FFF2-40B4-BE49-F238E27FC236}">
                    <a16:creationId xmlns:a16="http://schemas.microsoft.com/office/drawing/2014/main" id="{558319BC-0882-5C5A-0117-C2EEAA128B57}"/>
                  </a:ext>
                </a:extLst>
              </p:cNvPr>
              <p:cNvSpPr/>
              <p:nvPr/>
            </p:nvSpPr>
            <p:spPr>
              <a:xfrm>
                <a:off x="9076944" y="725459"/>
                <a:ext cx="1650997" cy="2838433"/>
              </a:xfrm>
              <a:prstGeom prst="rect">
                <a:avLst/>
              </a:prstGeom>
              <a:solidFill>
                <a:schemeClr val="bg1">
                  <a:lumMod val="65000"/>
                  <a:alpha val="75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158" name="Gruppieren 1157">
                <a:extLst>
                  <a:ext uri="{FF2B5EF4-FFF2-40B4-BE49-F238E27FC236}">
                    <a16:creationId xmlns:a16="http://schemas.microsoft.com/office/drawing/2014/main" id="{32FC8536-C21E-DEE0-F895-990BE29E8F1C}"/>
                  </a:ext>
                </a:extLst>
              </p:cNvPr>
              <p:cNvGrpSpPr/>
              <p:nvPr/>
            </p:nvGrpSpPr>
            <p:grpSpPr>
              <a:xfrm rot="10800000">
                <a:off x="10289934" y="1717601"/>
                <a:ext cx="433247" cy="720140"/>
                <a:chOff x="7462666" y="2009937"/>
                <a:chExt cx="433247" cy="720140"/>
              </a:xfrm>
            </p:grpSpPr>
            <p:sp>
              <p:nvSpPr>
                <p:cNvPr id="1190" name="Rechteck 1189">
                  <a:extLst>
                    <a:ext uri="{FF2B5EF4-FFF2-40B4-BE49-F238E27FC236}">
                      <a16:creationId xmlns:a16="http://schemas.microsoft.com/office/drawing/2014/main" id="{F85DAA27-4386-B08D-46A9-7A1034EAC6F0}"/>
                    </a:ext>
                  </a:extLst>
                </p:cNvPr>
                <p:cNvSpPr/>
                <p:nvPr/>
              </p:nvSpPr>
              <p:spPr>
                <a:xfrm>
                  <a:off x="7463913" y="2009937"/>
                  <a:ext cx="432000" cy="72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91" name="Ellipse 1190">
                  <a:extLst>
                    <a:ext uri="{FF2B5EF4-FFF2-40B4-BE49-F238E27FC236}">
                      <a16:creationId xmlns:a16="http://schemas.microsoft.com/office/drawing/2014/main" id="{48B75C51-924A-0132-40BA-2A103AB4220F}"/>
                    </a:ext>
                  </a:extLst>
                </p:cNvPr>
                <p:cNvSpPr/>
                <p:nvPr/>
              </p:nvSpPr>
              <p:spPr>
                <a:xfrm>
                  <a:off x="7649823" y="2028825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92" name="Ellipse 1191">
                  <a:extLst>
                    <a:ext uri="{FF2B5EF4-FFF2-40B4-BE49-F238E27FC236}">
                      <a16:creationId xmlns:a16="http://schemas.microsoft.com/office/drawing/2014/main" id="{9D5B785D-7375-1FA0-15CA-9D19AEF23841}"/>
                    </a:ext>
                  </a:extLst>
                </p:cNvPr>
                <p:cNvSpPr/>
                <p:nvPr/>
              </p:nvSpPr>
              <p:spPr>
                <a:xfrm>
                  <a:off x="7649823" y="2205000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93" name="Ellipse 1192">
                  <a:extLst>
                    <a:ext uri="{FF2B5EF4-FFF2-40B4-BE49-F238E27FC236}">
                      <a16:creationId xmlns:a16="http://schemas.microsoft.com/office/drawing/2014/main" id="{6451886B-D136-5B3B-C5B4-E51928BD08EB}"/>
                    </a:ext>
                  </a:extLst>
                </p:cNvPr>
                <p:cNvSpPr/>
                <p:nvPr/>
              </p:nvSpPr>
              <p:spPr>
                <a:xfrm>
                  <a:off x="7649823" y="2381175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94" name="Ellipse 1193">
                  <a:extLst>
                    <a:ext uri="{FF2B5EF4-FFF2-40B4-BE49-F238E27FC236}">
                      <a16:creationId xmlns:a16="http://schemas.microsoft.com/office/drawing/2014/main" id="{50EF6460-E249-2010-D415-E3044A10C472}"/>
                    </a:ext>
                  </a:extLst>
                </p:cNvPr>
                <p:cNvSpPr/>
                <p:nvPr/>
              </p:nvSpPr>
              <p:spPr>
                <a:xfrm>
                  <a:off x="7649823" y="2565000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95" name="Rechteck 1194">
                  <a:extLst>
                    <a:ext uri="{FF2B5EF4-FFF2-40B4-BE49-F238E27FC236}">
                      <a16:creationId xmlns:a16="http://schemas.microsoft.com/office/drawing/2014/main" id="{A14705AF-B75A-DFA7-FBD8-5E0EFD98D9A5}"/>
                    </a:ext>
                  </a:extLst>
                </p:cNvPr>
                <p:cNvSpPr/>
                <p:nvPr/>
              </p:nvSpPr>
              <p:spPr>
                <a:xfrm>
                  <a:off x="7462666" y="201079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96" name="Rechteck 1195">
                  <a:extLst>
                    <a:ext uri="{FF2B5EF4-FFF2-40B4-BE49-F238E27FC236}">
                      <a16:creationId xmlns:a16="http://schemas.microsoft.com/office/drawing/2014/main" id="{366E519F-80BF-8952-4D9F-3741B75F9817}"/>
                    </a:ext>
                  </a:extLst>
                </p:cNvPr>
                <p:cNvSpPr/>
                <p:nvPr/>
              </p:nvSpPr>
              <p:spPr>
                <a:xfrm>
                  <a:off x="7462666" y="255007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97" name="Rechteck 1196">
                  <a:extLst>
                    <a:ext uri="{FF2B5EF4-FFF2-40B4-BE49-F238E27FC236}">
                      <a16:creationId xmlns:a16="http://schemas.microsoft.com/office/drawing/2014/main" id="{1A6326BD-2536-A90C-2668-290B120DA245}"/>
                    </a:ext>
                  </a:extLst>
                </p:cNvPr>
                <p:cNvSpPr/>
                <p:nvPr/>
              </p:nvSpPr>
              <p:spPr>
                <a:xfrm>
                  <a:off x="7462666" y="237031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98" name="Rechteck 1197">
                  <a:extLst>
                    <a:ext uri="{FF2B5EF4-FFF2-40B4-BE49-F238E27FC236}">
                      <a16:creationId xmlns:a16="http://schemas.microsoft.com/office/drawing/2014/main" id="{BD8D0317-01EE-54B4-7E9F-BBC3A710AE58}"/>
                    </a:ext>
                  </a:extLst>
                </p:cNvPr>
                <p:cNvSpPr/>
                <p:nvPr/>
              </p:nvSpPr>
              <p:spPr>
                <a:xfrm>
                  <a:off x="7462666" y="219055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cxnSp>
              <p:nvCxnSpPr>
                <p:cNvPr id="1199" name="Gerader Verbinder 1198">
                  <a:extLst>
                    <a:ext uri="{FF2B5EF4-FFF2-40B4-BE49-F238E27FC236}">
                      <a16:creationId xmlns:a16="http://schemas.microsoft.com/office/drawing/2014/main" id="{5556B423-3011-DB63-6B3B-5B7FC32D87F6}"/>
                    </a:ext>
                  </a:extLst>
                </p:cNvPr>
                <p:cNvCxnSpPr>
                  <a:cxnSpLocks/>
                  <a:stCxn id="1191" idx="3"/>
                  <a:endCxn id="1191" idx="7"/>
                </p:cNvCxnSpPr>
                <p:nvPr/>
              </p:nvCxnSpPr>
              <p:spPr>
                <a:xfrm flipV="1">
                  <a:off x="7670911" y="2049913"/>
                  <a:ext cx="101824" cy="101824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0" name="Gerader Verbinder 1199">
                  <a:extLst>
                    <a:ext uri="{FF2B5EF4-FFF2-40B4-BE49-F238E27FC236}">
                      <a16:creationId xmlns:a16="http://schemas.microsoft.com/office/drawing/2014/main" id="{60D21007-7B5D-4D52-4C02-1B88F492A226}"/>
                    </a:ext>
                  </a:extLst>
                </p:cNvPr>
                <p:cNvCxnSpPr>
                  <a:cxnSpLocks/>
                  <a:stCxn id="1192" idx="1"/>
                  <a:endCxn id="1192" idx="5"/>
                </p:cNvCxnSpPr>
                <p:nvPr/>
              </p:nvCxnSpPr>
              <p:spPr>
                <a:xfrm>
                  <a:off x="7670911" y="2226088"/>
                  <a:ext cx="101824" cy="101824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1" name="Gerader Verbinder 1200">
                  <a:extLst>
                    <a:ext uri="{FF2B5EF4-FFF2-40B4-BE49-F238E27FC236}">
                      <a16:creationId xmlns:a16="http://schemas.microsoft.com/office/drawing/2014/main" id="{4F7E5BB5-9453-1F7C-0202-F74B98FF869B}"/>
                    </a:ext>
                  </a:extLst>
                </p:cNvPr>
                <p:cNvCxnSpPr>
                  <a:cxnSpLocks/>
                  <a:stCxn id="1193" idx="2"/>
                  <a:endCxn id="1193" idx="6"/>
                </p:cNvCxnSpPr>
                <p:nvPr/>
              </p:nvCxnSpPr>
              <p:spPr>
                <a:xfrm>
                  <a:off x="7649823" y="2453175"/>
                  <a:ext cx="144000" cy="0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2" name="Gerader Verbinder 1201">
                  <a:extLst>
                    <a:ext uri="{FF2B5EF4-FFF2-40B4-BE49-F238E27FC236}">
                      <a16:creationId xmlns:a16="http://schemas.microsoft.com/office/drawing/2014/main" id="{59368727-9C26-C3CE-4C5C-7A52567AC0E9}"/>
                    </a:ext>
                  </a:extLst>
                </p:cNvPr>
                <p:cNvCxnSpPr>
                  <a:cxnSpLocks/>
                  <a:stCxn id="1194" idx="4"/>
                  <a:endCxn id="1194" idx="0"/>
                </p:cNvCxnSpPr>
                <p:nvPr/>
              </p:nvCxnSpPr>
              <p:spPr>
                <a:xfrm flipV="1">
                  <a:off x="7721823" y="2565000"/>
                  <a:ext cx="0" cy="144000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59" name="Gruppieren 1158">
                <a:extLst>
                  <a:ext uri="{FF2B5EF4-FFF2-40B4-BE49-F238E27FC236}">
                    <a16:creationId xmlns:a16="http://schemas.microsoft.com/office/drawing/2014/main" id="{0A4F01A2-E2A9-0761-82A8-359322A603FF}"/>
                  </a:ext>
                </a:extLst>
              </p:cNvPr>
              <p:cNvGrpSpPr/>
              <p:nvPr/>
            </p:nvGrpSpPr>
            <p:grpSpPr>
              <a:xfrm rot="16200000">
                <a:off x="9941677" y="2057422"/>
                <a:ext cx="359745" cy="180000"/>
                <a:chOff x="7869855" y="3898992"/>
                <a:chExt cx="359745" cy="180000"/>
              </a:xfrm>
            </p:grpSpPr>
            <p:sp>
              <p:nvSpPr>
                <p:cNvPr id="1187" name="Rechteck 1186">
                  <a:extLst>
                    <a:ext uri="{FF2B5EF4-FFF2-40B4-BE49-F238E27FC236}">
                      <a16:creationId xmlns:a16="http://schemas.microsoft.com/office/drawing/2014/main" id="{FE6401FF-03CA-6C0D-7B67-EC4E85F41A4E}"/>
                    </a:ext>
                  </a:extLst>
                </p:cNvPr>
                <p:cNvSpPr/>
                <p:nvPr/>
              </p:nvSpPr>
              <p:spPr>
                <a:xfrm>
                  <a:off x="7869855" y="3898992"/>
                  <a:ext cx="359745" cy="18000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88" name="Rechteck 1187">
                  <a:extLst>
                    <a:ext uri="{FF2B5EF4-FFF2-40B4-BE49-F238E27FC236}">
                      <a16:creationId xmlns:a16="http://schemas.microsoft.com/office/drawing/2014/main" id="{3E9A1706-0C85-27C5-41F6-8928D592FDD3}"/>
                    </a:ext>
                  </a:extLst>
                </p:cNvPr>
                <p:cNvSpPr/>
                <p:nvPr/>
              </p:nvSpPr>
              <p:spPr>
                <a:xfrm>
                  <a:off x="7914640" y="3929897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89" name="Rechteck 1188">
                  <a:extLst>
                    <a:ext uri="{FF2B5EF4-FFF2-40B4-BE49-F238E27FC236}">
                      <a16:creationId xmlns:a16="http://schemas.microsoft.com/office/drawing/2014/main" id="{86132FA1-DB46-3A0C-9AD9-244C31FA1EE9}"/>
                    </a:ext>
                  </a:extLst>
                </p:cNvPr>
                <p:cNvSpPr/>
                <p:nvPr/>
              </p:nvSpPr>
              <p:spPr>
                <a:xfrm>
                  <a:off x="8094238" y="3929897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160" name="Textfeld 1159">
                <a:extLst>
                  <a:ext uri="{FF2B5EF4-FFF2-40B4-BE49-F238E27FC236}">
                    <a16:creationId xmlns:a16="http://schemas.microsoft.com/office/drawing/2014/main" id="{F5146466-1F5C-6DBD-4794-08C6B68589C7}"/>
                  </a:ext>
                </a:extLst>
              </p:cNvPr>
              <p:cNvSpPr txBox="1"/>
              <p:nvPr/>
            </p:nvSpPr>
            <p:spPr>
              <a:xfrm>
                <a:off x="10688611" y="2211663"/>
                <a:ext cx="6555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RS485B</a:t>
                </a:r>
              </a:p>
            </p:txBody>
          </p:sp>
          <p:sp>
            <p:nvSpPr>
              <p:cNvPr id="1161" name="Textfeld 1160">
                <a:extLst>
                  <a:ext uri="{FF2B5EF4-FFF2-40B4-BE49-F238E27FC236}">
                    <a16:creationId xmlns:a16="http://schemas.microsoft.com/office/drawing/2014/main" id="{5A6D5FDE-3B7B-EAD9-65CE-20916377054C}"/>
                  </a:ext>
                </a:extLst>
              </p:cNvPr>
              <p:cNvSpPr txBox="1"/>
              <p:nvPr/>
            </p:nvSpPr>
            <p:spPr>
              <a:xfrm>
                <a:off x="10682199" y="1680986"/>
                <a:ext cx="6619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RS485A</a:t>
                </a:r>
              </a:p>
            </p:txBody>
          </p:sp>
          <p:sp>
            <p:nvSpPr>
              <p:cNvPr id="1162" name="Textfeld 1161">
                <a:extLst>
                  <a:ext uri="{FF2B5EF4-FFF2-40B4-BE49-F238E27FC236}">
                    <a16:creationId xmlns:a16="http://schemas.microsoft.com/office/drawing/2014/main" id="{D47BF4D1-4164-0412-380D-DC281D8E3690}"/>
                  </a:ext>
                </a:extLst>
              </p:cNvPr>
              <p:cNvSpPr txBox="1"/>
              <p:nvPr/>
            </p:nvSpPr>
            <p:spPr>
              <a:xfrm>
                <a:off x="10688611" y="1857442"/>
                <a:ext cx="6555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RS485B</a:t>
                </a:r>
              </a:p>
            </p:txBody>
          </p:sp>
          <p:sp>
            <p:nvSpPr>
              <p:cNvPr id="1163" name="Textfeld 1162">
                <a:extLst>
                  <a:ext uri="{FF2B5EF4-FFF2-40B4-BE49-F238E27FC236}">
                    <a16:creationId xmlns:a16="http://schemas.microsoft.com/office/drawing/2014/main" id="{73C30E03-C3CF-92C9-9541-BFB1CBC87E32}"/>
                  </a:ext>
                </a:extLst>
              </p:cNvPr>
              <p:cNvSpPr txBox="1"/>
              <p:nvPr/>
            </p:nvSpPr>
            <p:spPr>
              <a:xfrm>
                <a:off x="10682199" y="2040266"/>
                <a:ext cx="6619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RS485A</a:t>
                </a:r>
              </a:p>
            </p:txBody>
          </p:sp>
          <p:sp>
            <p:nvSpPr>
              <p:cNvPr id="1164" name="Textfeld 1163">
                <a:extLst>
                  <a:ext uri="{FF2B5EF4-FFF2-40B4-BE49-F238E27FC236}">
                    <a16:creationId xmlns:a16="http://schemas.microsoft.com/office/drawing/2014/main" id="{AE4A17DC-80E2-6265-C5F7-AB9DDA7A1B55}"/>
                  </a:ext>
                </a:extLst>
              </p:cNvPr>
              <p:cNvSpPr txBox="1"/>
              <p:nvPr/>
            </p:nvSpPr>
            <p:spPr>
              <a:xfrm>
                <a:off x="10682199" y="2423591"/>
                <a:ext cx="349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9V</a:t>
                </a:r>
              </a:p>
            </p:txBody>
          </p:sp>
          <p:grpSp>
            <p:nvGrpSpPr>
              <p:cNvPr id="1165" name="Gruppieren 1164">
                <a:extLst>
                  <a:ext uri="{FF2B5EF4-FFF2-40B4-BE49-F238E27FC236}">
                    <a16:creationId xmlns:a16="http://schemas.microsoft.com/office/drawing/2014/main" id="{6AAE3EFD-FA45-FE23-6FCE-5E466305BC24}"/>
                  </a:ext>
                </a:extLst>
              </p:cNvPr>
              <p:cNvGrpSpPr/>
              <p:nvPr/>
            </p:nvGrpSpPr>
            <p:grpSpPr>
              <a:xfrm>
                <a:off x="9162394" y="2826856"/>
                <a:ext cx="1508654" cy="529887"/>
                <a:chOff x="5585559" y="992874"/>
                <a:chExt cx="1508654" cy="529887"/>
              </a:xfrm>
            </p:grpSpPr>
            <p:sp>
              <p:nvSpPr>
                <p:cNvPr id="1181" name="Ellipse 1180">
                  <a:extLst>
                    <a:ext uri="{FF2B5EF4-FFF2-40B4-BE49-F238E27FC236}">
                      <a16:creationId xmlns:a16="http://schemas.microsoft.com/office/drawing/2014/main" id="{01F4B20C-C477-1BB9-0DA9-9CF7FD209157}"/>
                    </a:ext>
                  </a:extLst>
                </p:cNvPr>
                <p:cNvSpPr/>
                <p:nvPr/>
              </p:nvSpPr>
              <p:spPr>
                <a:xfrm>
                  <a:off x="6251530" y="1240202"/>
                  <a:ext cx="180000" cy="18000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82" name="Ellipse 1181">
                  <a:extLst>
                    <a:ext uri="{FF2B5EF4-FFF2-40B4-BE49-F238E27FC236}">
                      <a16:creationId xmlns:a16="http://schemas.microsoft.com/office/drawing/2014/main" id="{5A380F3C-BAAA-9B50-4C29-A9B31BFCA95D}"/>
                    </a:ext>
                  </a:extLst>
                </p:cNvPr>
                <p:cNvSpPr/>
                <p:nvPr/>
              </p:nvSpPr>
              <p:spPr>
                <a:xfrm>
                  <a:off x="5660485" y="1150202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83" name="Ellipse 1182">
                  <a:extLst>
                    <a:ext uri="{FF2B5EF4-FFF2-40B4-BE49-F238E27FC236}">
                      <a16:creationId xmlns:a16="http://schemas.microsoft.com/office/drawing/2014/main" id="{61934016-CA25-C844-5A1C-AD3A018CCB93}"/>
                    </a:ext>
                  </a:extLst>
                </p:cNvPr>
                <p:cNvSpPr/>
                <p:nvPr/>
              </p:nvSpPr>
              <p:spPr>
                <a:xfrm>
                  <a:off x="6662575" y="1162761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84" name="Textfeld 1183">
                  <a:extLst>
                    <a:ext uri="{FF2B5EF4-FFF2-40B4-BE49-F238E27FC236}">
                      <a16:creationId xmlns:a16="http://schemas.microsoft.com/office/drawing/2014/main" id="{48EF9955-1ACE-FF8E-D322-1546510B93DB}"/>
                    </a:ext>
                  </a:extLst>
                </p:cNvPr>
                <p:cNvSpPr txBox="1"/>
                <p:nvPr/>
              </p:nvSpPr>
              <p:spPr>
                <a:xfrm>
                  <a:off x="6063722" y="992874"/>
                  <a:ext cx="5631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RESET</a:t>
                  </a:r>
                </a:p>
              </p:txBody>
            </p:sp>
            <p:sp>
              <p:nvSpPr>
                <p:cNvPr id="1185" name="Textfeld 1184">
                  <a:extLst>
                    <a:ext uri="{FF2B5EF4-FFF2-40B4-BE49-F238E27FC236}">
                      <a16:creationId xmlns:a16="http://schemas.microsoft.com/office/drawing/2014/main" id="{1F12DE88-D4F7-5142-17A3-AC909A4C08FB}"/>
                    </a:ext>
                  </a:extLst>
                </p:cNvPr>
                <p:cNvSpPr txBox="1"/>
                <p:nvPr/>
              </p:nvSpPr>
              <p:spPr>
                <a:xfrm>
                  <a:off x="6596961" y="1203894"/>
                  <a:ext cx="49725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LED2</a:t>
                  </a:r>
                </a:p>
              </p:txBody>
            </p:sp>
            <p:sp>
              <p:nvSpPr>
                <p:cNvPr id="1186" name="Textfeld 1185">
                  <a:extLst>
                    <a:ext uri="{FF2B5EF4-FFF2-40B4-BE49-F238E27FC236}">
                      <a16:creationId xmlns:a16="http://schemas.microsoft.com/office/drawing/2014/main" id="{8B9B3A86-4C0B-FB46-8E8C-8FFB942A9258}"/>
                    </a:ext>
                  </a:extLst>
                </p:cNvPr>
                <p:cNvSpPr txBox="1"/>
                <p:nvPr/>
              </p:nvSpPr>
              <p:spPr>
                <a:xfrm>
                  <a:off x="5585559" y="1197408"/>
                  <a:ext cx="49725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LED1</a:t>
                  </a:r>
                </a:p>
              </p:txBody>
            </p:sp>
          </p:grpSp>
          <p:sp>
            <p:nvSpPr>
              <p:cNvPr id="1166" name="Textfeld 1165">
                <a:extLst>
                  <a:ext uri="{FF2B5EF4-FFF2-40B4-BE49-F238E27FC236}">
                    <a16:creationId xmlns:a16="http://schemas.microsoft.com/office/drawing/2014/main" id="{DE1A0F1D-759F-425B-2C20-0403761AFC4A}"/>
                  </a:ext>
                </a:extLst>
              </p:cNvPr>
              <p:cNvSpPr txBox="1"/>
              <p:nvPr/>
            </p:nvSpPr>
            <p:spPr>
              <a:xfrm rot="16200000">
                <a:off x="9650329" y="2012659"/>
                <a:ext cx="5721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</a:t>
                </a:r>
              </a:p>
            </p:txBody>
          </p:sp>
          <p:sp>
            <p:nvSpPr>
              <p:cNvPr id="1167" name="Rechteck: abgerundete Ecken 1166">
                <a:extLst>
                  <a:ext uri="{FF2B5EF4-FFF2-40B4-BE49-F238E27FC236}">
                    <a16:creationId xmlns:a16="http://schemas.microsoft.com/office/drawing/2014/main" id="{FDDB3D2A-6AA3-C18C-D9AD-9559B2989AE2}"/>
                  </a:ext>
                </a:extLst>
              </p:cNvPr>
              <p:cNvSpPr/>
              <p:nvPr/>
            </p:nvSpPr>
            <p:spPr>
              <a:xfrm>
                <a:off x="9623217" y="863494"/>
                <a:ext cx="90000" cy="162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68" name="Rechteck: abgerundete Ecken 1167">
                <a:extLst>
                  <a:ext uri="{FF2B5EF4-FFF2-40B4-BE49-F238E27FC236}">
                    <a16:creationId xmlns:a16="http://schemas.microsoft.com/office/drawing/2014/main" id="{F11E4A76-4F97-7CC3-E3F5-E6D7C9EEC7C8}"/>
                  </a:ext>
                </a:extLst>
              </p:cNvPr>
              <p:cNvSpPr/>
              <p:nvPr/>
            </p:nvSpPr>
            <p:spPr>
              <a:xfrm>
                <a:off x="9437873" y="863494"/>
                <a:ext cx="90000" cy="162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1169" name="Gruppieren 1168">
                <a:extLst>
                  <a:ext uri="{FF2B5EF4-FFF2-40B4-BE49-F238E27FC236}">
                    <a16:creationId xmlns:a16="http://schemas.microsoft.com/office/drawing/2014/main" id="{F8F37C4A-DE25-4EBA-8DFB-18DD0D9E80B5}"/>
                  </a:ext>
                </a:extLst>
              </p:cNvPr>
              <p:cNvGrpSpPr/>
              <p:nvPr/>
            </p:nvGrpSpPr>
            <p:grpSpPr>
              <a:xfrm>
                <a:off x="10275371" y="863273"/>
                <a:ext cx="521306" cy="576000"/>
                <a:chOff x="5522556" y="3472601"/>
                <a:chExt cx="521306" cy="576000"/>
              </a:xfrm>
            </p:grpSpPr>
            <p:sp>
              <p:nvSpPr>
                <p:cNvPr id="1179" name="Rechteck: abgerundete Ecken 1178">
                  <a:extLst>
                    <a:ext uri="{FF2B5EF4-FFF2-40B4-BE49-F238E27FC236}">
                      <a16:creationId xmlns:a16="http://schemas.microsoft.com/office/drawing/2014/main" id="{2824F39B-E31E-6267-0C17-AF5F45B9D519}"/>
                    </a:ext>
                  </a:extLst>
                </p:cNvPr>
                <p:cNvSpPr/>
                <p:nvPr/>
              </p:nvSpPr>
              <p:spPr>
                <a:xfrm>
                  <a:off x="5522556" y="3472601"/>
                  <a:ext cx="521305" cy="576000"/>
                </a:xfrm>
                <a:prstGeom prst="roundRect">
                  <a:avLst/>
                </a:prstGeom>
                <a:solidFill>
                  <a:srgbClr val="76717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80" name="Textfeld 1179">
                  <a:extLst>
                    <a:ext uri="{FF2B5EF4-FFF2-40B4-BE49-F238E27FC236}">
                      <a16:creationId xmlns:a16="http://schemas.microsoft.com/office/drawing/2014/main" id="{0BB89645-23B5-7A70-B00C-5DF334142E36}"/>
                    </a:ext>
                  </a:extLst>
                </p:cNvPr>
                <p:cNvSpPr txBox="1"/>
                <p:nvPr/>
              </p:nvSpPr>
              <p:spPr>
                <a:xfrm>
                  <a:off x="5533134" y="3622102"/>
                  <a:ext cx="51072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de-DE" sz="1200" dirty="0"/>
                    <a:t>USB</a:t>
                  </a:r>
                </a:p>
              </p:txBody>
            </p:sp>
          </p:grpSp>
          <p:grpSp>
            <p:nvGrpSpPr>
              <p:cNvPr id="1170" name="Gruppieren 1169">
                <a:extLst>
                  <a:ext uri="{FF2B5EF4-FFF2-40B4-BE49-F238E27FC236}">
                    <a16:creationId xmlns:a16="http://schemas.microsoft.com/office/drawing/2014/main" id="{1BAB496D-6293-9C27-C1DD-8486788BB370}"/>
                  </a:ext>
                </a:extLst>
              </p:cNvPr>
              <p:cNvGrpSpPr/>
              <p:nvPr/>
            </p:nvGrpSpPr>
            <p:grpSpPr>
              <a:xfrm rot="10800000">
                <a:off x="10293953" y="2479609"/>
                <a:ext cx="433247" cy="360620"/>
                <a:chOff x="8238632" y="1988930"/>
                <a:chExt cx="433247" cy="360620"/>
              </a:xfrm>
            </p:grpSpPr>
            <p:sp>
              <p:nvSpPr>
                <p:cNvPr id="1174" name="Rechteck 1173">
                  <a:extLst>
                    <a:ext uri="{FF2B5EF4-FFF2-40B4-BE49-F238E27FC236}">
                      <a16:creationId xmlns:a16="http://schemas.microsoft.com/office/drawing/2014/main" id="{F9460347-C696-0FF8-C3CC-E7079566CB27}"/>
                    </a:ext>
                  </a:extLst>
                </p:cNvPr>
                <p:cNvSpPr/>
                <p:nvPr/>
              </p:nvSpPr>
              <p:spPr>
                <a:xfrm>
                  <a:off x="8239879" y="1988930"/>
                  <a:ext cx="432000" cy="36007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75" name="Ellipse 1174">
                  <a:extLst>
                    <a:ext uri="{FF2B5EF4-FFF2-40B4-BE49-F238E27FC236}">
                      <a16:creationId xmlns:a16="http://schemas.microsoft.com/office/drawing/2014/main" id="{417C8A43-080F-D676-89BC-1FB7CF93BAA1}"/>
                    </a:ext>
                  </a:extLst>
                </p:cNvPr>
                <p:cNvSpPr/>
                <p:nvPr/>
              </p:nvSpPr>
              <p:spPr>
                <a:xfrm>
                  <a:off x="8425789" y="2007818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76" name="Ellipse 1175">
                  <a:extLst>
                    <a:ext uri="{FF2B5EF4-FFF2-40B4-BE49-F238E27FC236}">
                      <a16:creationId xmlns:a16="http://schemas.microsoft.com/office/drawing/2014/main" id="{8948F82B-F7C6-D0EC-9E2D-194D6FE452E4}"/>
                    </a:ext>
                  </a:extLst>
                </p:cNvPr>
                <p:cNvSpPr/>
                <p:nvPr/>
              </p:nvSpPr>
              <p:spPr>
                <a:xfrm>
                  <a:off x="8425789" y="2183993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177" name="Rechteck 1176">
                  <a:extLst>
                    <a:ext uri="{FF2B5EF4-FFF2-40B4-BE49-F238E27FC236}">
                      <a16:creationId xmlns:a16="http://schemas.microsoft.com/office/drawing/2014/main" id="{497736AA-FBAB-73C2-C83A-9A8C3FE17F02}"/>
                    </a:ext>
                  </a:extLst>
                </p:cNvPr>
                <p:cNvSpPr/>
                <p:nvPr/>
              </p:nvSpPr>
              <p:spPr>
                <a:xfrm>
                  <a:off x="8238632" y="198979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1178" name="Rechteck 1177">
                  <a:extLst>
                    <a:ext uri="{FF2B5EF4-FFF2-40B4-BE49-F238E27FC236}">
                      <a16:creationId xmlns:a16="http://schemas.microsoft.com/office/drawing/2014/main" id="{2840A6D6-B717-DA9D-77E6-ABAC12C723A8}"/>
                    </a:ext>
                  </a:extLst>
                </p:cNvPr>
                <p:cNvSpPr/>
                <p:nvPr/>
              </p:nvSpPr>
              <p:spPr>
                <a:xfrm>
                  <a:off x="8238632" y="216955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</p:grpSp>
          <p:sp>
            <p:nvSpPr>
              <p:cNvPr id="1171" name="Rechteck: abgerundete Ecken 1170">
                <a:extLst>
                  <a:ext uri="{FF2B5EF4-FFF2-40B4-BE49-F238E27FC236}">
                    <a16:creationId xmlns:a16="http://schemas.microsoft.com/office/drawing/2014/main" id="{DEF90AD1-0A39-0328-F732-DEA0BD74C7EE}"/>
                  </a:ext>
                </a:extLst>
              </p:cNvPr>
              <p:cNvSpPr/>
              <p:nvPr/>
            </p:nvSpPr>
            <p:spPr>
              <a:xfrm>
                <a:off x="10021397" y="863494"/>
                <a:ext cx="90000" cy="102334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72" name="Rechteck: abgerundete Ecken 1171">
                <a:extLst>
                  <a:ext uri="{FF2B5EF4-FFF2-40B4-BE49-F238E27FC236}">
                    <a16:creationId xmlns:a16="http://schemas.microsoft.com/office/drawing/2014/main" id="{1B7256EC-8795-B0A5-35F2-7121D23FA34F}"/>
                  </a:ext>
                </a:extLst>
              </p:cNvPr>
              <p:cNvSpPr/>
              <p:nvPr/>
            </p:nvSpPr>
            <p:spPr>
              <a:xfrm>
                <a:off x="9836053" y="863494"/>
                <a:ext cx="90000" cy="1023345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1173" name="Textfeld 1172">
                <a:extLst>
                  <a:ext uri="{FF2B5EF4-FFF2-40B4-BE49-F238E27FC236}">
                    <a16:creationId xmlns:a16="http://schemas.microsoft.com/office/drawing/2014/main" id="{859B44BB-66A8-8FA0-DF83-46797BDD8DC3}"/>
                  </a:ext>
                </a:extLst>
              </p:cNvPr>
              <p:cNvSpPr txBox="1"/>
              <p:nvPr/>
            </p:nvSpPr>
            <p:spPr>
              <a:xfrm>
                <a:off x="10682199" y="2582581"/>
                <a:ext cx="4764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GND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11673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Rechteck 879">
            <a:extLst>
              <a:ext uri="{FF2B5EF4-FFF2-40B4-BE49-F238E27FC236}">
                <a16:creationId xmlns:a16="http://schemas.microsoft.com/office/drawing/2014/main" id="{46AEF9A3-A3E5-74D9-789C-F90116064B26}"/>
              </a:ext>
            </a:extLst>
          </p:cNvPr>
          <p:cNvSpPr/>
          <p:nvPr/>
        </p:nvSpPr>
        <p:spPr>
          <a:xfrm>
            <a:off x="0" y="104775"/>
            <a:ext cx="9794919" cy="566379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99" name="Gerader Verbinder 498">
            <a:extLst>
              <a:ext uri="{FF2B5EF4-FFF2-40B4-BE49-F238E27FC236}">
                <a16:creationId xmlns:a16="http://schemas.microsoft.com/office/drawing/2014/main" id="{B6760B97-8575-40CC-AE36-B67E0D6020C6}"/>
              </a:ext>
            </a:extLst>
          </p:cNvPr>
          <p:cNvCxnSpPr/>
          <p:nvPr/>
        </p:nvCxnSpPr>
        <p:spPr>
          <a:xfrm flipH="1" flipV="1">
            <a:off x="29866" y="591435"/>
            <a:ext cx="10070608" cy="2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2" name="Gruppieren 881">
            <a:extLst>
              <a:ext uri="{FF2B5EF4-FFF2-40B4-BE49-F238E27FC236}">
                <a16:creationId xmlns:a16="http://schemas.microsoft.com/office/drawing/2014/main" id="{6A1B92C6-FC2A-ABC8-5533-1250D0A1C180}"/>
              </a:ext>
            </a:extLst>
          </p:cNvPr>
          <p:cNvGrpSpPr/>
          <p:nvPr/>
        </p:nvGrpSpPr>
        <p:grpSpPr>
          <a:xfrm>
            <a:off x="281515" y="243393"/>
            <a:ext cx="4454013" cy="5196304"/>
            <a:chOff x="281515" y="243393"/>
            <a:chExt cx="4454013" cy="5196304"/>
          </a:xfrm>
        </p:grpSpPr>
        <p:sp>
          <p:nvSpPr>
            <p:cNvPr id="252" name="Rechteck 251">
              <a:extLst>
                <a:ext uri="{FF2B5EF4-FFF2-40B4-BE49-F238E27FC236}">
                  <a16:creationId xmlns:a16="http://schemas.microsoft.com/office/drawing/2014/main" id="{B291F20B-09E6-659B-2667-01EE4610CE13}"/>
                </a:ext>
              </a:extLst>
            </p:cNvPr>
            <p:cNvSpPr/>
            <p:nvPr/>
          </p:nvSpPr>
          <p:spPr>
            <a:xfrm>
              <a:off x="281515" y="243393"/>
              <a:ext cx="4454013" cy="5196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500" name="Gruppieren 499">
              <a:extLst>
                <a:ext uri="{FF2B5EF4-FFF2-40B4-BE49-F238E27FC236}">
                  <a16:creationId xmlns:a16="http://schemas.microsoft.com/office/drawing/2014/main" id="{C114A78E-B4F3-057E-BEFA-BA015DCC990C}"/>
                </a:ext>
              </a:extLst>
            </p:cNvPr>
            <p:cNvGrpSpPr/>
            <p:nvPr/>
          </p:nvGrpSpPr>
          <p:grpSpPr>
            <a:xfrm>
              <a:off x="521738" y="601030"/>
              <a:ext cx="3805959" cy="4783256"/>
              <a:chOff x="496270" y="638810"/>
              <a:chExt cx="3805959" cy="4783256"/>
            </a:xfrm>
          </p:grpSpPr>
          <p:sp>
            <p:nvSpPr>
              <p:cNvPr id="501" name="Rechteck: abgerundete Ecken 500">
                <a:extLst>
                  <a:ext uri="{FF2B5EF4-FFF2-40B4-BE49-F238E27FC236}">
                    <a16:creationId xmlns:a16="http://schemas.microsoft.com/office/drawing/2014/main" id="{52CB03E5-8DD8-772A-4340-CB88B8209CC7}"/>
                  </a:ext>
                </a:extLst>
              </p:cNvPr>
              <p:cNvSpPr/>
              <p:nvPr/>
            </p:nvSpPr>
            <p:spPr>
              <a:xfrm>
                <a:off x="1668311" y="3364446"/>
                <a:ext cx="648000" cy="576000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2" name="Rechteck 501">
                <a:extLst>
                  <a:ext uri="{FF2B5EF4-FFF2-40B4-BE49-F238E27FC236}">
                    <a16:creationId xmlns:a16="http://schemas.microsoft.com/office/drawing/2014/main" id="{414A2167-7040-7AF1-2BD0-B5EB87ADCAC7}"/>
                  </a:ext>
                </a:extLst>
              </p:cNvPr>
              <p:cNvSpPr/>
              <p:nvPr/>
            </p:nvSpPr>
            <p:spPr>
              <a:xfrm>
                <a:off x="1137285" y="638810"/>
                <a:ext cx="2700000" cy="3240000"/>
              </a:xfrm>
              <a:prstGeom prst="rect">
                <a:avLst/>
              </a:prstGeom>
              <a:solidFill>
                <a:schemeClr val="bg1">
                  <a:lumMod val="65000"/>
                  <a:alpha val="20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03" name="Gruppieren 502">
                <a:extLst>
                  <a:ext uri="{FF2B5EF4-FFF2-40B4-BE49-F238E27FC236}">
                    <a16:creationId xmlns:a16="http://schemas.microsoft.com/office/drawing/2014/main" id="{BF3AE316-D6F7-42BE-757A-81FAA5F3AFB4}"/>
                  </a:ext>
                </a:extLst>
              </p:cNvPr>
              <p:cNvGrpSpPr/>
              <p:nvPr/>
            </p:nvGrpSpPr>
            <p:grpSpPr>
              <a:xfrm>
                <a:off x="1137285" y="1071718"/>
                <a:ext cx="433247" cy="720140"/>
                <a:chOff x="7462666" y="2009937"/>
                <a:chExt cx="433247" cy="720140"/>
              </a:xfrm>
            </p:grpSpPr>
            <p:sp>
              <p:nvSpPr>
                <p:cNvPr id="648" name="Rechteck 647">
                  <a:extLst>
                    <a:ext uri="{FF2B5EF4-FFF2-40B4-BE49-F238E27FC236}">
                      <a16:creationId xmlns:a16="http://schemas.microsoft.com/office/drawing/2014/main" id="{B31F94C0-71FA-5E19-D481-3F735BB5B095}"/>
                    </a:ext>
                  </a:extLst>
                </p:cNvPr>
                <p:cNvSpPr/>
                <p:nvPr/>
              </p:nvSpPr>
              <p:spPr>
                <a:xfrm>
                  <a:off x="7463913" y="2009937"/>
                  <a:ext cx="432000" cy="72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649" name="Ellipse 648">
                  <a:extLst>
                    <a:ext uri="{FF2B5EF4-FFF2-40B4-BE49-F238E27FC236}">
                      <a16:creationId xmlns:a16="http://schemas.microsoft.com/office/drawing/2014/main" id="{00CC6EC4-2E90-332E-2311-96B8993F0837}"/>
                    </a:ext>
                  </a:extLst>
                </p:cNvPr>
                <p:cNvSpPr/>
                <p:nvPr/>
              </p:nvSpPr>
              <p:spPr>
                <a:xfrm>
                  <a:off x="7649823" y="2028825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50" name="Ellipse 649">
                  <a:extLst>
                    <a:ext uri="{FF2B5EF4-FFF2-40B4-BE49-F238E27FC236}">
                      <a16:creationId xmlns:a16="http://schemas.microsoft.com/office/drawing/2014/main" id="{E98B04B5-B7EA-C7CC-0B51-60EEDC4873DE}"/>
                    </a:ext>
                  </a:extLst>
                </p:cNvPr>
                <p:cNvSpPr/>
                <p:nvPr/>
              </p:nvSpPr>
              <p:spPr>
                <a:xfrm>
                  <a:off x="7649823" y="2205000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51" name="Ellipse 650">
                  <a:extLst>
                    <a:ext uri="{FF2B5EF4-FFF2-40B4-BE49-F238E27FC236}">
                      <a16:creationId xmlns:a16="http://schemas.microsoft.com/office/drawing/2014/main" id="{6AFE566D-14D7-8B62-B5D4-A6E4CEC8E532}"/>
                    </a:ext>
                  </a:extLst>
                </p:cNvPr>
                <p:cNvSpPr/>
                <p:nvPr/>
              </p:nvSpPr>
              <p:spPr>
                <a:xfrm>
                  <a:off x="7649823" y="2381175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52" name="Ellipse 651">
                  <a:extLst>
                    <a:ext uri="{FF2B5EF4-FFF2-40B4-BE49-F238E27FC236}">
                      <a16:creationId xmlns:a16="http://schemas.microsoft.com/office/drawing/2014/main" id="{80794000-663C-F713-2D82-6EDC8CB1C479}"/>
                    </a:ext>
                  </a:extLst>
                </p:cNvPr>
                <p:cNvSpPr/>
                <p:nvPr/>
              </p:nvSpPr>
              <p:spPr>
                <a:xfrm>
                  <a:off x="7649823" y="2565000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53" name="Rechteck 652">
                  <a:extLst>
                    <a:ext uri="{FF2B5EF4-FFF2-40B4-BE49-F238E27FC236}">
                      <a16:creationId xmlns:a16="http://schemas.microsoft.com/office/drawing/2014/main" id="{20BFBFB1-C82F-C40B-4A32-46FB554A63A9}"/>
                    </a:ext>
                  </a:extLst>
                </p:cNvPr>
                <p:cNvSpPr/>
                <p:nvPr/>
              </p:nvSpPr>
              <p:spPr>
                <a:xfrm>
                  <a:off x="7462666" y="201079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654" name="Rechteck 653">
                  <a:extLst>
                    <a:ext uri="{FF2B5EF4-FFF2-40B4-BE49-F238E27FC236}">
                      <a16:creationId xmlns:a16="http://schemas.microsoft.com/office/drawing/2014/main" id="{8B3861E7-5986-67DC-4B47-624C6713695D}"/>
                    </a:ext>
                  </a:extLst>
                </p:cNvPr>
                <p:cNvSpPr/>
                <p:nvPr/>
              </p:nvSpPr>
              <p:spPr>
                <a:xfrm>
                  <a:off x="7462666" y="255007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655" name="Rechteck 654">
                  <a:extLst>
                    <a:ext uri="{FF2B5EF4-FFF2-40B4-BE49-F238E27FC236}">
                      <a16:creationId xmlns:a16="http://schemas.microsoft.com/office/drawing/2014/main" id="{7491E0F1-94CF-2904-A85C-FF363AB1EA95}"/>
                    </a:ext>
                  </a:extLst>
                </p:cNvPr>
                <p:cNvSpPr/>
                <p:nvPr/>
              </p:nvSpPr>
              <p:spPr>
                <a:xfrm>
                  <a:off x="7462666" y="237031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656" name="Rechteck 655">
                  <a:extLst>
                    <a:ext uri="{FF2B5EF4-FFF2-40B4-BE49-F238E27FC236}">
                      <a16:creationId xmlns:a16="http://schemas.microsoft.com/office/drawing/2014/main" id="{BD208ED2-A664-49C8-A9B4-F75E8982B957}"/>
                    </a:ext>
                  </a:extLst>
                </p:cNvPr>
                <p:cNvSpPr/>
                <p:nvPr/>
              </p:nvSpPr>
              <p:spPr>
                <a:xfrm>
                  <a:off x="7462666" y="219055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cxnSp>
              <p:nvCxnSpPr>
                <p:cNvPr id="657" name="Gerader Verbinder 656">
                  <a:extLst>
                    <a:ext uri="{FF2B5EF4-FFF2-40B4-BE49-F238E27FC236}">
                      <a16:creationId xmlns:a16="http://schemas.microsoft.com/office/drawing/2014/main" id="{99CA35EF-2F7C-3732-0FA0-0E233449CED4}"/>
                    </a:ext>
                  </a:extLst>
                </p:cNvPr>
                <p:cNvCxnSpPr>
                  <a:stCxn id="649" idx="3"/>
                  <a:endCxn id="649" idx="7"/>
                </p:cNvCxnSpPr>
                <p:nvPr/>
              </p:nvCxnSpPr>
              <p:spPr>
                <a:xfrm flipV="1">
                  <a:off x="7670911" y="2049913"/>
                  <a:ext cx="101824" cy="101824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8" name="Gerader Verbinder 657">
                  <a:extLst>
                    <a:ext uri="{FF2B5EF4-FFF2-40B4-BE49-F238E27FC236}">
                      <a16:creationId xmlns:a16="http://schemas.microsoft.com/office/drawing/2014/main" id="{5E53D3FB-1735-A3F4-9C11-D9E07224FB02}"/>
                    </a:ext>
                  </a:extLst>
                </p:cNvPr>
                <p:cNvCxnSpPr>
                  <a:cxnSpLocks/>
                  <a:stCxn id="650" idx="1"/>
                  <a:endCxn id="650" idx="5"/>
                </p:cNvCxnSpPr>
                <p:nvPr/>
              </p:nvCxnSpPr>
              <p:spPr>
                <a:xfrm>
                  <a:off x="7670911" y="2226088"/>
                  <a:ext cx="101824" cy="101824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9" name="Gerader Verbinder 658">
                  <a:extLst>
                    <a:ext uri="{FF2B5EF4-FFF2-40B4-BE49-F238E27FC236}">
                      <a16:creationId xmlns:a16="http://schemas.microsoft.com/office/drawing/2014/main" id="{4523EFC0-B463-C911-ADC4-8079AAEAE36D}"/>
                    </a:ext>
                  </a:extLst>
                </p:cNvPr>
                <p:cNvCxnSpPr>
                  <a:cxnSpLocks/>
                  <a:stCxn id="651" idx="2"/>
                  <a:endCxn id="651" idx="6"/>
                </p:cNvCxnSpPr>
                <p:nvPr/>
              </p:nvCxnSpPr>
              <p:spPr>
                <a:xfrm>
                  <a:off x="7649823" y="2453175"/>
                  <a:ext cx="144000" cy="0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0" name="Gerader Verbinder 659">
                  <a:extLst>
                    <a:ext uri="{FF2B5EF4-FFF2-40B4-BE49-F238E27FC236}">
                      <a16:creationId xmlns:a16="http://schemas.microsoft.com/office/drawing/2014/main" id="{1A853A9D-DD9F-7EFB-8222-83357CF2F1EA}"/>
                    </a:ext>
                  </a:extLst>
                </p:cNvPr>
                <p:cNvCxnSpPr>
                  <a:cxnSpLocks/>
                  <a:stCxn id="652" idx="4"/>
                  <a:endCxn id="652" idx="0"/>
                </p:cNvCxnSpPr>
                <p:nvPr/>
              </p:nvCxnSpPr>
              <p:spPr>
                <a:xfrm flipV="1">
                  <a:off x="7721823" y="2565000"/>
                  <a:ext cx="0" cy="144000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04" name="Gruppieren 503">
                <a:extLst>
                  <a:ext uri="{FF2B5EF4-FFF2-40B4-BE49-F238E27FC236}">
                    <a16:creationId xmlns:a16="http://schemas.microsoft.com/office/drawing/2014/main" id="{CDCFEE3C-3805-B7DC-EDA9-9A516EB10AF3}"/>
                  </a:ext>
                </a:extLst>
              </p:cNvPr>
              <p:cNvGrpSpPr/>
              <p:nvPr/>
            </p:nvGrpSpPr>
            <p:grpSpPr>
              <a:xfrm>
                <a:off x="1137908" y="2259914"/>
                <a:ext cx="433247" cy="720140"/>
                <a:chOff x="7462666" y="2009937"/>
                <a:chExt cx="433247" cy="720140"/>
              </a:xfrm>
            </p:grpSpPr>
            <p:sp>
              <p:nvSpPr>
                <p:cNvPr id="635" name="Rechteck 634">
                  <a:extLst>
                    <a:ext uri="{FF2B5EF4-FFF2-40B4-BE49-F238E27FC236}">
                      <a16:creationId xmlns:a16="http://schemas.microsoft.com/office/drawing/2014/main" id="{4A080B0C-5CE8-AC3B-AB6D-DA9C84A2BFCB}"/>
                    </a:ext>
                  </a:extLst>
                </p:cNvPr>
                <p:cNvSpPr/>
                <p:nvPr/>
              </p:nvSpPr>
              <p:spPr>
                <a:xfrm>
                  <a:off x="7463913" y="2009937"/>
                  <a:ext cx="432000" cy="72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636" name="Ellipse 635">
                  <a:extLst>
                    <a:ext uri="{FF2B5EF4-FFF2-40B4-BE49-F238E27FC236}">
                      <a16:creationId xmlns:a16="http://schemas.microsoft.com/office/drawing/2014/main" id="{7E963742-C3BB-2204-A4D5-3FEAC6BD91DA}"/>
                    </a:ext>
                  </a:extLst>
                </p:cNvPr>
                <p:cNvSpPr/>
                <p:nvPr/>
              </p:nvSpPr>
              <p:spPr>
                <a:xfrm>
                  <a:off x="7649823" y="2028825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37" name="Ellipse 636">
                  <a:extLst>
                    <a:ext uri="{FF2B5EF4-FFF2-40B4-BE49-F238E27FC236}">
                      <a16:creationId xmlns:a16="http://schemas.microsoft.com/office/drawing/2014/main" id="{175B3FD5-884E-6B01-AF8F-F917176EDC3F}"/>
                    </a:ext>
                  </a:extLst>
                </p:cNvPr>
                <p:cNvSpPr/>
                <p:nvPr/>
              </p:nvSpPr>
              <p:spPr>
                <a:xfrm>
                  <a:off x="7649823" y="2205000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38" name="Ellipse 637">
                  <a:extLst>
                    <a:ext uri="{FF2B5EF4-FFF2-40B4-BE49-F238E27FC236}">
                      <a16:creationId xmlns:a16="http://schemas.microsoft.com/office/drawing/2014/main" id="{1BF858B9-CDAC-107A-FD59-C37026CE85EF}"/>
                    </a:ext>
                  </a:extLst>
                </p:cNvPr>
                <p:cNvSpPr/>
                <p:nvPr/>
              </p:nvSpPr>
              <p:spPr>
                <a:xfrm>
                  <a:off x="7649823" y="2381175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39" name="Ellipse 638">
                  <a:extLst>
                    <a:ext uri="{FF2B5EF4-FFF2-40B4-BE49-F238E27FC236}">
                      <a16:creationId xmlns:a16="http://schemas.microsoft.com/office/drawing/2014/main" id="{B3C26A83-CDBC-5882-7F1D-01EF1E8E043E}"/>
                    </a:ext>
                  </a:extLst>
                </p:cNvPr>
                <p:cNvSpPr/>
                <p:nvPr/>
              </p:nvSpPr>
              <p:spPr>
                <a:xfrm>
                  <a:off x="7649823" y="2565000"/>
                  <a:ext cx="144000" cy="144000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40" name="Rechteck 639">
                  <a:extLst>
                    <a:ext uri="{FF2B5EF4-FFF2-40B4-BE49-F238E27FC236}">
                      <a16:creationId xmlns:a16="http://schemas.microsoft.com/office/drawing/2014/main" id="{E10984EE-4AB6-CEA6-7003-EA0AF52B256C}"/>
                    </a:ext>
                  </a:extLst>
                </p:cNvPr>
                <p:cNvSpPr/>
                <p:nvPr/>
              </p:nvSpPr>
              <p:spPr>
                <a:xfrm>
                  <a:off x="7462666" y="201079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641" name="Rechteck 640">
                  <a:extLst>
                    <a:ext uri="{FF2B5EF4-FFF2-40B4-BE49-F238E27FC236}">
                      <a16:creationId xmlns:a16="http://schemas.microsoft.com/office/drawing/2014/main" id="{5372740C-3FF8-D818-F3F0-593BE09EBF46}"/>
                    </a:ext>
                  </a:extLst>
                </p:cNvPr>
                <p:cNvSpPr/>
                <p:nvPr/>
              </p:nvSpPr>
              <p:spPr>
                <a:xfrm>
                  <a:off x="7462666" y="255007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642" name="Rechteck 641">
                  <a:extLst>
                    <a:ext uri="{FF2B5EF4-FFF2-40B4-BE49-F238E27FC236}">
                      <a16:creationId xmlns:a16="http://schemas.microsoft.com/office/drawing/2014/main" id="{FA720005-1F31-88CE-CE4A-7673170BC9F3}"/>
                    </a:ext>
                  </a:extLst>
                </p:cNvPr>
                <p:cNvSpPr/>
                <p:nvPr/>
              </p:nvSpPr>
              <p:spPr>
                <a:xfrm>
                  <a:off x="7462666" y="237031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643" name="Rechteck 642">
                  <a:extLst>
                    <a:ext uri="{FF2B5EF4-FFF2-40B4-BE49-F238E27FC236}">
                      <a16:creationId xmlns:a16="http://schemas.microsoft.com/office/drawing/2014/main" id="{37F15551-4AF4-1035-2519-4F51DC285850}"/>
                    </a:ext>
                  </a:extLst>
                </p:cNvPr>
                <p:cNvSpPr/>
                <p:nvPr/>
              </p:nvSpPr>
              <p:spPr>
                <a:xfrm>
                  <a:off x="7462666" y="219055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cxnSp>
              <p:nvCxnSpPr>
                <p:cNvPr id="644" name="Gerader Verbinder 643">
                  <a:extLst>
                    <a:ext uri="{FF2B5EF4-FFF2-40B4-BE49-F238E27FC236}">
                      <a16:creationId xmlns:a16="http://schemas.microsoft.com/office/drawing/2014/main" id="{7ED7F910-52B5-FE33-5826-8B2F3B0D9736}"/>
                    </a:ext>
                  </a:extLst>
                </p:cNvPr>
                <p:cNvCxnSpPr>
                  <a:stCxn id="636" idx="3"/>
                  <a:endCxn id="636" idx="7"/>
                </p:cNvCxnSpPr>
                <p:nvPr/>
              </p:nvCxnSpPr>
              <p:spPr>
                <a:xfrm flipV="1">
                  <a:off x="7670911" y="2049913"/>
                  <a:ext cx="101824" cy="101824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5" name="Gerader Verbinder 644">
                  <a:extLst>
                    <a:ext uri="{FF2B5EF4-FFF2-40B4-BE49-F238E27FC236}">
                      <a16:creationId xmlns:a16="http://schemas.microsoft.com/office/drawing/2014/main" id="{B850FF69-4D02-49EE-96A0-47C015B9EC52}"/>
                    </a:ext>
                  </a:extLst>
                </p:cNvPr>
                <p:cNvCxnSpPr>
                  <a:cxnSpLocks/>
                  <a:stCxn id="637" idx="1"/>
                  <a:endCxn id="637" idx="5"/>
                </p:cNvCxnSpPr>
                <p:nvPr/>
              </p:nvCxnSpPr>
              <p:spPr>
                <a:xfrm>
                  <a:off x="7670911" y="2226088"/>
                  <a:ext cx="101824" cy="101824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6" name="Gerader Verbinder 645">
                  <a:extLst>
                    <a:ext uri="{FF2B5EF4-FFF2-40B4-BE49-F238E27FC236}">
                      <a16:creationId xmlns:a16="http://schemas.microsoft.com/office/drawing/2014/main" id="{77DF68A6-B6F9-CD39-6CAB-6407138353C2}"/>
                    </a:ext>
                  </a:extLst>
                </p:cNvPr>
                <p:cNvCxnSpPr>
                  <a:cxnSpLocks/>
                  <a:stCxn id="638" idx="2"/>
                  <a:endCxn id="638" idx="6"/>
                </p:cNvCxnSpPr>
                <p:nvPr/>
              </p:nvCxnSpPr>
              <p:spPr>
                <a:xfrm>
                  <a:off x="7649823" y="2453175"/>
                  <a:ext cx="144000" cy="0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7" name="Gerader Verbinder 646">
                  <a:extLst>
                    <a:ext uri="{FF2B5EF4-FFF2-40B4-BE49-F238E27FC236}">
                      <a16:creationId xmlns:a16="http://schemas.microsoft.com/office/drawing/2014/main" id="{76D0F3C6-BDD7-698A-3CEA-1D538786A1EA}"/>
                    </a:ext>
                  </a:extLst>
                </p:cNvPr>
                <p:cNvCxnSpPr>
                  <a:cxnSpLocks/>
                  <a:stCxn id="639" idx="4"/>
                  <a:endCxn id="639" idx="0"/>
                </p:cNvCxnSpPr>
                <p:nvPr/>
              </p:nvCxnSpPr>
              <p:spPr>
                <a:xfrm flipV="1">
                  <a:off x="7721823" y="2565000"/>
                  <a:ext cx="0" cy="144000"/>
                </a:xfrm>
                <a:prstGeom prst="line">
                  <a:avLst/>
                </a:prstGeom>
                <a:ln w="25400">
                  <a:solidFill>
                    <a:schemeClr val="bg1">
                      <a:lumMod val="75000"/>
                    </a:schemeClr>
                  </a:solidFill>
                </a:ln>
                <a:effectLst>
                  <a:innerShdw blurRad="63500" dist="50800" dir="13500000">
                    <a:prstClr val="black">
                      <a:alpha val="50000"/>
                    </a:prstClr>
                  </a:innerShdw>
                </a:effectLst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5" name="Ellipse 504">
                <a:extLst>
                  <a:ext uri="{FF2B5EF4-FFF2-40B4-BE49-F238E27FC236}">
                    <a16:creationId xmlns:a16="http://schemas.microsoft.com/office/drawing/2014/main" id="{A30F2398-1DF3-92E2-861B-F4044D280D1B}"/>
                  </a:ext>
                </a:extLst>
              </p:cNvPr>
              <p:cNvSpPr/>
              <p:nvPr/>
            </p:nvSpPr>
            <p:spPr>
              <a:xfrm>
                <a:off x="2397285" y="1132047"/>
                <a:ext cx="180000" cy="18000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6" name="Ellipse 505">
                <a:extLst>
                  <a:ext uri="{FF2B5EF4-FFF2-40B4-BE49-F238E27FC236}">
                    <a16:creationId xmlns:a16="http://schemas.microsoft.com/office/drawing/2014/main" id="{C80F6E1D-FE72-9032-B2AE-4FDBB2F95E94}"/>
                  </a:ext>
                </a:extLst>
              </p:cNvPr>
              <p:cNvSpPr/>
              <p:nvPr/>
            </p:nvSpPr>
            <p:spPr>
              <a:xfrm>
                <a:off x="1806240" y="1042047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07" name="Ellipse 506">
                <a:extLst>
                  <a:ext uri="{FF2B5EF4-FFF2-40B4-BE49-F238E27FC236}">
                    <a16:creationId xmlns:a16="http://schemas.microsoft.com/office/drawing/2014/main" id="{268E13B1-503C-2777-CEC1-594C3EE5AA6F}"/>
                  </a:ext>
                </a:extLst>
              </p:cNvPr>
              <p:cNvSpPr/>
              <p:nvPr/>
            </p:nvSpPr>
            <p:spPr>
              <a:xfrm>
                <a:off x="2808330" y="1054606"/>
                <a:ext cx="360000" cy="360000"/>
              </a:xfrm>
              <a:prstGeom prst="ellipse">
                <a:avLst/>
              </a:prstGeom>
              <a:solidFill>
                <a:srgbClr val="FF0000"/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508" name="Gruppieren 507">
                <a:extLst>
                  <a:ext uri="{FF2B5EF4-FFF2-40B4-BE49-F238E27FC236}">
                    <a16:creationId xmlns:a16="http://schemas.microsoft.com/office/drawing/2014/main" id="{92B2CC46-5CAD-639A-9DC5-42F6AC09015B}"/>
                  </a:ext>
                </a:extLst>
              </p:cNvPr>
              <p:cNvGrpSpPr/>
              <p:nvPr/>
            </p:nvGrpSpPr>
            <p:grpSpPr>
              <a:xfrm>
                <a:off x="1666283" y="2098802"/>
                <a:ext cx="720000" cy="180000"/>
                <a:chOff x="7869855" y="3395684"/>
                <a:chExt cx="720000" cy="180000"/>
              </a:xfrm>
            </p:grpSpPr>
            <p:sp>
              <p:nvSpPr>
                <p:cNvPr id="630" name="Rechteck 629">
                  <a:extLst>
                    <a:ext uri="{FF2B5EF4-FFF2-40B4-BE49-F238E27FC236}">
                      <a16:creationId xmlns:a16="http://schemas.microsoft.com/office/drawing/2014/main" id="{0F53CE56-1099-6EA2-4E66-726976F66019}"/>
                    </a:ext>
                  </a:extLst>
                </p:cNvPr>
                <p:cNvSpPr/>
                <p:nvPr/>
              </p:nvSpPr>
              <p:spPr>
                <a:xfrm>
                  <a:off x="7869855" y="3395684"/>
                  <a:ext cx="720000" cy="18000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31" name="Rechteck 630">
                  <a:extLst>
                    <a:ext uri="{FF2B5EF4-FFF2-40B4-BE49-F238E27FC236}">
                      <a16:creationId xmlns:a16="http://schemas.microsoft.com/office/drawing/2014/main" id="{34C259F0-9B9A-A8C3-6C59-13F8CE75C288}"/>
                    </a:ext>
                  </a:extLst>
                </p:cNvPr>
                <p:cNvSpPr/>
                <p:nvPr/>
              </p:nvSpPr>
              <p:spPr>
                <a:xfrm>
                  <a:off x="7914640" y="3426589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32" name="Rechteck 631">
                  <a:extLst>
                    <a:ext uri="{FF2B5EF4-FFF2-40B4-BE49-F238E27FC236}">
                      <a16:creationId xmlns:a16="http://schemas.microsoft.com/office/drawing/2014/main" id="{C9E4862E-A5C0-5835-3B77-438AE30EF826}"/>
                    </a:ext>
                  </a:extLst>
                </p:cNvPr>
                <p:cNvSpPr/>
                <p:nvPr/>
              </p:nvSpPr>
              <p:spPr>
                <a:xfrm>
                  <a:off x="8094238" y="3426589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33" name="Rechteck 632">
                  <a:extLst>
                    <a:ext uri="{FF2B5EF4-FFF2-40B4-BE49-F238E27FC236}">
                      <a16:creationId xmlns:a16="http://schemas.microsoft.com/office/drawing/2014/main" id="{4870C6BA-CB0C-8E71-6CE6-6755AEBAB4F3}"/>
                    </a:ext>
                  </a:extLst>
                </p:cNvPr>
                <p:cNvSpPr/>
                <p:nvPr/>
              </p:nvSpPr>
              <p:spPr>
                <a:xfrm>
                  <a:off x="8273836" y="3426589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34" name="Rechteck 633">
                  <a:extLst>
                    <a:ext uri="{FF2B5EF4-FFF2-40B4-BE49-F238E27FC236}">
                      <a16:creationId xmlns:a16="http://schemas.microsoft.com/office/drawing/2014/main" id="{0D826693-9376-1BF1-6E28-9A5F43BA58DF}"/>
                    </a:ext>
                  </a:extLst>
                </p:cNvPr>
                <p:cNvSpPr/>
                <p:nvPr/>
              </p:nvSpPr>
              <p:spPr>
                <a:xfrm>
                  <a:off x="8453433" y="3431244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09" name="Gruppieren 508">
                <a:extLst>
                  <a:ext uri="{FF2B5EF4-FFF2-40B4-BE49-F238E27FC236}">
                    <a16:creationId xmlns:a16="http://schemas.microsoft.com/office/drawing/2014/main" id="{ED80B1F6-6B1D-2847-E64B-A89A634DD801}"/>
                  </a:ext>
                </a:extLst>
              </p:cNvPr>
              <p:cNvGrpSpPr/>
              <p:nvPr/>
            </p:nvGrpSpPr>
            <p:grpSpPr>
              <a:xfrm rot="16200000">
                <a:off x="2161429" y="2441815"/>
                <a:ext cx="359745" cy="180000"/>
                <a:chOff x="7869855" y="3898992"/>
                <a:chExt cx="359745" cy="180000"/>
              </a:xfrm>
            </p:grpSpPr>
            <p:sp>
              <p:nvSpPr>
                <p:cNvPr id="627" name="Rechteck 626">
                  <a:extLst>
                    <a:ext uri="{FF2B5EF4-FFF2-40B4-BE49-F238E27FC236}">
                      <a16:creationId xmlns:a16="http://schemas.microsoft.com/office/drawing/2014/main" id="{D28FA3C7-C8ED-1FAC-D56D-63B5D4B1DE18}"/>
                    </a:ext>
                  </a:extLst>
                </p:cNvPr>
                <p:cNvSpPr/>
                <p:nvPr/>
              </p:nvSpPr>
              <p:spPr>
                <a:xfrm>
                  <a:off x="7869855" y="3898992"/>
                  <a:ext cx="359745" cy="18000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28" name="Rechteck 627">
                  <a:extLst>
                    <a:ext uri="{FF2B5EF4-FFF2-40B4-BE49-F238E27FC236}">
                      <a16:creationId xmlns:a16="http://schemas.microsoft.com/office/drawing/2014/main" id="{34F1A81F-5479-0052-3A0F-8AAF9AF8F819}"/>
                    </a:ext>
                  </a:extLst>
                </p:cNvPr>
                <p:cNvSpPr/>
                <p:nvPr/>
              </p:nvSpPr>
              <p:spPr>
                <a:xfrm>
                  <a:off x="7914640" y="3929897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29" name="Rechteck 628">
                  <a:extLst>
                    <a:ext uri="{FF2B5EF4-FFF2-40B4-BE49-F238E27FC236}">
                      <a16:creationId xmlns:a16="http://schemas.microsoft.com/office/drawing/2014/main" id="{DBA0C678-2D65-94B3-96C7-D0693BA59DDE}"/>
                    </a:ext>
                  </a:extLst>
                </p:cNvPr>
                <p:cNvSpPr/>
                <p:nvPr/>
              </p:nvSpPr>
              <p:spPr>
                <a:xfrm>
                  <a:off x="8094238" y="3929897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510" name="Gruppieren 509">
                <a:extLst>
                  <a:ext uri="{FF2B5EF4-FFF2-40B4-BE49-F238E27FC236}">
                    <a16:creationId xmlns:a16="http://schemas.microsoft.com/office/drawing/2014/main" id="{6A3D2A1E-BC06-286F-0F3D-6E6801F05A4C}"/>
                  </a:ext>
                </a:extLst>
              </p:cNvPr>
              <p:cNvGrpSpPr/>
              <p:nvPr/>
            </p:nvGrpSpPr>
            <p:grpSpPr>
              <a:xfrm>
                <a:off x="1666283" y="2353047"/>
                <a:ext cx="547705" cy="358075"/>
                <a:chOff x="7869855" y="3649929"/>
                <a:chExt cx="547705" cy="358075"/>
              </a:xfrm>
            </p:grpSpPr>
            <p:grpSp>
              <p:nvGrpSpPr>
                <p:cNvPr id="617" name="Gruppieren 616">
                  <a:extLst>
                    <a:ext uri="{FF2B5EF4-FFF2-40B4-BE49-F238E27FC236}">
                      <a16:creationId xmlns:a16="http://schemas.microsoft.com/office/drawing/2014/main" id="{71DEE0D7-BB01-7D80-D45A-576CB52B9704}"/>
                    </a:ext>
                  </a:extLst>
                </p:cNvPr>
                <p:cNvGrpSpPr/>
                <p:nvPr/>
              </p:nvGrpSpPr>
              <p:grpSpPr>
                <a:xfrm>
                  <a:off x="7869855" y="3649929"/>
                  <a:ext cx="547705" cy="180000"/>
                  <a:chOff x="7869855" y="3649929"/>
                  <a:chExt cx="547705" cy="180000"/>
                </a:xfrm>
              </p:grpSpPr>
              <p:sp>
                <p:nvSpPr>
                  <p:cNvPr id="623" name="Rechteck 622">
                    <a:extLst>
                      <a:ext uri="{FF2B5EF4-FFF2-40B4-BE49-F238E27FC236}">
                        <a16:creationId xmlns:a16="http://schemas.microsoft.com/office/drawing/2014/main" id="{A12B8710-4805-1501-20DB-08ED7DCB957C}"/>
                      </a:ext>
                    </a:extLst>
                  </p:cNvPr>
                  <p:cNvSpPr/>
                  <p:nvPr/>
                </p:nvSpPr>
                <p:spPr>
                  <a:xfrm>
                    <a:off x="7869855" y="3649929"/>
                    <a:ext cx="547705" cy="180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24" name="Rechteck 623">
                    <a:extLst>
                      <a:ext uri="{FF2B5EF4-FFF2-40B4-BE49-F238E27FC236}">
                        <a16:creationId xmlns:a16="http://schemas.microsoft.com/office/drawing/2014/main" id="{FF00D3FE-EA1E-DCDD-C770-9E9B43ADEC81}"/>
                      </a:ext>
                    </a:extLst>
                  </p:cNvPr>
                  <p:cNvSpPr/>
                  <p:nvPr/>
                </p:nvSpPr>
                <p:spPr>
                  <a:xfrm>
                    <a:off x="7914640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25" name="Rechteck 624">
                    <a:extLst>
                      <a:ext uri="{FF2B5EF4-FFF2-40B4-BE49-F238E27FC236}">
                        <a16:creationId xmlns:a16="http://schemas.microsoft.com/office/drawing/2014/main" id="{64F6E0E7-0A56-A09E-E71B-A5DC72D14B0A}"/>
                      </a:ext>
                    </a:extLst>
                  </p:cNvPr>
                  <p:cNvSpPr/>
                  <p:nvPr/>
                </p:nvSpPr>
                <p:spPr>
                  <a:xfrm>
                    <a:off x="8094238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26" name="Rechteck 625">
                    <a:extLst>
                      <a:ext uri="{FF2B5EF4-FFF2-40B4-BE49-F238E27FC236}">
                        <a16:creationId xmlns:a16="http://schemas.microsoft.com/office/drawing/2014/main" id="{99FBD8C2-552D-FDFE-6160-6DF232E129AD}"/>
                      </a:ext>
                    </a:extLst>
                  </p:cNvPr>
                  <p:cNvSpPr/>
                  <p:nvPr/>
                </p:nvSpPr>
                <p:spPr>
                  <a:xfrm>
                    <a:off x="8273836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618" name="Gruppieren 617">
                  <a:extLst>
                    <a:ext uri="{FF2B5EF4-FFF2-40B4-BE49-F238E27FC236}">
                      <a16:creationId xmlns:a16="http://schemas.microsoft.com/office/drawing/2014/main" id="{E0081907-14DF-D507-DE9A-B0B170205D5D}"/>
                    </a:ext>
                  </a:extLst>
                </p:cNvPr>
                <p:cNvGrpSpPr/>
                <p:nvPr/>
              </p:nvGrpSpPr>
              <p:grpSpPr>
                <a:xfrm>
                  <a:off x="7869855" y="3828004"/>
                  <a:ext cx="547705" cy="180000"/>
                  <a:chOff x="7869855" y="3649929"/>
                  <a:chExt cx="547705" cy="180000"/>
                </a:xfrm>
              </p:grpSpPr>
              <p:sp>
                <p:nvSpPr>
                  <p:cNvPr id="619" name="Rechteck 618">
                    <a:extLst>
                      <a:ext uri="{FF2B5EF4-FFF2-40B4-BE49-F238E27FC236}">
                        <a16:creationId xmlns:a16="http://schemas.microsoft.com/office/drawing/2014/main" id="{5FD32BE5-79EA-B0BA-E3D6-3FAB351276A4}"/>
                      </a:ext>
                    </a:extLst>
                  </p:cNvPr>
                  <p:cNvSpPr/>
                  <p:nvPr/>
                </p:nvSpPr>
                <p:spPr>
                  <a:xfrm>
                    <a:off x="7869855" y="3649929"/>
                    <a:ext cx="547705" cy="180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20" name="Rechteck 619">
                    <a:extLst>
                      <a:ext uri="{FF2B5EF4-FFF2-40B4-BE49-F238E27FC236}">
                        <a16:creationId xmlns:a16="http://schemas.microsoft.com/office/drawing/2014/main" id="{8AE4F7CB-0894-1921-6C4F-48700BB433FC}"/>
                      </a:ext>
                    </a:extLst>
                  </p:cNvPr>
                  <p:cNvSpPr/>
                  <p:nvPr/>
                </p:nvSpPr>
                <p:spPr>
                  <a:xfrm>
                    <a:off x="7914640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21" name="Rechteck 620">
                    <a:extLst>
                      <a:ext uri="{FF2B5EF4-FFF2-40B4-BE49-F238E27FC236}">
                        <a16:creationId xmlns:a16="http://schemas.microsoft.com/office/drawing/2014/main" id="{8EBE6EE9-C605-C649-64E4-14306DF34774}"/>
                      </a:ext>
                    </a:extLst>
                  </p:cNvPr>
                  <p:cNvSpPr/>
                  <p:nvPr/>
                </p:nvSpPr>
                <p:spPr>
                  <a:xfrm>
                    <a:off x="8094238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22" name="Rechteck 621">
                    <a:extLst>
                      <a:ext uri="{FF2B5EF4-FFF2-40B4-BE49-F238E27FC236}">
                        <a16:creationId xmlns:a16="http://schemas.microsoft.com/office/drawing/2014/main" id="{5CEFE4D6-5A56-10AB-D75C-1C5955F5A796}"/>
                      </a:ext>
                    </a:extLst>
                  </p:cNvPr>
                  <p:cNvSpPr/>
                  <p:nvPr/>
                </p:nvSpPr>
                <p:spPr>
                  <a:xfrm>
                    <a:off x="8273836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</p:grpSp>
          <p:sp>
            <p:nvSpPr>
              <p:cNvPr id="511" name="Textfeld 510">
                <a:extLst>
                  <a:ext uri="{FF2B5EF4-FFF2-40B4-BE49-F238E27FC236}">
                    <a16:creationId xmlns:a16="http://schemas.microsoft.com/office/drawing/2014/main" id="{7D8DBE80-822A-2609-47A0-66F61A479A5F}"/>
                  </a:ext>
                </a:extLst>
              </p:cNvPr>
              <p:cNvSpPr txBox="1"/>
              <p:nvPr/>
            </p:nvSpPr>
            <p:spPr>
              <a:xfrm>
                <a:off x="3810420" y="1026073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A1</a:t>
                </a:r>
              </a:p>
            </p:txBody>
          </p:sp>
          <p:sp>
            <p:nvSpPr>
              <p:cNvPr id="512" name="Textfeld 511">
                <a:extLst>
                  <a:ext uri="{FF2B5EF4-FFF2-40B4-BE49-F238E27FC236}">
                    <a16:creationId xmlns:a16="http://schemas.microsoft.com/office/drawing/2014/main" id="{51A6A5E9-974F-84D0-1D26-8FA74BF4CAAF}"/>
                  </a:ext>
                </a:extLst>
              </p:cNvPr>
              <p:cNvSpPr txBox="1"/>
              <p:nvPr/>
            </p:nvSpPr>
            <p:spPr>
              <a:xfrm>
                <a:off x="3805348" y="1202801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GND</a:t>
                </a:r>
              </a:p>
            </p:txBody>
          </p:sp>
          <p:sp>
            <p:nvSpPr>
              <p:cNvPr id="513" name="Textfeld 512">
                <a:extLst>
                  <a:ext uri="{FF2B5EF4-FFF2-40B4-BE49-F238E27FC236}">
                    <a16:creationId xmlns:a16="http://schemas.microsoft.com/office/drawing/2014/main" id="{9745375F-B603-A4D3-D6BA-F1DD08DFD32E}"/>
                  </a:ext>
                </a:extLst>
              </p:cNvPr>
              <p:cNvSpPr txBox="1"/>
              <p:nvPr/>
            </p:nvSpPr>
            <p:spPr>
              <a:xfrm>
                <a:off x="3807792" y="1379257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A2</a:t>
                </a:r>
              </a:p>
            </p:txBody>
          </p:sp>
          <p:sp>
            <p:nvSpPr>
              <p:cNvPr id="514" name="Textfeld 513">
                <a:extLst>
                  <a:ext uri="{FF2B5EF4-FFF2-40B4-BE49-F238E27FC236}">
                    <a16:creationId xmlns:a16="http://schemas.microsoft.com/office/drawing/2014/main" id="{080A6C30-C211-BF20-EC43-9CF8B46D01ED}"/>
                  </a:ext>
                </a:extLst>
              </p:cNvPr>
              <p:cNvSpPr txBox="1"/>
              <p:nvPr/>
            </p:nvSpPr>
            <p:spPr>
              <a:xfrm>
                <a:off x="3802720" y="1562081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GND</a:t>
                </a:r>
              </a:p>
            </p:txBody>
          </p:sp>
          <p:sp>
            <p:nvSpPr>
              <p:cNvPr id="515" name="Textfeld 514">
                <a:extLst>
                  <a:ext uri="{FF2B5EF4-FFF2-40B4-BE49-F238E27FC236}">
                    <a16:creationId xmlns:a16="http://schemas.microsoft.com/office/drawing/2014/main" id="{D9E87D5A-5CD0-C8FB-C1F1-8125E2336DEA}"/>
                  </a:ext>
                </a:extLst>
              </p:cNvPr>
              <p:cNvSpPr txBox="1"/>
              <p:nvPr/>
            </p:nvSpPr>
            <p:spPr>
              <a:xfrm>
                <a:off x="3830889" y="1836296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A3</a:t>
                </a:r>
              </a:p>
            </p:txBody>
          </p:sp>
          <p:sp>
            <p:nvSpPr>
              <p:cNvPr id="516" name="Textfeld 515">
                <a:extLst>
                  <a:ext uri="{FF2B5EF4-FFF2-40B4-BE49-F238E27FC236}">
                    <a16:creationId xmlns:a16="http://schemas.microsoft.com/office/drawing/2014/main" id="{965B16FE-3BA6-55EA-E3F4-C583F1B937A0}"/>
                  </a:ext>
                </a:extLst>
              </p:cNvPr>
              <p:cNvSpPr txBox="1"/>
              <p:nvPr/>
            </p:nvSpPr>
            <p:spPr>
              <a:xfrm>
                <a:off x="3825817" y="2013024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GND</a:t>
                </a:r>
              </a:p>
            </p:txBody>
          </p:sp>
          <p:sp>
            <p:nvSpPr>
              <p:cNvPr id="517" name="Textfeld 516">
                <a:extLst>
                  <a:ext uri="{FF2B5EF4-FFF2-40B4-BE49-F238E27FC236}">
                    <a16:creationId xmlns:a16="http://schemas.microsoft.com/office/drawing/2014/main" id="{5DAF3558-60C8-0CB9-8576-83047EDA2F84}"/>
                  </a:ext>
                </a:extLst>
              </p:cNvPr>
              <p:cNvSpPr txBox="1"/>
              <p:nvPr/>
            </p:nvSpPr>
            <p:spPr>
              <a:xfrm>
                <a:off x="3828261" y="2189480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A4</a:t>
                </a:r>
              </a:p>
            </p:txBody>
          </p:sp>
          <p:sp>
            <p:nvSpPr>
              <p:cNvPr id="518" name="Textfeld 517">
                <a:extLst>
                  <a:ext uri="{FF2B5EF4-FFF2-40B4-BE49-F238E27FC236}">
                    <a16:creationId xmlns:a16="http://schemas.microsoft.com/office/drawing/2014/main" id="{B96D04E2-B4CE-7046-6C9B-5A1DB61B85B8}"/>
                  </a:ext>
                </a:extLst>
              </p:cNvPr>
              <p:cNvSpPr txBox="1"/>
              <p:nvPr/>
            </p:nvSpPr>
            <p:spPr>
              <a:xfrm>
                <a:off x="3823189" y="2372304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GND</a:t>
                </a:r>
              </a:p>
            </p:txBody>
          </p:sp>
          <p:sp>
            <p:nvSpPr>
              <p:cNvPr id="519" name="Textfeld 518">
                <a:extLst>
                  <a:ext uri="{FF2B5EF4-FFF2-40B4-BE49-F238E27FC236}">
                    <a16:creationId xmlns:a16="http://schemas.microsoft.com/office/drawing/2014/main" id="{A4A1EC8B-5041-43C9-FD76-D9494BE09C1D}"/>
                  </a:ext>
                </a:extLst>
              </p:cNvPr>
              <p:cNvSpPr txBox="1"/>
              <p:nvPr/>
            </p:nvSpPr>
            <p:spPr>
              <a:xfrm>
                <a:off x="3829473" y="2625649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A5</a:t>
                </a:r>
              </a:p>
            </p:txBody>
          </p:sp>
          <p:sp>
            <p:nvSpPr>
              <p:cNvPr id="520" name="Textfeld 519">
                <a:extLst>
                  <a:ext uri="{FF2B5EF4-FFF2-40B4-BE49-F238E27FC236}">
                    <a16:creationId xmlns:a16="http://schemas.microsoft.com/office/drawing/2014/main" id="{18B014CE-7F4D-15A5-AC52-1677E7721A02}"/>
                  </a:ext>
                </a:extLst>
              </p:cNvPr>
              <p:cNvSpPr txBox="1"/>
              <p:nvPr/>
            </p:nvSpPr>
            <p:spPr>
              <a:xfrm>
                <a:off x="3824401" y="2802377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GND</a:t>
                </a:r>
              </a:p>
            </p:txBody>
          </p:sp>
          <p:sp>
            <p:nvSpPr>
              <p:cNvPr id="521" name="Textfeld 520">
                <a:extLst>
                  <a:ext uri="{FF2B5EF4-FFF2-40B4-BE49-F238E27FC236}">
                    <a16:creationId xmlns:a16="http://schemas.microsoft.com/office/drawing/2014/main" id="{774568DB-8D84-02BF-D3D2-8E60A91EE306}"/>
                  </a:ext>
                </a:extLst>
              </p:cNvPr>
              <p:cNvSpPr txBox="1"/>
              <p:nvPr/>
            </p:nvSpPr>
            <p:spPr>
              <a:xfrm>
                <a:off x="3826845" y="2978833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A6</a:t>
                </a:r>
              </a:p>
            </p:txBody>
          </p:sp>
          <p:sp>
            <p:nvSpPr>
              <p:cNvPr id="522" name="Textfeld 521">
                <a:extLst>
                  <a:ext uri="{FF2B5EF4-FFF2-40B4-BE49-F238E27FC236}">
                    <a16:creationId xmlns:a16="http://schemas.microsoft.com/office/drawing/2014/main" id="{9EBF60D7-D445-8E23-E55B-F791FF9E6E25}"/>
                  </a:ext>
                </a:extLst>
              </p:cNvPr>
              <p:cNvSpPr txBox="1"/>
              <p:nvPr/>
            </p:nvSpPr>
            <p:spPr>
              <a:xfrm>
                <a:off x="3821773" y="3161657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GND</a:t>
                </a:r>
              </a:p>
            </p:txBody>
          </p:sp>
          <p:sp>
            <p:nvSpPr>
              <p:cNvPr id="523" name="Textfeld 522">
                <a:extLst>
                  <a:ext uri="{FF2B5EF4-FFF2-40B4-BE49-F238E27FC236}">
                    <a16:creationId xmlns:a16="http://schemas.microsoft.com/office/drawing/2014/main" id="{C1DB5D1C-2594-9142-DD90-84B8A881F750}"/>
                  </a:ext>
                </a:extLst>
              </p:cNvPr>
              <p:cNvSpPr txBox="1"/>
              <p:nvPr/>
            </p:nvSpPr>
            <p:spPr>
              <a:xfrm>
                <a:off x="765073" y="1026203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M1</a:t>
                </a:r>
              </a:p>
            </p:txBody>
          </p:sp>
          <p:sp>
            <p:nvSpPr>
              <p:cNvPr id="524" name="Textfeld 523">
                <a:extLst>
                  <a:ext uri="{FF2B5EF4-FFF2-40B4-BE49-F238E27FC236}">
                    <a16:creationId xmlns:a16="http://schemas.microsoft.com/office/drawing/2014/main" id="{00737F21-B513-16FD-6AF4-C5C8F804B67A}"/>
                  </a:ext>
                </a:extLst>
              </p:cNvPr>
              <p:cNvSpPr txBox="1"/>
              <p:nvPr/>
            </p:nvSpPr>
            <p:spPr>
              <a:xfrm>
                <a:off x="765073" y="1202931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M1</a:t>
                </a:r>
              </a:p>
            </p:txBody>
          </p:sp>
          <p:sp>
            <p:nvSpPr>
              <p:cNvPr id="525" name="Textfeld 524">
                <a:extLst>
                  <a:ext uri="{FF2B5EF4-FFF2-40B4-BE49-F238E27FC236}">
                    <a16:creationId xmlns:a16="http://schemas.microsoft.com/office/drawing/2014/main" id="{1CB542DC-A4D8-B130-1BE4-7AE4041AC2B2}"/>
                  </a:ext>
                </a:extLst>
              </p:cNvPr>
              <p:cNvSpPr txBox="1"/>
              <p:nvPr/>
            </p:nvSpPr>
            <p:spPr>
              <a:xfrm>
                <a:off x="765073" y="1379387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M2</a:t>
                </a:r>
              </a:p>
            </p:txBody>
          </p:sp>
          <p:sp>
            <p:nvSpPr>
              <p:cNvPr id="526" name="Textfeld 525">
                <a:extLst>
                  <a:ext uri="{FF2B5EF4-FFF2-40B4-BE49-F238E27FC236}">
                    <a16:creationId xmlns:a16="http://schemas.microsoft.com/office/drawing/2014/main" id="{F0BBE162-F3D5-553D-BE10-F08477B9DDED}"/>
                  </a:ext>
                </a:extLst>
              </p:cNvPr>
              <p:cNvSpPr txBox="1"/>
              <p:nvPr/>
            </p:nvSpPr>
            <p:spPr>
              <a:xfrm>
                <a:off x="765073" y="1562211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M2</a:t>
                </a:r>
              </a:p>
            </p:txBody>
          </p:sp>
          <p:sp>
            <p:nvSpPr>
              <p:cNvPr id="527" name="Textfeld 526">
                <a:extLst>
                  <a:ext uri="{FF2B5EF4-FFF2-40B4-BE49-F238E27FC236}">
                    <a16:creationId xmlns:a16="http://schemas.microsoft.com/office/drawing/2014/main" id="{09FDA5AB-7045-8716-34A3-C1D960A66386}"/>
                  </a:ext>
                </a:extLst>
              </p:cNvPr>
              <p:cNvSpPr txBox="1"/>
              <p:nvPr/>
            </p:nvSpPr>
            <p:spPr>
              <a:xfrm>
                <a:off x="502682" y="2199710"/>
                <a:ext cx="6555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RS485B</a:t>
                </a:r>
              </a:p>
            </p:txBody>
          </p:sp>
          <p:sp>
            <p:nvSpPr>
              <p:cNvPr id="528" name="Textfeld 527">
                <a:extLst>
                  <a:ext uri="{FF2B5EF4-FFF2-40B4-BE49-F238E27FC236}">
                    <a16:creationId xmlns:a16="http://schemas.microsoft.com/office/drawing/2014/main" id="{8E8A31AB-7876-0011-AFA6-FA06113004BB}"/>
                  </a:ext>
                </a:extLst>
              </p:cNvPr>
              <p:cNvSpPr txBox="1"/>
              <p:nvPr/>
            </p:nvSpPr>
            <p:spPr>
              <a:xfrm>
                <a:off x="496270" y="2376438"/>
                <a:ext cx="6619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RS485A</a:t>
                </a:r>
              </a:p>
            </p:txBody>
          </p:sp>
          <p:sp>
            <p:nvSpPr>
              <p:cNvPr id="529" name="Textfeld 528">
                <a:extLst>
                  <a:ext uri="{FF2B5EF4-FFF2-40B4-BE49-F238E27FC236}">
                    <a16:creationId xmlns:a16="http://schemas.microsoft.com/office/drawing/2014/main" id="{AECAAD2B-ED16-17B8-C00F-3FF398ADED17}"/>
                  </a:ext>
                </a:extLst>
              </p:cNvPr>
              <p:cNvSpPr txBox="1"/>
              <p:nvPr/>
            </p:nvSpPr>
            <p:spPr>
              <a:xfrm>
                <a:off x="502682" y="2552894"/>
                <a:ext cx="6555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RS485B</a:t>
                </a:r>
              </a:p>
            </p:txBody>
          </p:sp>
          <p:sp>
            <p:nvSpPr>
              <p:cNvPr id="530" name="Textfeld 529">
                <a:extLst>
                  <a:ext uri="{FF2B5EF4-FFF2-40B4-BE49-F238E27FC236}">
                    <a16:creationId xmlns:a16="http://schemas.microsoft.com/office/drawing/2014/main" id="{36002A97-19EB-C921-7D72-A0C67D74B17C}"/>
                  </a:ext>
                </a:extLst>
              </p:cNvPr>
              <p:cNvSpPr txBox="1"/>
              <p:nvPr/>
            </p:nvSpPr>
            <p:spPr>
              <a:xfrm>
                <a:off x="496270" y="2735718"/>
                <a:ext cx="6619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RS485A</a:t>
                </a:r>
              </a:p>
            </p:txBody>
          </p:sp>
          <p:sp>
            <p:nvSpPr>
              <p:cNvPr id="531" name="Textfeld 530">
                <a:extLst>
                  <a:ext uri="{FF2B5EF4-FFF2-40B4-BE49-F238E27FC236}">
                    <a16:creationId xmlns:a16="http://schemas.microsoft.com/office/drawing/2014/main" id="{524AA369-FEFC-36B2-6EB4-57DC8ED01718}"/>
                  </a:ext>
                </a:extLst>
              </p:cNvPr>
              <p:cNvSpPr txBox="1"/>
              <p:nvPr/>
            </p:nvSpPr>
            <p:spPr>
              <a:xfrm>
                <a:off x="591231" y="1782037"/>
                <a:ext cx="5733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ftPixel</a:t>
                </a:r>
              </a:p>
            </p:txBody>
          </p:sp>
          <p:sp>
            <p:nvSpPr>
              <p:cNvPr id="532" name="Textfeld 531">
                <a:extLst>
                  <a:ext uri="{FF2B5EF4-FFF2-40B4-BE49-F238E27FC236}">
                    <a16:creationId xmlns:a16="http://schemas.microsoft.com/office/drawing/2014/main" id="{C093E28A-BEB7-057C-049B-55082FD518CD}"/>
                  </a:ext>
                </a:extLst>
              </p:cNvPr>
              <p:cNvSpPr txBox="1"/>
              <p:nvPr/>
            </p:nvSpPr>
            <p:spPr>
              <a:xfrm>
                <a:off x="688181" y="1964861"/>
                <a:ext cx="4764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GND</a:t>
                </a:r>
              </a:p>
            </p:txBody>
          </p:sp>
          <p:sp>
            <p:nvSpPr>
              <p:cNvPr id="533" name="Textfeld 532">
                <a:extLst>
                  <a:ext uri="{FF2B5EF4-FFF2-40B4-BE49-F238E27FC236}">
                    <a16:creationId xmlns:a16="http://schemas.microsoft.com/office/drawing/2014/main" id="{A1A89C10-8921-72FD-323D-74E658B33FC9}"/>
                  </a:ext>
                </a:extLst>
              </p:cNvPr>
              <p:cNvSpPr txBox="1"/>
              <p:nvPr/>
            </p:nvSpPr>
            <p:spPr>
              <a:xfrm>
                <a:off x="674744" y="2952708"/>
                <a:ext cx="47641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GND</a:t>
                </a:r>
              </a:p>
            </p:txBody>
          </p:sp>
          <p:sp>
            <p:nvSpPr>
              <p:cNvPr id="534" name="Textfeld 533">
                <a:extLst>
                  <a:ext uri="{FF2B5EF4-FFF2-40B4-BE49-F238E27FC236}">
                    <a16:creationId xmlns:a16="http://schemas.microsoft.com/office/drawing/2014/main" id="{D06FB4DB-3EC0-4CDD-3FD0-35B9748A685D}"/>
                  </a:ext>
                </a:extLst>
              </p:cNvPr>
              <p:cNvSpPr txBox="1"/>
              <p:nvPr/>
            </p:nvSpPr>
            <p:spPr>
              <a:xfrm>
                <a:off x="801381" y="3135532"/>
                <a:ext cx="349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9V</a:t>
                </a:r>
              </a:p>
            </p:txBody>
          </p:sp>
          <p:sp>
            <p:nvSpPr>
              <p:cNvPr id="535" name="Textfeld 534">
                <a:extLst>
                  <a:ext uri="{FF2B5EF4-FFF2-40B4-BE49-F238E27FC236}">
                    <a16:creationId xmlns:a16="http://schemas.microsoft.com/office/drawing/2014/main" id="{B4CDF15C-D3A5-44C8-FFB3-C218F9AD2719}"/>
                  </a:ext>
                </a:extLst>
              </p:cNvPr>
              <p:cNvSpPr txBox="1"/>
              <p:nvPr/>
            </p:nvSpPr>
            <p:spPr>
              <a:xfrm>
                <a:off x="2209477" y="884719"/>
                <a:ext cx="563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RESET</a:t>
                </a:r>
              </a:p>
            </p:txBody>
          </p:sp>
          <p:sp>
            <p:nvSpPr>
              <p:cNvPr id="536" name="Textfeld 535">
                <a:extLst>
                  <a:ext uri="{FF2B5EF4-FFF2-40B4-BE49-F238E27FC236}">
                    <a16:creationId xmlns:a16="http://schemas.microsoft.com/office/drawing/2014/main" id="{E015B082-05CB-A53A-B3B5-8F3128DF3CF1}"/>
                  </a:ext>
                </a:extLst>
              </p:cNvPr>
              <p:cNvSpPr txBox="1"/>
              <p:nvPr/>
            </p:nvSpPr>
            <p:spPr>
              <a:xfrm>
                <a:off x="2742716" y="1095739"/>
                <a:ext cx="4972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LED1</a:t>
                </a:r>
              </a:p>
            </p:txBody>
          </p:sp>
          <p:sp>
            <p:nvSpPr>
              <p:cNvPr id="537" name="Textfeld 536">
                <a:extLst>
                  <a:ext uri="{FF2B5EF4-FFF2-40B4-BE49-F238E27FC236}">
                    <a16:creationId xmlns:a16="http://schemas.microsoft.com/office/drawing/2014/main" id="{78FC3D10-0AE9-BE49-BE6D-119084BE93FE}"/>
                  </a:ext>
                </a:extLst>
              </p:cNvPr>
              <p:cNvSpPr txBox="1"/>
              <p:nvPr/>
            </p:nvSpPr>
            <p:spPr>
              <a:xfrm>
                <a:off x="1731314" y="1089253"/>
                <a:ext cx="49725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LED2</a:t>
                </a:r>
              </a:p>
            </p:txBody>
          </p:sp>
          <p:sp>
            <p:nvSpPr>
              <p:cNvPr id="538" name="Textfeld 537">
                <a:extLst>
                  <a:ext uri="{FF2B5EF4-FFF2-40B4-BE49-F238E27FC236}">
                    <a16:creationId xmlns:a16="http://schemas.microsoft.com/office/drawing/2014/main" id="{735008A0-3ADB-622E-551E-3A2690DC6754}"/>
                  </a:ext>
                </a:extLst>
              </p:cNvPr>
              <p:cNvSpPr txBox="1"/>
              <p:nvPr/>
            </p:nvSpPr>
            <p:spPr>
              <a:xfrm>
                <a:off x="1656360" y="1865568"/>
                <a:ext cx="7925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Extension</a:t>
                </a:r>
              </a:p>
            </p:txBody>
          </p:sp>
          <p:sp>
            <p:nvSpPr>
              <p:cNvPr id="539" name="Textfeld 538">
                <a:extLst>
                  <a:ext uri="{FF2B5EF4-FFF2-40B4-BE49-F238E27FC236}">
                    <a16:creationId xmlns:a16="http://schemas.microsoft.com/office/drawing/2014/main" id="{35081632-7ACF-1D29-511F-46AA3018C8D0}"/>
                  </a:ext>
                </a:extLst>
              </p:cNvPr>
              <p:cNvSpPr txBox="1"/>
              <p:nvPr/>
            </p:nvSpPr>
            <p:spPr>
              <a:xfrm>
                <a:off x="1678888" y="2660152"/>
                <a:ext cx="5357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Servo</a:t>
                </a:r>
              </a:p>
            </p:txBody>
          </p:sp>
          <p:sp>
            <p:nvSpPr>
              <p:cNvPr id="540" name="Textfeld 539">
                <a:extLst>
                  <a:ext uri="{FF2B5EF4-FFF2-40B4-BE49-F238E27FC236}">
                    <a16:creationId xmlns:a16="http://schemas.microsoft.com/office/drawing/2014/main" id="{7D229334-1563-A2BB-C8C1-FD07B698214E}"/>
                  </a:ext>
                </a:extLst>
              </p:cNvPr>
              <p:cNvSpPr txBox="1"/>
              <p:nvPr/>
            </p:nvSpPr>
            <p:spPr>
              <a:xfrm rot="16200000">
                <a:off x="2224041" y="2397052"/>
                <a:ext cx="57214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RS485</a:t>
                </a:r>
              </a:p>
            </p:txBody>
          </p:sp>
          <p:sp>
            <p:nvSpPr>
              <p:cNvPr id="541" name="Rechteck: abgerundete Ecken 540">
                <a:extLst>
                  <a:ext uri="{FF2B5EF4-FFF2-40B4-BE49-F238E27FC236}">
                    <a16:creationId xmlns:a16="http://schemas.microsoft.com/office/drawing/2014/main" id="{4CD09EB4-DDEA-C3CD-F666-BA2DBC0857CC}"/>
                  </a:ext>
                </a:extLst>
              </p:cNvPr>
              <p:cNvSpPr/>
              <p:nvPr/>
            </p:nvSpPr>
            <p:spPr>
              <a:xfrm>
                <a:off x="3210230" y="1633833"/>
                <a:ext cx="90000" cy="162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42" name="Rechteck: abgerundete Ecken 541">
                <a:extLst>
                  <a:ext uri="{FF2B5EF4-FFF2-40B4-BE49-F238E27FC236}">
                    <a16:creationId xmlns:a16="http://schemas.microsoft.com/office/drawing/2014/main" id="{BB43041A-F864-A669-1494-5EF64C3042E6}"/>
                  </a:ext>
                </a:extLst>
              </p:cNvPr>
              <p:cNvSpPr/>
              <p:nvPr/>
            </p:nvSpPr>
            <p:spPr>
              <a:xfrm>
                <a:off x="3024886" y="1633833"/>
                <a:ext cx="90000" cy="162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43" name="Rechteck: abgerundete Ecken 542">
                <a:extLst>
                  <a:ext uri="{FF2B5EF4-FFF2-40B4-BE49-F238E27FC236}">
                    <a16:creationId xmlns:a16="http://schemas.microsoft.com/office/drawing/2014/main" id="{9B903257-06B9-9A81-5BB3-7C68E7C2D53A}"/>
                  </a:ext>
                </a:extLst>
              </p:cNvPr>
              <p:cNvSpPr/>
              <p:nvPr/>
            </p:nvSpPr>
            <p:spPr>
              <a:xfrm>
                <a:off x="2839541" y="1633833"/>
                <a:ext cx="90000" cy="162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44" name="Rechteck: abgerundete Ecken 543">
                <a:extLst>
                  <a:ext uri="{FF2B5EF4-FFF2-40B4-BE49-F238E27FC236}">
                    <a16:creationId xmlns:a16="http://schemas.microsoft.com/office/drawing/2014/main" id="{750575F1-A581-3CE1-B8B9-DD0499E4C13E}"/>
                  </a:ext>
                </a:extLst>
              </p:cNvPr>
              <p:cNvSpPr/>
              <p:nvPr/>
            </p:nvSpPr>
            <p:spPr>
              <a:xfrm>
                <a:off x="2654196" y="1636911"/>
                <a:ext cx="90000" cy="1620000"/>
              </a:xfrm>
              <a:prstGeom prst="round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45" name="Textfeld 544">
                <a:extLst>
                  <a:ext uri="{FF2B5EF4-FFF2-40B4-BE49-F238E27FC236}">
                    <a16:creationId xmlns:a16="http://schemas.microsoft.com/office/drawing/2014/main" id="{523123BF-E02D-587E-6236-C411FCCDA93C}"/>
                  </a:ext>
                </a:extLst>
              </p:cNvPr>
              <p:cNvSpPr txBox="1"/>
              <p:nvPr/>
            </p:nvSpPr>
            <p:spPr>
              <a:xfrm>
                <a:off x="1678888" y="3513946"/>
                <a:ext cx="6374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 dirty="0"/>
                  <a:t>USB</a:t>
                </a:r>
              </a:p>
            </p:txBody>
          </p:sp>
          <p:grpSp>
            <p:nvGrpSpPr>
              <p:cNvPr id="546" name="Gruppieren 545">
                <a:extLst>
                  <a:ext uri="{FF2B5EF4-FFF2-40B4-BE49-F238E27FC236}">
                    <a16:creationId xmlns:a16="http://schemas.microsoft.com/office/drawing/2014/main" id="{ED59E4E7-491C-3AC4-F638-14AEB96C658F}"/>
                  </a:ext>
                </a:extLst>
              </p:cNvPr>
              <p:cNvGrpSpPr/>
              <p:nvPr/>
            </p:nvGrpSpPr>
            <p:grpSpPr>
              <a:xfrm>
                <a:off x="1479908" y="4601018"/>
                <a:ext cx="720000" cy="180000"/>
                <a:chOff x="7869855" y="3395684"/>
                <a:chExt cx="720000" cy="180000"/>
              </a:xfrm>
            </p:grpSpPr>
            <p:sp>
              <p:nvSpPr>
                <p:cNvPr id="612" name="Rechteck 611">
                  <a:extLst>
                    <a:ext uri="{FF2B5EF4-FFF2-40B4-BE49-F238E27FC236}">
                      <a16:creationId xmlns:a16="http://schemas.microsoft.com/office/drawing/2014/main" id="{B312A1F3-2A4B-1F0B-554B-1D24BC335F53}"/>
                    </a:ext>
                  </a:extLst>
                </p:cNvPr>
                <p:cNvSpPr/>
                <p:nvPr/>
              </p:nvSpPr>
              <p:spPr>
                <a:xfrm>
                  <a:off x="7869855" y="3395684"/>
                  <a:ext cx="720000" cy="18000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13" name="Rechteck 612">
                  <a:extLst>
                    <a:ext uri="{FF2B5EF4-FFF2-40B4-BE49-F238E27FC236}">
                      <a16:creationId xmlns:a16="http://schemas.microsoft.com/office/drawing/2014/main" id="{B7E566DB-B526-BDEB-FEDC-EAF387F70AA7}"/>
                    </a:ext>
                  </a:extLst>
                </p:cNvPr>
                <p:cNvSpPr/>
                <p:nvPr/>
              </p:nvSpPr>
              <p:spPr>
                <a:xfrm>
                  <a:off x="7914640" y="3426589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14" name="Rechteck 613">
                  <a:extLst>
                    <a:ext uri="{FF2B5EF4-FFF2-40B4-BE49-F238E27FC236}">
                      <a16:creationId xmlns:a16="http://schemas.microsoft.com/office/drawing/2014/main" id="{142B69E0-7720-471C-1A26-B003C93B5937}"/>
                    </a:ext>
                  </a:extLst>
                </p:cNvPr>
                <p:cNvSpPr/>
                <p:nvPr/>
              </p:nvSpPr>
              <p:spPr>
                <a:xfrm>
                  <a:off x="8094238" y="3426589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15" name="Rechteck 614">
                  <a:extLst>
                    <a:ext uri="{FF2B5EF4-FFF2-40B4-BE49-F238E27FC236}">
                      <a16:creationId xmlns:a16="http://schemas.microsoft.com/office/drawing/2014/main" id="{BDCB7D9E-247F-E2A5-661B-5A1B05757581}"/>
                    </a:ext>
                  </a:extLst>
                </p:cNvPr>
                <p:cNvSpPr/>
                <p:nvPr/>
              </p:nvSpPr>
              <p:spPr>
                <a:xfrm>
                  <a:off x="8273836" y="3426589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16" name="Rechteck 615">
                  <a:extLst>
                    <a:ext uri="{FF2B5EF4-FFF2-40B4-BE49-F238E27FC236}">
                      <a16:creationId xmlns:a16="http://schemas.microsoft.com/office/drawing/2014/main" id="{8C31F328-F9AB-2589-84EC-931F03FCAEE0}"/>
                    </a:ext>
                  </a:extLst>
                </p:cNvPr>
                <p:cNvSpPr/>
                <p:nvPr/>
              </p:nvSpPr>
              <p:spPr>
                <a:xfrm>
                  <a:off x="8453433" y="3431244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547" name="Textfeld 546">
                <a:extLst>
                  <a:ext uri="{FF2B5EF4-FFF2-40B4-BE49-F238E27FC236}">
                    <a16:creationId xmlns:a16="http://schemas.microsoft.com/office/drawing/2014/main" id="{89A670E4-D1B1-8CCB-D1EA-CC032AD6CFED}"/>
                  </a:ext>
                </a:extLst>
              </p:cNvPr>
              <p:cNvSpPr txBox="1"/>
              <p:nvPr/>
            </p:nvSpPr>
            <p:spPr>
              <a:xfrm rot="16200000">
                <a:off x="1303018" y="4264876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GND</a:t>
                </a:r>
              </a:p>
            </p:txBody>
          </p:sp>
          <p:sp>
            <p:nvSpPr>
              <p:cNvPr id="548" name="Textfeld 547">
                <a:extLst>
                  <a:ext uri="{FF2B5EF4-FFF2-40B4-BE49-F238E27FC236}">
                    <a16:creationId xmlns:a16="http://schemas.microsoft.com/office/drawing/2014/main" id="{951B0516-F182-B641-7BFB-86AEA7490F24}"/>
                  </a:ext>
                </a:extLst>
              </p:cNvPr>
              <p:cNvSpPr txBox="1"/>
              <p:nvPr/>
            </p:nvSpPr>
            <p:spPr>
              <a:xfrm rot="16200000">
                <a:off x="1535048" y="4277067"/>
                <a:ext cx="4315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SDC</a:t>
                </a:r>
              </a:p>
            </p:txBody>
          </p:sp>
          <p:sp>
            <p:nvSpPr>
              <p:cNvPr id="549" name="Textfeld 548">
                <a:extLst>
                  <a:ext uri="{FF2B5EF4-FFF2-40B4-BE49-F238E27FC236}">
                    <a16:creationId xmlns:a16="http://schemas.microsoft.com/office/drawing/2014/main" id="{C182CF35-EC8B-4634-899A-604EE3B72967}"/>
                  </a:ext>
                </a:extLst>
              </p:cNvPr>
              <p:cNvSpPr txBox="1"/>
              <p:nvPr/>
            </p:nvSpPr>
            <p:spPr>
              <a:xfrm rot="16200000">
                <a:off x="1704240" y="4270971"/>
                <a:ext cx="43729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SDA</a:t>
                </a:r>
              </a:p>
            </p:txBody>
          </p:sp>
          <p:sp>
            <p:nvSpPr>
              <p:cNvPr id="550" name="Textfeld 549">
                <a:extLst>
                  <a:ext uri="{FF2B5EF4-FFF2-40B4-BE49-F238E27FC236}">
                    <a16:creationId xmlns:a16="http://schemas.microsoft.com/office/drawing/2014/main" id="{CBB3DF3A-2DFA-E690-DA37-9920D55F5387}"/>
                  </a:ext>
                </a:extLst>
              </p:cNvPr>
              <p:cNvSpPr txBox="1"/>
              <p:nvPr/>
            </p:nvSpPr>
            <p:spPr>
              <a:xfrm rot="16200000">
                <a:off x="1874335" y="4258747"/>
                <a:ext cx="4667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3.3V</a:t>
                </a:r>
              </a:p>
            </p:txBody>
          </p:sp>
          <p:sp>
            <p:nvSpPr>
              <p:cNvPr id="551" name="Textfeld 550">
                <a:extLst>
                  <a:ext uri="{FF2B5EF4-FFF2-40B4-BE49-F238E27FC236}">
                    <a16:creationId xmlns:a16="http://schemas.microsoft.com/office/drawing/2014/main" id="{F5E88D89-4A22-9A6C-C0FE-D43A5532C0ED}"/>
                  </a:ext>
                </a:extLst>
              </p:cNvPr>
              <p:cNvSpPr txBox="1"/>
              <p:nvPr/>
            </p:nvSpPr>
            <p:spPr>
              <a:xfrm>
                <a:off x="723503" y="4548372"/>
                <a:ext cx="7925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Extension</a:t>
                </a:r>
              </a:p>
            </p:txBody>
          </p:sp>
          <p:grpSp>
            <p:nvGrpSpPr>
              <p:cNvPr id="552" name="Gruppieren 551">
                <a:extLst>
                  <a:ext uri="{FF2B5EF4-FFF2-40B4-BE49-F238E27FC236}">
                    <a16:creationId xmlns:a16="http://schemas.microsoft.com/office/drawing/2014/main" id="{F011E93B-295D-72E3-ACC3-1632021659BF}"/>
                  </a:ext>
                </a:extLst>
              </p:cNvPr>
              <p:cNvGrpSpPr/>
              <p:nvPr/>
            </p:nvGrpSpPr>
            <p:grpSpPr>
              <a:xfrm>
                <a:off x="2963796" y="4507833"/>
                <a:ext cx="547705" cy="358075"/>
                <a:chOff x="7869855" y="3649929"/>
                <a:chExt cx="547705" cy="358075"/>
              </a:xfrm>
            </p:grpSpPr>
            <p:grpSp>
              <p:nvGrpSpPr>
                <p:cNvPr id="602" name="Gruppieren 601">
                  <a:extLst>
                    <a:ext uri="{FF2B5EF4-FFF2-40B4-BE49-F238E27FC236}">
                      <a16:creationId xmlns:a16="http://schemas.microsoft.com/office/drawing/2014/main" id="{52E7C654-8451-F386-D7D0-34EC3BEC854D}"/>
                    </a:ext>
                  </a:extLst>
                </p:cNvPr>
                <p:cNvGrpSpPr/>
                <p:nvPr/>
              </p:nvGrpSpPr>
              <p:grpSpPr>
                <a:xfrm>
                  <a:off x="7869855" y="3649929"/>
                  <a:ext cx="547705" cy="180000"/>
                  <a:chOff x="7869855" y="3649929"/>
                  <a:chExt cx="547705" cy="180000"/>
                </a:xfrm>
              </p:grpSpPr>
              <p:sp>
                <p:nvSpPr>
                  <p:cNvPr id="608" name="Rechteck 607">
                    <a:extLst>
                      <a:ext uri="{FF2B5EF4-FFF2-40B4-BE49-F238E27FC236}">
                        <a16:creationId xmlns:a16="http://schemas.microsoft.com/office/drawing/2014/main" id="{C1962EB8-E2C5-1CC3-07B3-786FCAA81BDC}"/>
                      </a:ext>
                    </a:extLst>
                  </p:cNvPr>
                  <p:cNvSpPr/>
                  <p:nvPr/>
                </p:nvSpPr>
                <p:spPr>
                  <a:xfrm>
                    <a:off x="7869855" y="3649929"/>
                    <a:ext cx="547705" cy="180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09" name="Rechteck 608">
                    <a:extLst>
                      <a:ext uri="{FF2B5EF4-FFF2-40B4-BE49-F238E27FC236}">
                        <a16:creationId xmlns:a16="http://schemas.microsoft.com/office/drawing/2014/main" id="{55B5E971-2333-9301-F6A5-26C0ED4CFC2A}"/>
                      </a:ext>
                    </a:extLst>
                  </p:cNvPr>
                  <p:cNvSpPr/>
                  <p:nvPr/>
                </p:nvSpPr>
                <p:spPr>
                  <a:xfrm>
                    <a:off x="7914640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10" name="Rechteck 609">
                    <a:extLst>
                      <a:ext uri="{FF2B5EF4-FFF2-40B4-BE49-F238E27FC236}">
                        <a16:creationId xmlns:a16="http://schemas.microsoft.com/office/drawing/2014/main" id="{93344A2B-67F2-9659-5816-A943F2843619}"/>
                      </a:ext>
                    </a:extLst>
                  </p:cNvPr>
                  <p:cNvSpPr/>
                  <p:nvPr/>
                </p:nvSpPr>
                <p:spPr>
                  <a:xfrm>
                    <a:off x="8094238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11" name="Rechteck 610">
                    <a:extLst>
                      <a:ext uri="{FF2B5EF4-FFF2-40B4-BE49-F238E27FC236}">
                        <a16:creationId xmlns:a16="http://schemas.microsoft.com/office/drawing/2014/main" id="{CEC0C771-63E0-6595-0CE4-2AA5BBFBAC9F}"/>
                      </a:ext>
                    </a:extLst>
                  </p:cNvPr>
                  <p:cNvSpPr/>
                  <p:nvPr/>
                </p:nvSpPr>
                <p:spPr>
                  <a:xfrm>
                    <a:off x="8273836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603" name="Gruppieren 602">
                  <a:extLst>
                    <a:ext uri="{FF2B5EF4-FFF2-40B4-BE49-F238E27FC236}">
                      <a16:creationId xmlns:a16="http://schemas.microsoft.com/office/drawing/2014/main" id="{DAFBAB06-2052-64E6-C3B8-16E9BE8CCBA5}"/>
                    </a:ext>
                  </a:extLst>
                </p:cNvPr>
                <p:cNvGrpSpPr/>
                <p:nvPr/>
              </p:nvGrpSpPr>
              <p:grpSpPr>
                <a:xfrm>
                  <a:off x="7869855" y="3828004"/>
                  <a:ext cx="547705" cy="180000"/>
                  <a:chOff x="7869855" y="3649929"/>
                  <a:chExt cx="547705" cy="180000"/>
                </a:xfrm>
              </p:grpSpPr>
              <p:sp>
                <p:nvSpPr>
                  <p:cNvPr id="604" name="Rechteck 603">
                    <a:extLst>
                      <a:ext uri="{FF2B5EF4-FFF2-40B4-BE49-F238E27FC236}">
                        <a16:creationId xmlns:a16="http://schemas.microsoft.com/office/drawing/2014/main" id="{F5CA25DC-7DE5-9996-123F-FB4D0F5764A5}"/>
                      </a:ext>
                    </a:extLst>
                  </p:cNvPr>
                  <p:cNvSpPr/>
                  <p:nvPr/>
                </p:nvSpPr>
                <p:spPr>
                  <a:xfrm>
                    <a:off x="7869855" y="3649929"/>
                    <a:ext cx="547705" cy="180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05" name="Rechteck 604">
                    <a:extLst>
                      <a:ext uri="{FF2B5EF4-FFF2-40B4-BE49-F238E27FC236}">
                        <a16:creationId xmlns:a16="http://schemas.microsoft.com/office/drawing/2014/main" id="{467F67C3-6C1E-F0A3-0409-1A387045ADAD}"/>
                      </a:ext>
                    </a:extLst>
                  </p:cNvPr>
                  <p:cNvSpPr/>
                  <p:nvPr/>
                </p:nvSpPr>
                <p:spPr>
                  <a:xfrm>
                    <a:off x="7914640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06" name="Rechteck 605">
                    <a:extLst>
                      <a:ext uri="{FF2B5EF4-FFF2-40B4-BE49-F238E27FC236}">
                        <a16:creationId xmlns:a16="http://schemas.microsoft.com/office/drawing/2014/main" id="{73A8B17F-443F-B30B-02EA-AF25D40BD784}"/>
                      </a:ext>
                    </a:extLst>
                  </p:cNvPr>
                  <p:cNvSpPr/>
                  <p:nvPr/>
                </p:nvSpPr>
                <p:spPr>
                  <a:xfrm>
                    <a:off x="8094238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07" name="Rechteck 606">
                    <a:extLst>
                      <a:ext uri="{FF2B5EF4-FFF2-40B4-BE49-F238E27FC236}">
                        <a16:creationId xmlns:a16="http://schemas.microsoft.com/office/drawing/2014/main" id="{0BFC8428-4486-BC2B-978A-F97D403C4B4D}"/>
                      </a:ext>
                    </a:extLst>
                  </p:cNvPr>
                  <p:cNvSpPr/>
                  <p:nvPr/>
                </p:nvSpPr>
                <p:spPr>
                  <a:xfrm>
                    <a:off x="8273836" y="368083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</p:grpSp>
          <p:sp>
            <p:nvSpPr>
              <p:cNvPr id="553" name="Textfeld 552">
                <a:extLst>
                  <a:ext uri="{FF2B5EF4-FFF2-40B4-BE49-F238E27FC236}">
                    <a16:creationId xmlns:a16="http://schemas.microsoft.com/office/drawing/2014/main" id="{F7DA13D6-9A76-B333-AA43-84BB9EE85656}"/>
                  </a:ext>
                </a:extLst>
              </p:cNvPr>
              <p:cNvSpPr txBox="1"/>
              <p:nvPr/>
            </p:nvSpPr>
            <p:spPr>
              <a:xfrm rot="16200000">
                <a:off x="2793140" y="4189600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GND</a:t>
                </a:r>
              </a:p>
            </p:txBody>
          </p:sp>
          <p:sp>
            <p:nvSpPr>
              <p:cNvPr id="554" name="Textfeld 553">
                <a:extLst>
                  <a:ext uri="{FF2B5EF4-FFF2-40B4-BE49-F238E27FC236}">
                    <a16:creationId xmlns:a16="http://schemas.microsoft.com/office/drawing/2014/main" id="{29044B50-12C1-EC81-1931-A1EC25BAFEDF}"/>
                  </a:ext>
                </a:extLst>
              </p:cNvPr>
              <p:cNvSpPr txBox="1"/>
              <p:nvPr/>
            </p:nvSpPr>
            <p:spPr>
              <a:xfrm rot="16200000">
                <a:off x="3059011" y="4244158"/>
                <a:ext cx="349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5V</a:t>
                </a:r>
              </a:p>
            </p:txBody>
          </p:sp>
          <p:sp>
            <p:nvSpPr>
              <p:cNvPr id="555" name="Textfeld 554">
                <a:extLst>
                  <a:ext uri="{FF2B5EF4-FFF2-40B4-BE49-F238E27FC236}">
                    <a16:creationId xmlns:a16="http://schemas.microsoft.com/office/drawing/2014/main" id="{4862A6D9-9B34-80BE-0272-F3077C9F3419}"/>
                  </a:ext>
                </a:extLst>
              </p:cNvPr>
              <p:cNvSpPr txBox="1"/>
              <p:nvPr/>
            </p:nvSpPr>
            <p:spPr>
              <a:xfrm rot="16200000">
                <a:off x="3105876" y="4114769"/>
                <a:ext cx="6142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Servo2</a:t>
                </a:r>
              </a:p>
            </p:txBody>
          </p:sp>
          <p:sp>
            <p:nvSpPr>
              <p:cNvPr id="556" name="Textfeld 555">
                <a:extLst>
                  <a:ext uri="{FF2B5EF4-FFF2-40B4-BE49-F238E27FC236}">
                    <a16:creationId xmlns:a16="http://schemas.microsoft.com/office/drawing/2014/main" id="{A1CE5141-4931-DD27-80CB-8D9E397FF7F0}"/>
                  </a:ext>
                </a:extLst>
              </p:cNvPr>
              <p:cNvSpPr txBox="1"/>
              <p:nvPr/>
            </p:nvSpPr>
            <p:spPr>
              <a:xfrm rot="16200000">
                <a:off x="2798247" y="4907501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GND</a:t>
                </a:r>
              </a:p>
            </p:txBody>
          </p:sp>
          <p:sp>
            <p:nvSpPr>
              <p:cNvPr id="557" name="Textfeld 556">
                <a:extLst>
                  <a:ext uri="{FF2B5EF4-FFF2-40B4-BE49-F238E27FC236}">
                    <a16:creationId xmlns:a16="http://schemas.microsoft.com/office/drawing/2014/main" id="{551FACDF-E536-AD72-BE50-525DF2DF03BF}"/>
                  </a:ext>
                </a:extLst>
              </p:cNvPr>
              <p:cNvSpPr txBox="1"/>
              <p:nvPr/>
            </p:nvSpPr>
            <p:spPr>
              <a:xfrm rot="16200000">
                <a:off x="3064118" y="4844183"/>
                <a:ext cx="349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5V</a:t>
                </a:r>
              </a:p>
            </p:txBody>
          </p:sp>
          <p:sp>
            <p:nvSpPr>
              <p:cNvPr id="558" name="Textfeld 557">
                <a:extLst>
                  <a:ext uri="{FF2B5EF4-FFF2-40B4-BE49-F238E27FC236}">
                    <a16:creationId xmlns:a16="http://schemas.microsoft.com/office/drawing/2014/main" id="{68D1D77A-FEC3-D8F5-C592-E0EA18995EC6}"/>
                  </a:ext>
                </a:extLst>
              </p:cNvPr>
              <p:cNvSpPr txBox="1"/>
              <p:nvPr/>
            </p:nvSpPr>
            <p:spPr>
              <a:xfrm rot="16200000">
                <a:off x="3110983" y="4976431"/>
                <a:ext cx="61427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1200" dirty="0"/>
                  <a:t>Servo1</a:t>
                </a:r>
              </a:p>
            </p:txBody>
          </p:sp>
          <p:sp>
            <p:nvSpPr>
              <p:cNvPr id="559" name="Textfeld 558">
                <a:extLst>
                  <a:ext uri="{FF2B5EF4-FFF2-40B4-BE49-F238E27FC236}">
                    <a16:creationId xmlns:a16="http://schemas.microsoft.com/office/drawing/2014/main" id="{77822097-FD2D-3096-4014-8C3B8BFB9AA9}"/>
                  </a:ext>
                </a:extLst>
              </p:cNvPr>
              <p:cNvSpPr txBox="1"/>
              <p:nvPr/>
            </p:nvSpPr>
            <p:spPr>
              <a:xfrm>
                <a:off x="2495622" y="4532124"/>
                <a:ext cx="5357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Servo</a:t>
                </a:r>
              </a:p>
            </p:txBody>
          </p:sp>
          <p:grpSp>
            <p:nvGrpSpPr>
              <p:cNvPr id="560" name="Gruppieren 559">
                <a:extLst>
                  <a:ext uri="{FF2B5EF4-FFF2-40B4-BE49-F238E27FC236}">
                    <a16:creationId xmlns:a16="http://schemas.microsoft.com/office/drawing/2014/main" id="{734B2B27-E880-5A18-FDDE-4A4662E75A00}"/>
                  </a:ext>
                </a:extLst>
              </p:cNvPr>
              <p:cNvGrpSpPr/>
              <p:nvPr/>
            </p:nvGrpSpPr>
            <p:grpSpPr>
              <a:xfrm rot="10800000">
                <a:off x="3409350" y="1068130"/>
                <a:ext cx="433247" cy="720140"/>
                <a:chOff x="7462666" y="2009937"/>
                <a:chExt cx="433247" cy="720140"/>
              </a:xfrm>
            </p:grpSpPr>
            <p:sp>
              <p:nvSpPr>
                <p:cNvPr id="593" name="Rechteck 592">
                  <a:extLst>
                    <a:ext uri="{FF2B5EF4-FFF2-40B4-BE49-F238E27FC236}">
                      <a16:creationId xmlns:a16="http://schemas.microsoft.com/office/drawing/2014/main" id="{D1B20B55-C104-5922-2BE6-1B8E66DA035A}"/>
                    </a:ext>
                  </a:extLst>
                </p:cNvPr>
                <p:cNvSpPr/>
                <p:nvPr/>
              </p:nvSpPr>
              <p:spPr>
                <a:xfrm>
                  <a:off x="7463913" y="2009937"/>
                  <a:ext cx="432000" cy="72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94" name="Ellipse 593">
                  <a:extLst>
                    <a:ext uri="{FF2B5EF4-FFF2-40B4-BE49-F238E27FC236}">
                      <a16:creationId xmlns:a16="http://schemas.microsoft.com/office/drawing/2014/main" id="{B2D20612-41AC-69C8-29D7-7ACFCB37DD12}"/>
                    </a:ext>
                  </a:extLst>
                </p:cNvPr>
                <p:cNvSpPr/>
                <p:nvPr/>
              </p:nvSpPr>
              <p:spPr>
                <a:xfrm>
                  <a:off x="7649823" y="2028825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595" name="Ellipse 594">
                  <a:extLst>
                    <a:ext uri="{FF2B5EF4-FFF2-40B4-BE49-F238E27FC236}">
                      <a16:creationId xmlns:a16="http://schemas.microsoft.com/office/drawing/2014/main" id="{750D17DC-127B-E1E7-0112-2014DE723E1C}"/>
                    </a:ext>
                  </a:extLst>
                </p:cNvPr>
                <p:cNvSpPr/>
                <p:nvPr/>
              </p:nvSpPr>
              <p:spPr>
                <a:xfrm>
                  <a:off x="7649823" y="2205000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96" name="Ellipse 595">
                  <a:extLst>
                    <a:ext uri="{FF2B5EF4-FFF2-40B4-BE49-F238E27FC236}">
                      <a16:creationId xmlns:a16="http://schemas.microsoft.com/office/drawing/2014/main" id="{F6925EF0-C3DD-F3B2-A8A9-6E5332FE9389}"/>
                    </a:ext>
                  </a:extLst>
                </p:cNvPr>
                <p:cNvSpPr/>
                <p:nvPr/>
              </p:nvSpPr>
              <p:spPr>
                <a:xfrm>
                  <a:off x="7649823" y="2381175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97" name="Ellipse 596">
                  <a:extLst>
                    <a:ext uri="{FF2B5EF4-FFF2-40B4-BE49-F238E27FC236}">
                      <a16:creationId xmlns:a16="http://schemas.microsoft.com/office/drawing/2014/main" id="{1BF12E71-6D7C-63CA-61F3-BB53CADEB13C}"/>
                    </a:ext>
                  </a:extLst>
                </p:cNvPr>
                <p:cNvSpPr/>
                <p:nvPr/>
              </p:nvSpPr>
              <p:spPr>
                <a:xfrm>
                  <a:off x="7649823" y="2565000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98" name="Rechteck 597">
                  <a:extLst>
                    <a:ext uri="{FF2B5EF4-FFF2-40B4-BE49-F238E27FC236}">
                      <a16:creationId xmlns:a16="http://schemas.microsoft.com/office/drawing/2014/main" id="{A171FF06-E231-63ED-2EE0-9BBFB14590B3}"/>
                    </a:ext>
                  </a:extLst>
                </p:cNvPr>
                <p:cNvSpPr/>
                <p:nvPr/>
              </p:nvSpPr>
              <p:spPr>
                <a:xfrm>
                  <a:off x="7462666" y="201079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99" name="Rechteck 598">
                  <a:extLst>
                    <a:ext uri="{FF2B5EF4-FFF2-40B4-BE49-F238E27FC236}">
                      <a16:creationId xmlns:a16="http://schemas.microsoft.com/office/drawing/2014/main" id="{FA61108A-8858-2937-0AE9-0E169D72169D}"/>
                    </a:ext>
                  </a:extLst>
                </p:cNvPr>
                <p:cNvSpPr/>
                <p:nvPr/>
              </p:nvSpPr>
              <p:spPr>
                <a:xfrm>
                  <a:off x="7462666" y="255007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600" name="Rechteck 599">
                  <a:extLst>
                    <a:ext uri="{FF2B5EF4-FFF2-40B4-BE49-F238E27FC236}">
                      <a16:creationId xmlns:a16="http://schemas.microsoft.com/office/drawing/2014/main" id="{5C8BEAB2-3D27-3C5A-31FF-4F09FFC1E4DE}"/>
                    </a:ext>
                  </a:extLst>
                </p:cNvPr>
                <p:cNvSpPr/>
                <p:nvPr/>
              </p:nvSpPr>
              <p:spPr>
                <a:xfrm>
                  <a:off x="7462666" y="237031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601" name="Rechteck 600">
                  <a:extLst>
                    <a:ext uri="{FF2B5EF4-FFF2-40B4-BE49-F238E27FC236}">
                      <a16:creationId xmlns:a16="http://schemas.microsoft.com/office/drawing/2014/main" id="{4265AD62-F833-2726-7FA0-CA4D02711BAB}"/>
                    </a:ext>
                  </a:extLst>
                </p:cNvPr>
                <p:cNvSpPr/>
                <p:nvPr/>
              </p:nvSpPr>
              <p:spPr>
                <a:xfrm>
                  <a:off x="7462666" y="219055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</p:grpSp>
          <p:grpSp>
            <p:nvGrpSpPr>
              <p:cNvPr id="561" name="Gruppieren 560">
                <a:extLst>
                  <a:ext uri="{FF2B5EF4-FFF2-40B4-BE49-F238E27FC236}">
                    <a16:creationId xmlns:a16="http://schemas.microsoft.com/office/drawing/2014/main" id="{E40C8CEF-11D6-0F8E-DBA0-E92962D7F6FA}"/>
                  </a:ext>
                </a:extLst>
              </p:cNvPr>
              <p:cNvGrpSpPr/>
              <p:nvPr/>
            </p:nvGrpSpPr>
            <p:grpSpPr>
              <a:xfrm rot="10800000">
                <a:off x="3399306" y="1878729"/>
                <a:ext cx="433247" cy="720140"/>
                <a:chOff x="7462666" y="2009937"/>
                <a:chExt cx="433247" cy="720140"/>
              </a:xfrm>
            </p:grpSpPr>
            <p:sp>
              <p:nvSpPr>
                <p:cNvPr id="584" name="Rechteck 583">
                  <a:extLst>
                    <a:ext uri="{FF2B5EF4-FFF2-40B4-BE49-F238E27FC236}">
                      <a16:creationId xmlns:a16="http://schemas.microsoft.com/office/drawing/2014/main" id="{76C4EE39-40CC-B7D7-F3AE-C9834F35162E}"/>
                    </a:ext>
                  </a:extLst>
                </p:cNvPr>
                <p:cNvSpPr/>
                <p:nvPr/>
              </p:nvSpPr>
              <p:spPr>
                <a:xfrm>
                  <a:off x="7463913" y="2009937"/>
                  <a:ext cx="432000" cy="72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85" name="Ellipse 584">
                  <a:extLst>
                    <a:ext uri="{FF2B5EF4-FFF2-40B4-BE49-F238E27FC236}">
                      <a16:creationId xmlns:a16="http://schemas.microsoft.com/office/drawing/2014/main" id="{D1332303-C9E6-30B1-C2C5-A9E7B134C1EE}"/>
                    </a:ext>
                  </a:extLst>
                </p:cNvPr>
                <p:cNvSpPr/>
                <p:nvPr/>
              </p:nvSpPr>
              <p:spPr>
                <a:xfrm>
                  <a:off x="7649823" y="2028825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586" name="Ellipse 585">
                  <a:extLst>
                    <a:ext uri="{FF2B5EF4-FFF2-40B4-BE49-F238E27FC236}">
                      <a16:creationId xmlns:a16="http://schemas.microsoft.com/office/drawing/2014/main" id="{69CE3A6F-FF49-8D6E-BB71-66B363559BF9}"/>
                    </a:ext>
                  </a:extLst>
                </p:cNvPr>
                <p:cNvSpPr/>
                <p:nvPr/>
              </p:nvSpPr>
              <p:spPr>
                <a:xfrm>
                  <a:off x="7649823" y="2205000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87" name="Ellipse 586">
                  <a:extLst>
                    <a:ext uri="{FF2B5EF4-FFF2-40B4-BE49-F238E27FC236}">
                      <a16:creationId xmlns:a16="http://schemas.microsoft.com/office/drawing/2014/main" id="{806346D3-1135-6588-C70E-4E8834F94C1B}"/>
                    </a:ext>
                  </a:extLst>
                </p:cNvPr>
                <p:cNvSpPr/>
                <p:nvPr/>
              </p:nvSpPr>
              <p:spPr>
                <a:xfrm>
                  <a:off x="7649823" y="2381175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88" name="Ellipse 587">
                  <a:extLst>
                    <a:ext uri="{FF2B5EF4-FFF2-40B4-BE49-F238E27FC236}">
                      <a16:creationId xmlns:a16="http://schemas.microsoft.com/office/drawing/2014/main" id="{421AC498-D43E-6601-CBB4-988A91603BA5}"/>
                    </a:ext>
                  </a:extLst>
                </p:cNvPr>
                <p:cNvSpPr/>
                <p:nvPr/>
              </p:nvSpPr>
              <p:spPr>
                <a:xfrm>
                  <a:off x="7649823" y="2565000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89" name="Rechteck 588">
                  <a:extLst>
                    <a:ext uri="{FF2B5EF4-FFF2-40B4-BE49-F238E27FC236}">
                      <a16:creationId xmlns:a16="http://schemas.microsoft.com/office/drawing/2014/main" id="{EDEC20C2-1D00-BC11-C7FA-7CB09DFB256B}"/>
                    </a:ext>
                  </a:extLst>
                </p:cNvPr>
                <p:cNvSpPr/>
                <p:nvPr/>
              </p:nvSpPr>
              <p:spPr>
                <a:xfrm>
                  <a:off x="7462666" y="201079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90" name="Rechteck 589">
                  <a:extLst>
                    <a:ext uri="{FF2B5EF4-FFF2-40B4-BE49-F238E27FC236}">
                      <a16:creationId xmlns:a16="http://schemas.microsoft.com/office/drawing/2014/main" id="{90889726-BE44-7EF2-CB19-05A8BE44AC89}"/>
                    </a:ext>
                  </a:extLst>
                </p:cNvPr>
                <p:cNvSpPr/>
                <p:nvPr/>
              </p:nvSpPr>
              <p:spPr>
                <a:xfrm>
                  <a:off x="7462666" y="255007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91" name="Rechteck 590">
                  <a:extLst>
                    <a:ext uri="{FF2B5EF4-FFF2-40B4-BE49-F238E27FC236}">
                      <a16:creationId xmlns:a16="http://schemas.microsoft.com/office/drawing/2014/main" id="{1C616686-EE18-1905-C664-6E5A48D54EFB}"/>
                    </a:ext>
                  </a:extLst>
                </p:cNvPr>
                <p:cNvSpPr/>
                <p:nvPr/>
              </p:nvSpPr>
              <p:spPr>
                <a:xfrm>
                  <a:off x="7462666" y="237031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92" name="Rechteck 591">
                  <a:extLst>
                    <a:ext uri="{FF2B5EF4-FFF2-40B4-BE49-F238E27FC236}">
                      <a16:creationId xmlns:a16="http://schemas.microsoft.com/office/drawing/2014/main" id="{A5CD5357-04EE-F7F9-9AC2-BB297EE05944}"/>
                    </a:ext>
                  </a:extLst>
                </p:cNvPr>
                <p:cNvSpPr/>
                <p:nvPr/>
              </p:nvSpPr>
              <p:spPr>
                <a:xfrm>
                  <a:off x="7462666" y="219055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</p:grpSp>
          <p:grpSp>
            <p:nvGrpSpPr>
              <p:cNvPr id="562" name="Gruppieren 561">
                <a:extLst>
                  <a:ext uri="{FF2B5EF4-FFF2-40B4-BE49-F238E27FC236}">
                    <a16:creationId xmlns:a16="http://schemas.microsoft.com/office/drawing/2014/main" id="{AD436D46-55FF-F7EC-B061-F94FAC9C320A}"/>
                  </a:ext>
                </a:extLst>
              </p:cNvPr>
              <p:cNvGrpSpPr/>
              <p:nvPr/>
            </p:nvGrpSpPr>
            <p:grpSpPr>
              <a:xfrm rot="10800000">
                <a:off x="3405328" y="2669197"/>
                <a:ext cx="433247" cy="720140"/>
                <a:chOff x="7462666" y="2009937"/>
                <a:chExt cx="433247" cy="720140"/>
              </a:xfrm>
            </p:grpSpPr>
            <p:sp>
              <p:nvSpPr>
                <p:cNvPr id="575" name="Rechteck 574">
                  <a:extLst>
                    <a:ext uri="{FF2B5EF4-FFF2-40B4-BE49-F238E27FC236}">
                      <a16:creationId xmlns:a16="http://schemas.microsoft.com/office/drawing/2014/main" id="{5BB594C2-6C5F-7679-8BBC-57F88ACB7B0C}"/>
                    </a:ext>
                  </a:extLst>
                </p:cNvPr>
                <p:cNvSpPr/>
                <p:nvPr/>
              </p:nvSpPr>
              <p:spPr>
                <a:xfrm>
                  <a:off x="7463913" y="2009937"/>
                  <a:ext cx="432000" cy="72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76" name="Ellipse 575">
                  <a:extLst>
                    <a:ext uri="{FF2B5EF4-FFF2-40B4-BE49-F238E27FC236}">
                      <a16:creationId xmlns:a16="http://schemas.microsoft.com/office/drawing/2014/main" id="{B1919765-FAD7-11A2-DD02-772F1A0E8365}"/>
                    </a:ext>
                  </a:extLst>
                </p:cNvPr>
                <p:cNvSpPr/>
                <p:nvPr/>
              </p:nvSpPr>
              <p:spPr>
                <a:xfrm>
                  <a:off x="7649823" y="2028825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577" name="Ellipse 576">
                  <a:extLst>
                    <a:ext uri="{FF2B5EF4-FFF2-40B4-BE49-F238E27FC236}">
                      <a16:creationId xmlns:a16="http://schemas.microsoft.com/office/drawing/2014/main" id="{64674ABD-C6A5-3CB8-0D43-3A91257B3270}"/>
                    </a:ext>
                  </a:extLst>
                </p:cNvPr>
                <p:cNvSpPr/>
                <p:nvPr/>
              </p:nvSpPr>
              <p:spPr>
                <a:xfrm>
                  <a:off x="7649823" y="2205000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78" name="Ellipse 577">
                  <a:extLst>
                    <a:ext uri="{FF2B5EF4-FFF2-40B4-BE49-F238E27FC236}">
                      <a16:creationId xmlns:a16="http://schemas.microsoft.com/office/drawing/2014/main" id="{0BEA5477-FAF9-50E9-C5E8-AAA300A47B5E}"/>
                    </a:ext>
                  </a:extLst>
                </p:cNvPr>
                <p:cNvSpPr/>
                <p:nvPr/>
              </p:nvSpPr>
              <p:spPr>
                <a:xfrm>
                  <a:off x="7649823" y="2381175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79" name="Ellipse 578">
                  <a:extLst>
                    <a:ext uri="{FF2B5EF4-FFF2-40B4-BE49-F238E27FC236}">
                      <a16:creationId xmlns:a16="http://schemas.microsoft.com/office/drawing/2014/main" id="{931F0A16-A558-600F-7038-DDF2821D5574}"/>
                    </a:ext>
                  </a:extLst>
                </p:cNvPr>
                <p:cNvSpPr/>
                <p:nvPr/>
              </p:nvSpPr>
              <p:spPr>
                <a:xfrm>
                  <a:off x="7649823" y="2565000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80" name="Rechteck 579">
                  <a:extLst>
                    <a:ext uri="{FF2B5EF4-FFF2-40B4-BE49-F238E27FC236}">
                      <a16:creationId xmlns:a16="http://schemas.microsoft.com/office/drawing/2014/main" id="{0609F801-9562-A727-5301-EC6FA91D2393}"/>
                    </a:ext>
                  </a:extLst>
                </p:cNvPr>
                <p:cNvSpPr/>
                <p:nvPr/>
              </p:nvSpPr>
              <p:spPr>
                <a:xfrm>
                  <a:off x="7462666" y="201079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81" name="Rechteck 580">
                  <a:extLst>
                    <a:ext uri="{FF2B5EF4-FFF2-40B4-BE49-F238E27FC236}">
                      <a16:creationId xmlns:a16="http://schemas.microsoft.com/office/drawing/2014/main" id="{B6220D5C-B2D1-9DEF-8338-95E1F036A62C}"/>
                    </a:ext>
                  </a:extLst>
                </p:cNvPr>
                <p:cNvSpPr/>
                <p:nvPr/>
              </p:nvSpPr>
              <p:spPr>
                <a:xfrm>
                  <a:off x="7462666" y="255007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82" name="Rechteck 581">
                  <a:extLst>
                    <a:ext uri="{FF2B5EF4-FFF2-40B4-BE49-F238E27FC236}">
                      <a16:creationId xmlns:a16="http://schemas.microsoft.com/office/drawing/2014/main" id="{3982BB91-0DF8-9E60-9BEB-3E84BA721097}"/>
                    </a:ext>
                  </a:extLst>
                </p:cNvPr>
                <p:cNvSpPr/>
                <p:nvPr/>
              </p:nvSpPr>
              <p:spPr>
                <a:xfrm>
                  <a:off x="7462666" y="237031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83" name="Rechteck 582">
                  <a:extLst>
                    <a:ext uri="{FF2B5EF4-FFF2-40B4-BE49-F238E27FC236}">
                      <a16:creationId xmlns:a16="http://schemas.microsoft.com/office/drawing/2014/main" id="{796C37D9-E6E2-F607-C513-E5F6E9D8B90F}"/>
                    </a:ext>
                  </a:extLst>
                </p:cNvPr>
                <p:cNvSpPr/>
                <p:nvPr/>
              </p:nvSpPr>
              <p:spPr>
                <a:xfrm>
                  <a:off x="7462666" y="219055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</p:grpSp>
          <p:grpSp>
            <p:nvGrpSpPr>
              <p:cNvPr id="563" name="Gruppieren 562">
                <a:extLst>
                  <a:ext uri="{FF2B5EF4-FFF2-40B4-BE49-F238E27FC236}">
                    <a16:creationId xmlns:a16="http://schemas.microsoft.com/office/drawing/2014/main" id="{065CB6D3-30F1-0060-FE37-B66404CFCCFF}"/>
                  </a:ext>
                </a:extLst>
              </p:cNvPr>
              <p:cNvGrpSpPr/>
              <p:nvPr/>
            </p:nvGrpSpPr>
            <p:grpSpPr>
              <a:xfrm>
                <a:off x="1141381" y="3018099"/>
                <a:ext cx="433247" cy="360620"/>
                <a:chOff x="8238632" y="1988930"/>
                <a:chExt cx="433247" cy="360620"/>
              </a:xfrm>
            </p:grpSpPr>
            <p:sp>
              <p:nvSpPr>
                <p:cNvPr id="570" name="Rechteck 569">
                  <a:extLst>
                    <a:ext uri="{FF2B5EF4-FFF2-40B4-BE49-F238E27FC236}">
                      <a16:creationId xmlns:a16="http://schemas.microsoft.com/office/drawing/2014/main" id="{AE7D7FAA-41CC-2904-1405-9CBCE76F8A90}"/>
                    </a:ext>
                  </a:extLst>
                </p:cNvPr>
                <p:cNvSpPr/>
                <p:nvPr/>
              </p:nvSpPr>
              <p:spPr>
                <a:xfrm>
                  <a:off x="8239879" y="1988930"/>
                  <a:ext cx="432000" cy="36007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71" name="Ellipse 570">
                  <a:extLst>
                    <a:ext uri="{FF2B5EF4-FFF2-40B4-BE49-F238E27FC236}">
                      <a16:creationId xmlns:a16="http://schemas.microsoft.com/office/drawing/2014/main" id="{AF082DB0-51FA-8CDA-B3A4-CB23EFF9A404}"/>
                    </a:ext>
                  </a:extLst>
                </p:cNvPr>
                <p:cNvSpPr/>
                <p:nvPr/>
              </p:nvSpPr>
              <p:spPr>
                <a:xfrm>
                  <a:off x="8425789" y="2007818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72" name="Ellipse 571">
                  <a:extLst>
                    <a:ext uri="{FF2B5EF4-FFF2-40B4-BE49-F238E27FC236}">
                      <a16:creationId xmlns:a16="http://schemas.microsoft.com/office/drawing/2014/main" id="{3021BD67-0298-60FF-97A8-C50C6EA0A7A1}"/>
                    </a:ext>
                  </a:extLst>
                </p:cNvPr>
                <p:cNvSpPr/>
                <p:nvPr/>
              </p:nvSpPr>
              <p:spPr>
                <a:xfrm>
                  <a:off x="8425789" y="2183993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73" name="Rechteck 572">
                  <a:extLst>
                    <a:ext uri="{FF2B5EF4-FFF2-40B4-BE49-F238E27FC236}">
                      <a16:creationId xmlns:a16="http://schemas.microsoft.com/office/drawing/2014/main" id="{E634BE8C-BD63-CA55-D749-895394F77775}"/>
                    </a:ext>
                  </a:extLst>
                </p:cNvPr>
                <p:cNvSpPr/>
                <p:nvPr/>
              </p:nvSpPr>
              <p:spPr>
                <a:xfrm>
                  <a:off x="8238632" y="198979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74" name="Rechteck 573">
                  <a:extLst>
                    <a:ext uri="{FF2B5EF4-FFF2-40B4-BE49-F238E27FC236}">
                      <a16:creationId xmlns:a16="http://schemas.microsoft.com/office/drawing/2014/main" id="{68581966-7C91-89C2-E907-4914A5AD1E26}"/>
                    </a:ext>
                  </a:extLst>
                </p:cNvPr>
                <p:cNvSpPr/>
                <p:nvPr/>
              </p:nvSpPr>
              <p:spPr>
                <a:xfrm>
                  <a:off x="8238632" y="216955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</p:grpSp>
          <p:grpSp>
            <p:nvGrpSpPr>
              <p:cNvPr id="564" name="Gruppieren 563">
                <a:extLst>
                  <a:ext uri="{FF2B5EF4-FFF2-40B4-BE49-F238E27FC236}">
                    <a16:creationId xmlns:a16="http://schemas.microsoft.com/office/drawing/2014/main" id="{E08AC5E1-B12A-8F54-AD53-E6900952A8A0}"/>
                  </a:ext>
                </a:extLst>
              </p:cNvPr>
              <p:cNvGrpSpPr/>
              <p:nvPr/>
            </p:nvGrpSpPr>
            <p:grpSpPr>
              <a:xfrm>
                <a:off x="1152659" y="1835078"/>
                <a:ext cx="433247" cy="360620"/>
                <a:chOff x="8238632" y="1988930"/>
                <a:chExt cx="433247" cy="360620"/>
              </a:xfrm>
            </p:grpSpPr>
            <p:sp>
              <p:nvSpPr>
                <p:cNvPr id="565" name="Rechteck 564">
                  <a:extLst>
                    <a:ext uri="{FF2B5EF4-FFF2-40B4-BE49-F238E27FC236}">
                      <a16:creationId xmlns:a16="http://schemas.microsoft.com/office/drawing/2014/main" id="{28FE662C-AC48-E031-C232-D79EE2B17B89}"/>
                    </a:ext>
                  </a:extLst>
                </p:cNvPr>
                <p:cNvSpPr/>
                <p:nvPr/>
              </p:nvSpPr>
              <p:spPr>
                <a:xfrm>
                  <a:off x="8239879" y="1988930"/>
                  <a:ext cx="432000" cy="36007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66" name="Ellipse 565">
                  <a:extLst>
                    <a:ext uri="{FF2B5EF4-FFF2-40B4-BE49-F238E27FC236}">
                      <a16:creationId xmlns:a16="http://schemas.microsoft.com/office/drawing/2014/main" id="{6A484162-1EE7-F730-5ED9-88D051FB6317}"/>
                    </a:ext>
                  </a:extLst>
                </p:cNvPr>
                <p:cNvSpPr/>
                <p:nvPr/>
              </p:nvSpPr>
              <p:spPr>
                <a:xfrm>
                  <a:off x="8425789" y="2007818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567" name="Ellipse 566">
                  <a:extLst>
                    <a:ext uri="{FF2B5EF4-FFF2-40B4-BE49-F238E27FC236}">
                      <a16:creationId xmlns:a16="http://schemas.microsoft.com/office/drawing/2014/main" id="{5A7109A7-9FDB-1C2B-DAE8-932EAA7E2C05}"/>
                    </a:ext>
                  </a:extLst>
                </p:cNvPr>
                <p:cNvSpPr/>
                <p:nvPr/>
              </p:nvSpPr>
              <p:spPr>
                <a:xfrm>
                  <a:off x="8425789" y="2183993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568" name="Rechteck 567">
                  <a:extLst>
                    <a:ext uri="{FF2B5EF4-FFF2-40B4-BE49-F238E27FC236}">
                      <a16:creationId xmlns:a16="http://schemas.microsoft.com/office/drawing/2014/main" id="{33A1BBC3-823C-0F47-9FB9-9FDB43BC43F4}"/>
                    </a:ext>
                  </a:extLst>
                </p:cNvPr>
                <p:cNvSpPr/>
                <p:nvPr/>
              </p:nvSpPr>
              <p:spPr>
                <a:xfrm>
                  <a:off x="8238632" y="198979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569" name="Rechteck 568">
                  <a:extLst>
                    <a:ext uri="{FF2B5EF4-FFF2-40B4-BE49-F238E27FC236}">
                      <a16:creationId xmlns:a16="http://schemas.microsoft.com/office/drawing/2014/main" id="{1C5CED36-C20F-D7F6-D803-DA2EF1C2C16D}"/>
                    </a:ext>
                  </a:extLst>
                </p:cNvPr>
                <p:cNvSpPr/>
                <p:nvPr/>
              </p:nvSpPr>
              <p:spPr>
                <a:xfrm>
                  <a:off x="8238632" y="216955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</p:grpSp>
        </p:grpSp>
      </p:grpSp>
      <p:sp>
        <p:nvSpPr>
          <p:cNvPr id="381" name="Rechteck 380">
            <a:extLst>
              <a:ext uri="{FF2B5EF4-FFF2-40B4-BE49-F238E27FC236}">
                <a16:creationId xmlns:a16="http://schemas.microsoft.com/office/drawing/2014/main" id="{7AF31CF0-DF37-E679-EA4A-7C595CAF8470}"/>
              </a:ext>
            </a:extLst>
          </p:cNvPr>
          <p:cNvSpPr/>
          <p:nvPr/>
        </p:nvSpPr>
        <p:spPr>
          <a:xfrm>
            <a:off x="5065170" y="243393"/>
            <a:ext cx="4454013" cy="51963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13" name="Textfeld 712">
            <a:extLst>
              <a:ext uri="{FF2B5EF4-FFF2-40B4-BE49-F238E27FC236}">
                <a16:creationId xmlns:a16="http://schemas.microsoft.com/office/drawing/2014/main" id="{3F9635F8-B527-DEB1-F062-37D66250A33E}"/>
              </a:ext>
            </a:extLst>
          </p:cNvPr>
          <p:cNvSpPr txBox="1"/>
          <p:nvPr/>
        </p:nvSpPr>
        <p:spPr>
          <a:xfrm>
            <a:off x="5145847" y="3493521"/>
            <a:ext cx="851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9V M5-M8</a:t>
            </a:r>
          </a:p>
        </p:txBody>
      </p:sp>
      <p:sp>
        <p:nvSpPr>
          <p:cNvPr id="715" name="Textfeld 714">
            <a:extLst>
              <a:ext uri="{FF2B5EF4-FFF2-40B4-BE49-F238E27FC236}">
                <a16:creationId xmlns:a16="http://schemas.microsoft.com/office/drawing/2014/main" id="{82D30BDB-3020-1A67-7151-3386B71891CD}"/>
              </a:ext>
            </a:extLst>
          </p:cNvPr>
          <p:cNvSpPr txBox="1"/>
          <p:nvPr/>
        </p:nvSpPr>
        <p:spPr>
          <a:xfrm>
            <a:off x="5136052" y="1611582"/>
            <a:ext cx="8515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9V M1-M4</a:t>
            </a:r>
          </a:p>
        </p:txBody>
      </p:sp>
      <p:sp>
        <p:nvSpPr>
          <p:cNvPr id="662" name="Rechteck: abgerundete Ecken 661">
            <a:extLst>
              <a:ext uri="{FF2B5EF4-FFF2-40B4-BE49-F238E27FC236}">
                <a16:creationId xmlns:a16="http://schemas.microsoft.com/office/drawing/2014/main" id="{CD44F09F-11E9-AAF5-CE65-24D0E0ED8D34}"/>
              </a:ext>
            </a:extLst>
          </p:cNvPr>
          <p:cNvSpPr/>
          <p:nvPr/>
        </p:nvSpPr>
        <p:spPr>
          <a:xfrm>
            <a:off x="7824586" y="4524837"/>
            <a:ext cx="648000" cy="576000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3" name="Rechteck 662">
            <a:extLst>
              <a:ext uri="{FF2B5EF4-FFF2-40B4-BE49-F238E27FC236}">
                <a16:creationId xmlns:a16="http://schemas.microsoft.com/office/drawing/2014/main" id="{FA29EE13-8F6E-5B27-E924-E34F6AECF29B}"/>
              </a:ext>
            </a:extLst>
          </p:cNvPr>
          <p:cNvSpPr/>
          <p:nvPr/>
        </p:nvSpPr>
        <p:spPr>
          <a:xfrm>
            <a:off x="5956506" y="609600"/>
            <a:ext cx="2700000" cy="4342440"/>
          </a:xfrm>
          <a:prstGeom prst="rect">
            <a:avLst/>
          </a:prstGeom>
          <a:solidFill>
            <a:schemeClr val="bg1">
              <a:lumMod val="65000"/>
              <a:alpha val="20000"/>
            </a:schemeClr>
          </a:solidFill>
          <a:ln w="12700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grpSp>
        <p:nvGrpSpPr>
          <p:cNvPr id="664" name="Gruppieren 663">
            <a:extLst>
              <a:ext uri="{FF2B5EF4-FFF2-40B4-BE49-F238E27FC236}">
                <a16:creationId xmlns:a16="http://schemas.microsoft.com/office/drawing/2014/main" id="{E53FD8D3-5ECE-4DC0-C549-2C7A76E400AE}"/>
              </a:ext>
            </a:extLst>
          </p:cNvPr>
          <p:cNvGrpSpPr/>
          <p:nvPr/>
        </p:nvGrpSpPr>
        <p:grpSpPr>
          <a:xfrm rot="16200000">
            <a:off x="6071040" y="4554402"/>
            <a:ext cx="433247" cy="360620"/>
            <a:chOff x="8238632" y="1988930"/>
            <a:chExt cx="433247" cy="360620"/>
          </a:xfrm>
        </p:grpSpPr>
        <p:sp>
          <p:nvSpPr>
            <p:cNvPr id="866" name="Rechteck 865">
              <a:extLst>
                <a:ext uri="{FF2B5EF4-FFF2-40B4-BE49-F238E27FC236}">
                  <a16:creationId xmlns:a16="http://schemas.microsoft.com/office/drawing/2014/main" id="{A5DE8EF7-2C17-5558-5F97-7D1835C2AA20}"/>
                </a:ext>
              </a:extLst>
            </p:cNvPr>
            <p:cNvSpPr/>
            <p:nvPr/>
          </p:nvSpPr>
          <p:spPr>
            <a:xfrm>
              <a:off x="8239879" y="1988930"/>
              <a:ext cx="432000" cy="36007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67" name="Ellipse 866">
              <a:extLst>
                <a:ext uri="{FF2B5EF4-FFF2-40B4-BE49-F238E27FC236}">
                  <a16:creationId xmlns:a16="http://schemas.microsoft.com/office/drawing/2014/main" id="{8C2BA78A-6F7A-ABCD-77F1-DF9C67B69363}"/>
                </a:ext>
              </a:extLst>
            </p:cNvPr>
            <p:cNvSpPr/>
            <p:nvPr/>
          </p:nvSpPr>
          <p:spPr>
            <a:xfrm>
              <a:off x="8425789" y="2007818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8" name="Ellipse 867">
              <a:extLst>
                <a:ext uri="{FF2B5EF4-FFF2-40B4-BE49-F238E27FC236}">
                  <a16:creationId xmlns:a16="http://schemas.microsoft.com/office/drawing/2014/main" id="{FCFD011B-7B96-1065-0AB6-6BCA17F4FE77}"/>
                </a:ext>
              </a:extLst>
            </p:cNvPr>
            <p:cNvSpPr/>
            <p:nvPr/>
          </p:nvSpPr>
          <p:spPr>
            <a:xfrm>
              <a:off x="8425789" y="2183993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9" name="Rechteck 868">
              <a:extLst>
                <a:ext uri="{FF2B5EF4-FFF2-40B4-BE49-F238E27FC236}">
                  <a16:creationId xmlns:a16="http://schemas.microsoft.com/office/drawing/2014/main" id="{F2F341B2-4DF1-1BF9-5750-1EE3E6F1D4DF}"/>
                </a:ext>
              </a:extLst>
            </p:cNvPr>
            <p:cNvSpPr/>
            <p:nvPr/>
          </p:nvSpPr>
          <p:spPr>
            <a:xfrm>
              <a:off x="8238632" y="1989790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70" name="Rechteck 869">
              <a:extLst>
                <a:ext uri="{FF2B5EF4-FFF2-40B4-BE49-F238E27FC236}">
                  <a16:creationId xmlns:a16="http://schemas.microsoft.com/office/drawing/2014/main" id="{D065769A-D3CB-2C6B-BAF4-F25FABFCDDFD}"/>
                </a:ext>
              </a:extLst>
            </p:cNvPr>
            <p:cNvSpPr/>
            <p:nvPr/>
          </p:nvSpPr>
          <p:spPr>
            <a:xfrm>
              <a:off x="8238632" y="2169550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sp>
        <p:nvSpPr>
          <p:cNvPr id="665" name="Ellipse 664">
            <a:extLst>
              <a:ext uri="{FF2B5EF4-FFF2-40B4-BE49-F238E27FC236}">
                <a16:creationId xmlns:a16="http://schemas.microsoft.com/office/drawing/2014/main" id="{1EBA83D8-62FD-DF22-AF28-1BB983AF0BAD}"/>
              </a:ext>
            </a:extLst>
          </p:cNvPr>
          <p:cNvSpPr/>
          <p:nvPr/>
        </p:nvSpPr>
        <p:spPr>
          <a:xfrm>
            <a:off x="7216506" y="2205277"/>
            <a:ext cx="180000" cy="180000"/>
          </a:xfrm>
          <a:prstGeom prst="ellipse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6" name="Ellipse 665">
            <a:extLst>
              <a:ext uri="{FF2B5EF4-FFF2-40B4-BE49-F238E27FC236}">
                <a16:creationId xmlns:a16="http://schemas.microsoft.com/office/drawing/2014/main" id="{04B604E5-8495-39E9-3927-048781DA1A90}"/>
              </a:ext>
            </a:extLst>
          </p:cNvPr>
          <p:cNvSpPr/>
          <p:nvPr/>
        </p:nvSpPr>
        <p:spPr>
          <a:xfrm>
            <a:off x="6625461" y="2115277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67" name="Ellipse 666">
            <a:extLst>
              <a:ext uri="{FF2B5EF4-FFF2-40B4-BE49-F238E27FC236}">
                <a16:creationId xmlns:a16="http://schemas.microsoft.com/office/drawing/2014/main" id="{BF1EBAB8-72E0-CA59-9A9F-8FB1D6E5319F}"/>
              </a:ext>
            </a:extLst>
          </p:cNvPr>
          <p:cNvSpPr/>
          <p:nvPr/>
        </p:nvSpPr>
        <p:spPr>
          <a:xfrm>
            <a:off x="7627551" y="2127836"/>
            <a:ext cx="360000" cy="360000"/>
          </a:xfrm>
          <a:prstGeom prst="ellipse">
            <a:avLst/>
          </a:prstGeom>
          <a:solidFill>
            <a:srgbClr val="FF0000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669" name="Gruppieren 668">
            <a:extLst>
              <a:ext uri="{FF2B5EF4-FFF2-40B4-BE49-F238E27FC236}">
                <a16:creationId xmlns:a16="http://schemas.microsoft.com/office/drawing/2014/main" id="{E61C842E-C84D-E981-FBF3-B4F548428E32}"/>
              </a:ext>
            </a:extLst>
          </p:cNvPr>
          <p:cNvGrpSpPr/>
          <p:nvPr/>
        </p:nvGrpSpPr>
        <p:grpSpPr>
          <a:xfrm rot="16200000">
            <a:off x="7882298" y="3457731"/>
            <a:ext cx="359745" cy="180000"/>
            <a:chOff x="7869855" y="3898992"/>
            <a:chExt cx="359745" cy="180000"/>
          </a:xfrm>
        </p:grpSpPr>
        <p:sp>
          <p:nvSpPr>
            <p:cNvPr id="858" name="Rechteck 857">
              <a:extLst>
                <a:ext uri="{FF2B5EF4-FFF2-40B4-BE49-F238E27FC236}">
                  <a16:creationId xmlns:a16="http://schemas.microsoft.com/office/drawing/2014/main" id="{1D987944-698D-1892-00E4-53C2537A85C4}"/>
                </a:ext>
              </a:extLst>
            </p:cNvPr>
            <p:cNvSpPr/>
            <p:nvPr/>
          </p:nvSpPr>
          <p:spPr>
            <a:xfrm>
              <a:off x="7869855" y="3898992"/>
              <a:ext cx="359745" cy="180000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9" name="Rechteck 858">
              <a:extLst>
                <a:ext uri="{FF2B5EF4-FFF2-40B4-BE49-F238E27FC236}">
                  <a16:creationId xmlns:a16="http://schemas.microsoft.com/office/drawing/2014/main" id="{800D00B1-DBD5-25AA-2549-8E41CFA7B124}"/>
                </a:ext>
              </a:extLst>
            </p:cNvPr>
            <p:cNvSpPr/>
            <p:nvPr/>
          </p:nvSpPr>
          <p:spPr>
            <a:xfrm>
              <a:off x="7914640" y="3929897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60" name="Rechteck 859">
              <a:extLst>
                <a:ext uri="{FF2B5EF4-FFF2-40B4-BE49-F238E27FC236}">
                  <a16:creationId xmlns:a16="http://schemas.microsoft.com/office/drawing/2014/main" id="{4062B078-0BF5-CE15-6100-E87D211422FC}"/>
                </a:ext>
              </a:extLst>
            </p:cNvPr>
            <p:cNvSpPr/>
            <p:nvPr/>
          </p:nvSpPr>
          <p:spPr>
            <a:xfrm>
              <a:off x="8094238" y="3929897"/>
              <a:ext cx="91440" cy="11182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670" name="Textfeld 669">
            <a:extLst>
              <a:ext uri="{FF2B5EF4-FFF2-40B4-BE49-F238E27FC236}">
                <a16:creationId xmlns:a16="http://schemas.microsoft.com/office/drawing/2014/main" id="{36B3D423-AE33-3B3F-6050-CADEA6A01730}"/>
              </a:ext>
            </a:extLst>
          </p:cNvPr>
          <p:cNvSpPr txBox="1"/>
          <p:nvPr/>
        </p:nvSpPr>
        <p:spPr>
          <a:xfrm>
            <a:off x="7028698" y="1957949"/>
            <a:ext cx="56310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RESET</a:t>
            </a:r>
          </a:p>
        </p:txBody>
      </p:sp>
      <p:sp>
        <p:nvSpPr>
          <p:cNvPr id="671" name="Textfeld 670">
            <a:extLst>
              <a:ext uri="{FF2B5EF4-FFF2-40B4-BE49-F238E27FC236}">
                <a16:creationId xmlns:a16="http://schemas.microsoft.com/office/drawing/2014/main" id="{8AFBB553-23A3-9CCC-9716-9DB2A4DEB473}"/>
              </a:ext>
            </a:extLst>
          </p:cNvPr>
          <p:cNvSpPr txBox="1"/>
          <p:nvPr/>
        </p:nvSpPr>
        <p:spPr>
          <a:xfrm>
            <a:off x="7561937" y="2168969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LED1</a:t>
            </a:r>
          </a:p>
        </p:txBody>
      </p:sp>
      <p:sp>
        <p:nvSpPr>
          <p:cNvPr id="672" name="Textfeld 671">
            <a:extLst>
              <a:ext uri="{FF2B5EF4-FFF2-40B4-BE49-F238E27FC236}">
                <a16:creationId xmlns:a16="http://schemas.microsoft.com/office/drawing/2014/main" id="{63EEC856-6CEB-45B9-702B-8959BC36BD5F}"/>
              </a:ext>
            </a:extLst>
          </p:cNvPr>
          <p:cNvSpPr txBox="1"/>
          <p:nvPr/>
        </p:nvSpPr>
        <p:spPr>
          <a:xfrm>
            <a:off x="6550535" y="2162483"/>
            <a:ext cx="49725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de-DE" sz="1200" dirty="0"/>
              <a:t>LED2</a:t>
            </a:r>
          </a:p>
        </p:txBody>
      </p:sp>
      <p:sp>
        <p:nvSpPr>
          <p:cNvPr id="673" name="Textfeld 672">
            <a:extLst>
              <a:ext uri="{FF2B5EF4-FFF2-40B4-BE49-F238E27FC236}">
                <a16:creationId xmlns:a16="http://schemas.microsoft.com/office/drawing/2014/main" id="{74498E1D-70E0-2812-527E-67B5D5E3929A}"/>
              </a:ext>
            </a:extLst>
          </p:cNvPr>
          <p:cNvSpPr txBox="1"/>
          <p:nvPr/>
        </p:nvSpPr>
        <p:spPr>
          <a:xfrm rot="16200000">
            <a:off x="7596528" y="3411614"/>
            <a:ext cx="5721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RS485</a:t>
            </a:r>
          </a:p>
        </p:txBody>
      </p:sp>
      <p:sp>
        <p:nvSpPr>
          <p:cNvPr id="674" name="Rechteck: abgerundete Ecken 673">
            <a:extLst>
              <a:ext uri="{FF2B5EF4-FFF2-40B4-BE49-F238E27FC236}">
                <a16:creationId xmlns:a16="http://schemas.microsoft.com/office/drawing/2014/main" id="{DC89C3E2-2E64-3197-EF37-A3F04D15EBAD}"/>
              </a:ext>
            </a:extLst>
          </p:cNvPr>
          <p:cNvSpPr/>
          <p:nvPr/>
        </p:nvSpPr>
        <p:spPr>
          <a:xfrm>
            <a:off x="7000291" y="3215605"/>
            <a:ext cx="90000" cy="162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5" name="Rechteck: abgerundete Ecken 674">
            <a:extLst>
              <a:ext uri="{FF2B5EF4-FFF2-40B4-BE49-F238E27FC236}">
                <a16:creationId xmlns:a16="http://schemas.microsoft.com/office/drawing/2014/main" id="{15AAABC4-ED1B-3746-A7BE-011DA469C6B8}"/>
              </a:ext>
            </a:extLst>
          </p:cNvPr>
          <p:cNvSpPr/>
          <p:nvPr/>
        </p:nvSpPr>
        <p:spPr>
          <a:xfrm>
            <a:off x="6814946" y="3215605"/>
            <a:ext cx="90000" cy="162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6" name="Rechteck: abgerundete Ecken 675">
            <a:extLst>
              <a:ext uri="{FF2B5EF4-FFF2-40B4-BE49-F238E27FC236}">
                <a16:creationId xmlns:a16="http://schemas.microsoft.com/office/drawing/2014/main" id="{81206D8A-5524-0510-F8EB-B6DF4F527155}"/>
              </a:ext>
            </a:extLst>
          </p:cNvPr>
          <p:cNvSpPr/>
          <p:nvPr/>
        </p:nvSpPr>
        <p:spPr>
          <a:xfrm>
            <a:off x="6629601" y="3218683"/>
            <a:ext cx="90000" cy="162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77" name="Textfeld 676">
            <a:extLst>
              <a:ext uri="{FF2B5EF4-FFF2-40B4-BE49-F238E27FC236}">
                <a16:creationId xmlns:a16="http://schemas.microsoft.com/office/drawing/2014/main" id="{18AC0E95-33F3-840B-B97E-EFFCE9CB3C03}"/>
              </a:ext>
            </a:extLst>
          </p:cNvPr>
          <p:cNvSpPr txBox="1"/>
          <p:nvPr/>
        </p:nvSpPr>
        <p:spPr>
          <a:xfrm>
            <a:off x="7835163" y="4674337"/>
            <a:ext cx="6374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dirty="0"/>
              <a:t>USB</a:t>
            </a:r>
          </a:p>
        </p:txBody>
      </p:sp>
      <p:grpSp>
        <p:nvGrpSpPr>
          <p:cNvPr id="678" name="Gruppieren 677">
            <a:extLst>
              <a:ext uri="{FF2B5EF4-FFF2-40B4-BE49-F238E27FC236}">
                <a16:creationId xmlns:a16="http://schemas.microsoft.com/office/drawing/2014/main" id="{4FB43BFA-458F-1122-DCE6-F0E26F71F00D}"/>
              </a:ext>
            </a:extLst>
          </p:cNvPr>
          <p:cNvGrpSpPr/>
          <p:nvPr/>
        </p:nvGrpSpPr>
        <p:grpSpPr>
          <a:xfrm rot="10800000">
            <a:off x="8219723" y="3008323"/>
            <a:ext cx="433247" cy="720140"/>
            <a:chOff x="7462666" y="2009937"/>
            <a:chExt cx="433247" cy="720140"/>
          </a:xfrm>
        </p:grpSpPr>
        <p:sp>
          <p:nvSpPr>
            <p:cNvPr id="849" name="Rechteck 848">
              <a:extLst>
                <a:ext uri="{FF2B5EF4-FFF2-40B4-BE49-F238E27FC236}">
                  <a16:creationId xmlns:a16="http://schemas.microsoft.com/office/drawing/2014/main" id="{A4B856F9-8625-A9FF-5677-53386D630BD4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50" name="Ellipse 849">
              <a:extLst>
                <a:ext uri="{FF2B5EF4-FFF2-40B4-BE49-F238E27FC236}">
                  <a16:creationId xmlns:a16="http://schemas.microsoft.com/office/drawing/2014/main" id="{49A61E3C-2EE9-2F47-86D6-EC7895E57088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51" name="Ellipse 850">
              <a:extLst>
                <a:ext uri="{FF2B5EF4-FFF2-40B4-BE49-F238E27FC236}">
                  <a16:creationId xmlns:a16="http://schemas.microsoft.com/office/drawing/2014/main" id="{2BF90B28-7303-9505-BBD5-9881F6C9BEB7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2" name="Ellipse 851">
              <a:extLst>
                <a:ext uri="{FF2B5EF4-FFF2-40B4-BE49-F238E27FC236}">
                  <a16:creationId xmlns:a16="http://schemas.microsoft.com/office/drawing/2014/main" id="{6388BEEF-1E5F-F398-EF81-1096F5AE299D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3" name="Ellipse 852">
              <a:extLst>
                <a:ext uri="{FF2B5EF4-FFF2-40B4-BE49-F238E27FC236}">
                  <a16:creationId xmlns:a16="http://schemas.microsoft.com/office/drawing/2014/main" id="{36343F09-0E18-A7DE-0F2E-A8EE2EF57027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54" name="Rechteck 853">
              <a:extLst>
                <a:ext uri="{FF2B5EF4-FFF2-40B4-BE49-F238E27FC236}">
                  <a16:creationId xmlns:a16="http://schemas.microsoft.com/office/drawing/2014/main" id="{82E75A35-5FAA-005D-9FD4-77EFEF5335E0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55" name="Rechteck 854">
              <a:extLst>
                <a:ext uri="{FF2B5EF4-FFF2-40B4-BE49-F238E27FC236}">
                  <a16:creationId xmlns:a16="http://schemas.microsoft.com/office/drawing/2014/main" id="{B8935ADE-5A67-06CF-DCD1-3119DA500F40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56" name="Rechteck 855">
              <a:extLst>
                <a:ext uri="{FF2B5EF4-FFF2-40B4-BE49-F238E27FC236}">
                  <a16:creationId xmlns:a16="http://schemas.microsoft.com/office/drawing/2014/main" id="{666D1AEA-3988-D464-9007-BCEB0FA97275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57" name="Rechteck 856">
              <a:extLst>
                <a:ext uri="{FF2B5EF4-FFF2-40B4-BE49-F238E27FC236}">
                  <a16:creationId xmlns:a16="http://schemas.microsoft.com/office/drawing/2014/main" id="{477A17AB-BCAD-47B4-6ECD-5247E41F9361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grpSp>
        <p:nvGrpSpPr>
          <p:cNvPr id="679" name="Gruppieren 678">
            <a:extLst>
              <a:ext uri="{FF2B5EF4-FFF2-40B4-BE49-F238E27FC236}">
                <a16:creationId xmlns:a16="http://schemas.microsoft.com/office/drawing/2014/main" id="{060F4B80-7536-F853-67AD-A3FD103D3536}"/>
              </a:ext>
            </a:extLst>
          </p:cNvPr>
          <p:cNvGrpSpPr/>
          <p:nvPr/>
        </p:nvGrpSpPr>
        <p:grpSpPr>
          <a:xfrm rot="10800000">
            <a:off x="8219723" y="2262911"/>
            <a:ext cx="433247" cy="720140"/>
            <a:chOff x="7462666" y="2009937"/>
            <a:chExt cx="433247" cy="720140"/>
          </a:xfrm>
        </p:grpSpPr>
        <p:sp>
          <p:nvSpPr>
            <p:cNvPr id="840" name="Rechteck 839">
              <a:extLst>
                <a:ext uri="{FF2B5EF4-FFF2-40B4-BE49-F238E27FC236}">
                  <a16:creationId xmlns:a16="http://schemas.microsoft.com/office/drawing/2014/main" id="{EA185E5B-AACE-DCDA-7A38-B9295B7246CA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41" name="Ellipse 840">
              <a:extLst>
                <a:ext uri="{FF2B5EF4-FFF2-40B4-BE49-F238E27FC236}">
                  <a16:creationId xmlns:a16="http://schemas.microsoft.com/office/drawing/2014/main" id="{EDA7BAC5-62EC-61B9-2C7D-F0A31E5461AD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42" name="Ellipse 841">
              <a:extLst>
                <a:ext uri="{FF2B5EF4-FFF2-40B4-BE49-F238E27FC236}">
                  <a16:creationId xmlns:a16="http://schemas.microsoft.com/office/drawing/2014/main" id="{29E90C38-0BCD-E859-160D-A9BE991F8D52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3" name="Ellipse 842">
              <a:extLst>
                <a:ext uri="{FF2B5EF4-FFF2-40B4-BE49-F238E27FC236}">
                  <a16:creationId xmlns:a16="http://schemas.microsoft.com/office/drawing/2014/main" id="{9CF0D60A-DBC8-3B4A-CAE9-2100AA178B75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4" name="Ellipse 843">
              <a:extLst>
                <a:ext uri="{FF2B5EF4-FFF2-40B4-BE49-F238E27FC236}">
                  <a16:creationId xmlns:a16="http://schemas.microsoft.com/office/drawing/2014/main" id="{22B1F1D8-7F24-9BF1-E3CE-29A7F2B3BDD2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45" name="Rechteck 844">
              <a:extLst>
                <a:ext uri="{FF2B5EF4-FFF2-40B4-BE49-F238E27FC236}">
                  <a16:creationId xmlns:a16="http://schemas.microsoft.com/office/drawing/2014/main" id="{CCE5ACED-EE9D-DAAB-A8D4-1C9D4B97C382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46" name="Rechteck 845">
              <a:extLst>
                <a:ext uri="{FF2B5EF4-FFF2-40B4-BE49-F238E27FC236}">
                  <a16:creationId xmlns:a16="http://schemas.microsoft.com/office/drawing/2014/main" id="{8903EF86-00E3-7289-F1EF-84534F5AE0B1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47" name="Rechteck 846">
              <a:extLst>
                <a:ext uri="{FF2B5EF4-FFF2-40B4-BE49-F238E27FC236}">
                  <a16:creationId xmlns:a16="http://schemas.microsoft.com/office/drawing/2014/main" id="{5D2AF867-650E-A41A-B50B-10732F1DAB08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48" name="Rechteck 847">
              <a:extLst>
                <a:ext uri="{FF2B5EF4-FFF2-40B4-BE49-F238E27FC236}">
                  <a16:creationId xmlns:a16="http://schemas.microsoft.com/office/drawing/2014/main" id="{80688A76-5717-1A1F-6CD2-BD16D4E9316D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grpSp>
        <p:nvGrpSpPr>
          <p:cNvPr id="680" name="Gruppieren 679">
            <a:extLst>
              <a:ext uri="{FF2B5EF4-FFF2-40B4-BE49-F238E27FC236}">
                <a16:creationId xmlns:a16="http://schemas.microsoft.com/office/drawing/2014/main" id="{63946F31-5759-0A80-87A9-7DF123659404}"/>
              </a:ext>
            </a:extLst>
          </p:cNvPr>
          <p:cNvGrpSpPr/>
          <p:nvPr/>
        </p:nvGrpSpPr>
        <p:grpSpPr>
          <a:xfrm rot="10800000">
            <a:off x="8219723" y="1517498"/>
            <a:ext cx="433247" cy="720140"/>
            <a:chOff x="7462666" y="2009937"/>
            <a:chExt cx="433247" cy="720140"/>
          </a:xfrm>
        </p:grpSpPr>
        <p:sp>
          <p:nvSpPr>
            <p:cNvPr id="831" name="Rechteck 830">
              <a:extLst>
                <a:ext uri="{FF2B5EF4-FFF2-40B4-BE49-F238E27FC236}">
                  <a16:creationId xmlns:a16="http://schemas.microsoft.com/office/drawing/2014/main" id="{A32F4414-C126-071B-01BB-E36631C710F3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32" name="Ellipse 831">
              <a:extLst>
                <a:ext uri="{FF2B5EF4-FFF2-40B4-BE49-F238E27FC236}">
                  <a16:creationId xmlns:a16="http://schemas.microsoft.com/office/drawing/2014/main" id="{CF8617ED-E0AC-3BD4-A9B6-215FDAC3355D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33" name="Ellipse 832">
              <a:extLst>
                <a:ext uri="{FF2B5EF4-FFF2-40B4-BE49-F238E27FC236}">
                  <a16:creationId xmlns:a16="http://schemas.microsoft.com/office/drawing/2014/main" id="{62F13058-D904-1AB8-4127-ABCEF05E97C4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4" name="Ellipse 833">
              <a:extLst>
                <a:ext uri="{FF2B5EF4-FFF2-40B4-BE49-F238E27FC236}">
                  <a16:creationId xmlns:a16="http://schemas.microsoft.com/office/drawing/2014/main" id="{C6229855-B529-F0D4-3414-8022CEED75C2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5" name="Ellipse 834">
              <a:extLst>
                <a:ext uri="{FF2B5EF4-FFF2-40B4-BE49-F238E27FC236}">
                  <a16:creationId xmlns:a16="http://schemas.microsoft.com/office/drawing/2014/main" id="{AA88EC63-2446-79A8-E502-D15AD6AEA72E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36" name="Rechteck 835">
              <a:extLst>
                <a:ext uri="{FF2B5EF4-FFF2-40B4-BE49-F238E27FC236}">
                  <a16:creationId xmlns:a16="http://schemas.microsoft.com/office/drawing/2014/main" id="{23D28DAB-BF19-E928-30B3-D92506592832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37" name="Rechteck 836">
              <a:extLst>
                <a:ext uri="{FF2B5EF4-FFF2-40B4-BE49-F238E27FC236}">
                  <a16:creationId xmlns:a16="http://schemas.microsoft.com/office/drawing/2014/main" id="{711EEB38-E918-FBFE-DD9D-15A71573F104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38" name="Rechteck 837">
              <a:extLst>
                <a:ext uri="{FF2B5EF4-FFF2-40B4-BE49-F238E27FC236}">
                  <a16:creationId xmlns:a16="http://schemas.microsoft.com/office/drawing/2014/main" id="{1F3F32AB-291F-CD67-7F74-5D6E29F25E82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39" name="Rechteck 838">
              <a:extLst>
                <a:ext uri="{FF2B5EF4-FFF2-40B4-BE49-F238E27FC236}">
                  <a16:creationId xmlns:a16="http://schemas.microsoft.com/office/drawing/2014/main" id="{F18566B8-8186-EEDA-1143-BA3A12A156D8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grpSp>
        <p:nvGrpSpPr>
          <p:cNvPr id="681" name="Gruppieren 680">
            <a:extLst>
              <a:ext uri="{FF2B5EF4-FFF2-40B4-BE49-F238E27FC236}">
                <a16:creationId xmlns:a16="http://schemas.microsoft.com/office/drawing/2014/main" id="{98AD79A4-7EAD-EB6B-946E-6239AC25AF87}"/>
              </a:ext>
            </a:extLst>
          </p:cNvPr>
          <p:cNvGrpSpPr/>
          <p:nvPr/>
        </p:nvGrpSpPr>
        <p:grpSpPr>
          <a:xfrm rot="10800000">
            <a:off x="8219723" y="772086"/>
            <a:ext cx="433247" cy="720140"/>
            <a:chOff x="7462666" y="2009937"/>
            <a:chExt cx="433247" cy="720140"/>
          </a:xfrm>
        </p:grpSpPr>
        <p:sp>
          <p:nvSpPr>
            <p:cNvPr id="822" name="Rechteck 821">
              <a:extLst>
                <a:ext uri="{FF2B5EF4-FFF2-40B4-BE49-F238E27FC236}">
                  <a16:creationId xmlns:a16="http://schemas.microsoft.com/office/drawing/2014/main" id="{78C72803-FA32-434C-BF25-2D8F1F1C010B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23" name="Ellipse 822">
              <a:extLst>
                <a:ext uri="{FF2B5EF4-FFF2-40B4-BE49-F238E27FC236}">
                  <a16:creationId xmlns:a16="http://schemas.microsoft.com/office/drawing/2014/main" id="{47665C93-F800-8917-02BE-4B09B978D2B8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824" name="Ellipse 823">
              <a:extLst>
                <a:ext uri="{FF2B5EF4-FFF2-40B4-BE49-F238E27FC236}">
                  <a16:creationId xmlns:a16="http://schemas.microsoft.com/office/drawing/2014/main" id="{4D8D4FB2-CBF0-4F64-F5D9-26FBFC56F294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5" name="Ellipse 824">
              <a:extLst>
                <a:ext uri="{FF2B5EF4-FFF2-40B4-BE49-F238E27FC236}">
                  <a16:creationId xmlns:a16="http://schemas.microsoft.com/office/drawing/2014/main" id="{4FF5282D-D080-E6F9-408A-106B3DC5A037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6" name="Ellipse 825">
              <a:extLst>
                <a:ext uri="{FF2B5EF4-FFF2-40B4-BE49-F238E27FC236}">
                  <a16:creationId xmlns:a16="http://schemas.microsoft.com/office/drawing/2014/main" id="{2F2EA6B7-5E7D-EF2F-5D5C-68088AB65BD9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27" name="Rechteck 826">
              <a:extLst>
                <a:ext uri="{FF2B5EF4-FFF2-40B4-BE49-F238E27FC236}">
                  <a16:creationId xmlns:a16="http://schemas.microsoft.com/office/drawing/2014/main" id="{8A26741A-2A75-34FF-11BD-30FFCF22E984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28" name="Rechteck 827">
              <a:extLst>
                <a:ext uri="{FF2B5EF4-FFF2-40B4-BE49-F238E27FC236}">
                  <a16:creationId xmlns:a16="http://schemas.microsoft.com/office/drawing/2014/main" id="{DF35F6BF-7E14-A3BD-AE20-18FDAAD2A144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29" name="Rechteck 828">
              <a:extLst>
                <a:ext uri="{FF2B5EF4-FFF2-40B4-BE49-F238E27FC236}">
                  <a16:creationId xmlns:a16="http://schemas.microsoft.com/office/drawing/2014/main" id="{972BBD64-DDB9-8EA8-9750-6F8DF77F4FEA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30" name="Rechteck 829">
              <a:extLst>
                <a:ext uri="{FF2B5EF4-FFF2-40B4-BE49-F238E27FC236}">
                  <a16:creationId xmlns:a16="http://schemas.microsoft.com/office/drawing/2014/main" id="{6A2C4D15-19B5-9E72-D196-A7AE33BA6DE0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grpSp>
        <p:nvGrpSpPr>
          <p:cNvPr id="682" name="Gruppieren 681">
            <a:extLst>
              <a:ext uri="{FF2B5EF4-FFF2-40B4-BE49-F238E27FC236}">
                <a16:creationId xmlns:a16="http://schemas.microsoft.com/office/drawing/2014/main" id="{6E3AB8D5-46D4-2A1A-0D40-CBF6EF9A74B5}"/>
              </a:ext>
            </a:extLst>
          </p:cNvPr>
          <p:cNvGrpSpPr/>
          <p:nvPr/>
        </p:nvGrpSpPr>
        <p:grpSpPr>
          <a:xfrm>
            <a:off x="5955259" y="3745326"/>
            <a:ext cx="433247" cy="720140"/>
            <a:chOff x="7462666" y="2009937"/>
            <a:chExt cx="433247" cy="720140"/>
          </a:xfrm>
        </p:grpSpPr>
        <p:sp>
          <p:nvSpPr>
            <p:cNvPr id="809" name="Rechteck 808">
              <a:extLst>
                <a:ext uri="{FF2B5EF4-FFF2-40B4-BE49-F238E27FC236}">
                  <a16:creationId xmlns:a16="http://schemas.microsoft.com/office/drawing/2014/main" id="{DBB9F50E-E2E8-E53C-CA46-B8531FB4DB81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10" name="Ellipse 809">
              <a:extLst>
                <a:ext uri="{FF2B5EF4-FFF2-40B4-BE49-F238E27FC236}">
                  <a16:creationId xmlns:a16="http://schemas.microsoft.com/office/drawing/2014/main" id="{1988189A-76F0-FFF8-9BFE-97BECB536144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1" name="Ellipse 810">
              <a:extLst>
                <a:ext uri="{FF2B5EF4-FFF2-40B4-BE49-F238E27FC236}">
                  <a16:creationId xmlns:a16="http://schemas.microsoft.com/office/drawing/2014/main" id="{7E84A4A1-1935-0189-0F22-0B6F7666BA3D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2" name="Ellipse 811">
              <a:extLst>
                <a:ext uri="{FF2B5EF4-FFF2-40B4-BE49-F238E27FC236}">
                  <a16:creationId xmlns:a16="http://schemas.microsoft.com/office/drawing/2014/main" id="{4B3E4C21-4642-9468-6ED6-8568725DD7D0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3" name="Ellipse 812">
              <a:extLst>
                <a:ext uri="{FF2B5EF4-FFF2-40B4-BE49-F238E27FC236}">
                  <a16:creationId xmlns:a16="http://schemas.microsoft.com/office/drawing/2014/main" id="{7B031DD3-A8DA-30DB-B039-810F2CF525F7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14" name="Rechteck 813">
              <a:extLst>
                <a:ext uri="{FF2B5EF4-FFF2-40B4-BE49-F238E27FC236}">
                  <a16:creationId xmlns:a16="http://schemas.microsoft.com/office/drawing/2014/main" id="{43C8CABE-0C63-BFCA-E235-34328937F63F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15" name="Rechteck 814">
              <a:extLst>
                <a:ext uri="{FF2B5EF4-FFF2-40B4-BE49-F238E27FC236}">
                  <a16:creationId xmlns:a16="http://schemas.microsoft.com/office/drawing/2014/main" id="{69C6C28A-7107-ADEB-8F51-813C7337B3EF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16" name="Rechteck 815">
              <a:extLst>
                <a:ext uri="{FF2B5EF4-FFF2-40B4-BE49-F238E27FC236}">
                  <a16:creationId xmlns:a16="http://schemas.microsoft.com/office/drawing/2014/main" id="{F2E58DB3-EB34-B7E9-7930-725AEF9D1BC2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17" name="Rechteck 816">
              <a:extLst>
                <a:ext uri="{FF2B5EF4-FFF2-40B4-BE49-F238E27FC236}">
                  <a16:creationId xmlns:a16="http://schemas.microsoft.com/office/drawing/2014/main" id="{4BD7F728-B620-28D4-5531-F343CB2D52DE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cxnSp>
          <p:nvCxnSpPr>
            <p:cNvPr id="818" name="Gerader Verbinder 817">
              <a:extLst>
                <a:ext uri="{FF2B5EF4-FFF2-40B4-BE49-F238E27FC236}">
                  <a16:creationId xmlns:a16="http://schemas.microsoft.com/office/drawing/2014/main" id="{0B5A7AF6-CFAE-C170-C545-F5711BA28744}"/>
                </a:ext>
              </a:extLst>
            </p:cNvPr>
            <p:cNvCxnSpPr>
              <a:cxnSpLocks/>
              <a:stCxn id="810" idx="3"/>
              <a:endCxn id="810" idx="7"/>
            </p:cNvCxnSpPr>
            <p:nvPr/>
          </p:nvCxnSpPr>
          <p:spPr>
            <a:xfrm flipV="1">
              <a:off x="7670911" y="2049913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9" name="Gerader Verbinder 818">
              <a:extLst>
                <a:ext uri="{FF2B5EF4-FFF2-40B4-BE49-F238E27FC236}">
                  <a16:creationId xmlns:a16="http://schemas.microsoft.com/office/drawing/2014/main" id="{5FB6EAF1-1172-8770-C8BD-A253FB70FD8F}"/>
                </a:ext>
              </a:extLst>
            </p:cNvPr>
            <p:cNvCxnSpPr>
              <a:cxnSpLocks/>
              <a:stCxn id="811" idx="1"/>
              <a:endCxn id="811" idx="5"/>
            </p:cNvCxnSpPr>
            <p:nvPr/>
          </p:nvCxnSpPr>
          <p:spPr>
            <a:xfrm>
              <a:off x="7670911" y="2226088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0" name="Gerader Verbinder 819">
              <a:extLst>
                <a:ext uri="{FF2B5EF4-FFF2-40B4-BE49-F238E27FC236}">
                  <a16:creationId xmlns:a16="http://schemas.microsoft.com/office/drawing/2014/main" id="{0B68E4D3-2D96-017A-3D12-68AAE1420F79}"/>
                </a:ext>
              </a:extLst>
            </p:cNvPr>
            <p:cNvCxnSpPr>
              <a:cxnSpLocks/>
              <a:stCxn id="812" idx="2"/>
              <a:endCxn id="812" idx="6"/>
            </p:cNvCxnSpPr>
            <p:nvPr/>
          </p:nvCxnSpPr>
          <p:spPr>
            <a:xfrm>
              <a:off x="7649823" y="2453175"/>
              <a:ext cx="144000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1" name="Gerader Verbinder 820">
              <a:extLst>
                <a:ext uri="{FF2B5EF4-FFF2-40B4-BE49-F238E27FC236}">
                  <a16:creationId xmlns:a16="http://schemas.microsoft.com/office/drawing/2014/main" id="{237EA6D4-2946-8BEC-6760-EDF7E4D25998}"/>
                </a:ext>
              </a:extLst>
            </p:cNvPr>
            <p:cNvCxnSpPr>
              <a:cxnSpLocks/>
              <a:stCxn id="813" idx="4"/>
              <a:endCxn id="813" idx="0"/>
            </p:cNvCxnSpPr>
            <p:nvPr/>
          </p:nvCxnSpPr>
          <p:spPr>
            <a:xfrm flipV="1">
              <a:off x="7721823" y="2565000"/>
              <a:ext cx="0" cy="14400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3" name="Gruppieren 682">
            <a:extLst>
              <a:ext uri="{FF2B5EF4-FFF2-40B4-BE49-F238E27FC236}">
                <a16:creationId xmlns:a16="http://schemas.microsoft.com/office/drawing/2014/main" id="{52587D13-3E96-C670-9777-3C9709DEFB16}"/>
              </a:ext>
            </a:extLst>
          </p:cNvPr>
          <p:cNvGrpSpPr/>
          <p:nvPr/>
        </p:nvGrpSpPr>
        <p:grpSpPr>
          <a:xfrm>
            <a:off x="5955259" y="3358050"/>
            <a:ext cx="433247" cy="360620"/>
            <a:chOff x="8238632" y="1988930"/>
            <a:chExt cx="433247" cy="360620"/>
          </a:xfrm>
        </p:grpSpPr>
        <p:sp>
          <p:nvSpPr>
            <p:cNvPr id="804" name="Rechteck 803">
              <a:extLst>
                <a:ext uri="{FF2B5EF4-FFF2-40B4-BE49-F238E27FC236}">
                  <a16:creationId xmlns:a16="http://schemas.microsoft.com/office/drawing/2014/main" id="{A380E894-FCF2-2B63-41A2-4F7C9F6C60AF}"/>
                </a:ext>
              </a:extLst>
            </p:cNvPr>
            <p:cNvSpPr/>
            <p:nvPr/>
          </p:nvSpPr>
          <p:spPr>
            <a:xfrm>
              <a:off x="8239879" y="1988930"/>
              <a:ext cx="432000" cy="36007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05" name="Ellipse 804">
              <a:extLst>
                <a:ext uri="{FF2B5EF4-FFF2-40B4-BE49-F238E27FC236}">
                  <a16:creationId xmlns:a16="http://schemas.microsoft.com/office/drawing/2014/main" id="{B6015D17-DED9-146F-7B17-01FBF1913019}"/>
                </a:ext>
              </a:extLst>
            </p:cNvPr>
            <p:cNvSpPr/>
            <p:nvPr/>
          </p:nvSpPr>
          <p:spPr>
            <a:xfrm>
              <a:off x="8425789" y="2007818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6" name="Ellipse 805">
              <a:extLst>
                <a:ext uri="{FF2B5EF4-FFF2-40B4-BE49-F238E27FC236}">
                  <a16:creationId xmlns:a16="http://schemas.microsoft.com/office/drawing/2014/main" id="{52848319-D7EE-5A9E-1850-A04360C04963}"/>
                </a:ext>
              </a:extLst>
            </p:cNvPr>
            <p:cNvSpPr/>
            <p:nvPr/>
          </p:nvSpPr>
          <p:spPr>
            <a:xfrm>
              <a:off x="8425789" y="2183993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807" name="Rechteck 806">
              <a:extLst>
                <a:ext uri="{FF2B5EF4-FFF2-40B4-BE49-F238E27FC236}">
                  <a16:creationId xmlns:a16="http://schemas.microsoft.com/office/drawing/2014/main" id="{FC3081B4-FDB8-5F60-4181-A626D4B3944A}"/>
                </a:ext>
              </a:extLst>
            </p:cNvPr>
            <p:cNvSpPr/>
            <p:nvPr/>
          </p:nvSpPr>
          <p:spPr>
            <a:xfrm>
              <a:off x="8238632" y="1989790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808" name="Rechteck 807">
              <a:extLst>
                <a:ext uri="{FF2B5EF4-FFF2-40B4-BE49-F238E27FC236}">
                  <a16:creationId xmlns:a16="http://schemas.microsoft.com/office/drawing/2014/main" id="{BBC33357-D6F5-386E-2350-0356B55BDB55}"/>
                </a:ext>
              </a:extLst>
            </p:cNvPr>
            <p:cNvSpPr/>
            <p:nvPr/>
          </p:nvSpPr>
          <p:spPr>
            <a:xfrm>
              <a:off x="8238632" y="2169550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grpSp>
        <p:nvGrpSpPr>
          <p:cNvPr id="684" name="Gruppieren 683">
            <a:extLst>
              <a:ext uri="{FF2B5EF4-FFF2-40B4-BE49-F238E27FC236}">
                <a16:creationId xmlns:a16="http://schemas.microsoft.com/office/drawing/2014/main" id="{FBAC2700-E2B5-51D7-3729-9BABF3707F78}"/>
              </a:ext>
            </a:extLst>
          </p:cNvPr>
          <p:cNvGrpSpPr/>
          <p:nvPr/>
        </p:nvGrpSpPr>
        <p:grpSpPr>
          <a:xfrm>
            <a:off x="5955259" y="2611254"/>
            <a:ext cx="433247" cy="720140"/>
            <a:chOff x="7462666" y="2009937"/>
            <a:chExt cx="433247" cy="720140"/>
          </a:xfrm>
        </p:grpSpPr>
        <p:sp>
          <p:nvSpPr>
            <p:cNvPr id="791" name="Rechteck 790">
              <a:extLst>
                <a:ext uri="{FF2B5EF4-FFF2-40B4-BE49-F238E27FC236}">
                  <a16:creationId xmlns:a16="http://schemas.microsoft.com/office/drawing/2014/main" id="{10F40727-7EEE-91EC-CF06-546C4823E453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92" name="Ellipse 791">
              <a:extLst>
                <a:ext uri="{FF2B5EF4-FFF2-40B4-BE49-F238E27FC236}">
                  <a16:creationId xmlns:a16="http://schemas.microsoft.com/office/drawing/2014/main" id="{CAFA8BC6-CF95-99A7-5D0E-90EB6B1E6696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3" name="Ellipse 792">
              <a:extLst>
                <a:ext uri="{FF2B5EF4-FFF2-40B4-BE49-F238E27FC236}">
                  <a16:creationId xmlns:a16="http://schemas.microsoft.com/office/drawing/2014/main" id="{8A0E5A55-BB7E-FA3F-0291-FF4382625569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4" name="Ellipse 793">
              <a:extLst>
                <a:ext uri="{FF2B5EF4-FFF2-40B4-BE49-F238E27FC236}">
                  <a16:creationId xmlns:a16="http://schemas.microsoft.com/office/drawing/2014/main" id="{D4B64063-F75C-AB3B-C9DC-C8A752EFEAE3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5" name="Ellipse 794">
              <a:extLst>
                <a:ext uri="{FF2B5EF4-FFF2-40B4-BE49-F238E27FC236}">
                  <a16:creationId xmlns:a16="http://schemas.microsoft.com/office/drawing/2014/main" id="{B5E51EA1-05F3-F0F5-16E1-FA5095855B74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96" name="Rechteck 795">
              <a:extLst>
                <a:ext uri="{FF2B5EF4-FFF2-40B4-BE49-F238E27FC236}">
                  <a16:creationId xmlns:a16="http://schemas.microsoft.com/office/drawing/2014/main" id="{B52BED49-B93B-2BD4-BC65-DC295A0870A6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97" name="Rechteck 796">
              <a:extLst>
                <a:ext uri="{FF2B5EF4-FFF2-40B4-BE49-F238E27FC236}">
                  <a16:creationId xmlns:a16="http://schemas.microsoft.com/office/drawing/2014/main" id="{CB306782-DE86-647B-F04F-141C4E0F7974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98" name="Rechteck 797">
              <a:extLst>
                <a:ext uri="{FF2B5EF4-FFF2-40B4-BE49-F238E27FC236}">
                  <a16:creationId xmlns:a16="http://schemas.microsoft.com/office/drawing/2014/main" id="{3130E526-FD50-3ACD-B668-AB8AC7B4A17E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99" name="Rechteck 798">
              <a:extLst>
                <a:ext uri="{FF2B5EF4-FFF2-40B4-BE49-F238E27FC236}">
                  <a16:creationId xmlns:a16="http://schemas.microsoft.com/office/drawing/2014/main" id="{B9F75E0F-5861-A122-B7AB-0B1D471A2872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cxnSp>
          <p:nvCxnSpPr>
            <p:cNvPr id="800" name="Gerader Verbinder 799">
              <a:extLst>
                <a:ext uri="{FF2B5EF4-FFF2-40B4-BE49-F238E27FC236}">
                  <a16:creationId xmlns:a16="http://schemas.microsoft.com/office/drawing/2014/main" id="{53581D20-D771-715C-96E2-C6A89086413F}"/>
                </a:ext>
              </a:extLst>
            </p:cNvPr>
            <p:cNvCxnSpPr>
              <a:cxnSpLocks/>
              <a:stCxn id="792" idx="3"/>
              <a:endCxn id="792" idx="7"/>
            </p:cNvCxnSpPr>
            <p:nvPr/>
          </p:nvCxnSpPr>
          <p:spPr>
            <a:xfrm flipV="1">
              <a:off x="7670911" y="2049913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1" name="Gerader Verbinder 800">
              <a:extLst>
                <a:ext uri="{FF2B5EF4-FFF2-40B4-BE49-F238E27FC236}">
                  <a16:creationId xmlns:a16="http://schemas.microsoft.com/office/drawing/2014/main" id="{667DE54B-9041-7E92-1AA3-F8B42C4F57DA}"/>
                </a:ext>
              </a:extLst>
            </p:cNvPr>
            <p:cNvCxnSpPr>
              <a:cxnSpLocks/>
              <a:stCxn id="793" idx="1"/>
              <a:endCxn id="793" idx="5"/>
            </p:cNvCxnSpPr>
            <p:nvPr/>
          </p:nvCxnSpPr>
          <p:spPr>
            <a:xfrm>
              <a:off x="7670911" y="2226088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2" name="Gerader Verbinder 801">
              <a:extLst>
                <a:ext uri="{FF2B5EF4-FFF2-40B4-BE49-F238E27FC236}">
                  <a16:creationId xmlns:a16="http://schemas.microsoft.com/office/drawing/2014/main" id="{1DA8F9C0-12D0-C1A2-3F7D-CE6D7900B0A0}"/>
                </a:ext>
              </a:extLst>
            </p:cNvPr>
            <p:cNvCxnSpPr>
              <a:cxnSpLocks/>
              <a:stCxn id="794" idx="2"/>
              <a:endCxn id="794" idx="6"/>
            </p:cNvCxnSpPr>
            <p:nvPr/>
          </p:nvCxnSpPr>
          <p:spPr>
            <a:xfrm>
              <a:off x="7649823" y="2453175"/>
              <a:ext cx="144000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3" name="Gerader Verbinder 802">
              <a:extLst>
                <a:ext uri="{FF2B5EF4-FFF2-40B4-BE49-F238E27FC236}">
                  <a16:creationId xmlns:a16="http://schemas.microsoft.com/office/drawing/2014/main" id="{67BDF244-032F-141B-C2D5-99C4C50FD0CE}"/>
                </a:ext>
              </a:extLst>
            </p:cNvPr>
            <p:cNvCxnSpPr>
              <a:cxnSpLocks/>
              <a:stCxn id="795" idx="4"/>
              <a:endCxn id="795" idx="0"/>
            </p:cNvCxnSpPr>
            <p:nvPr/>
          </p:nvCxnSpPr>
          <p:spPr>
            <a:xfrm flipV="1">
              <a:off x="7721823" y="2565000"/>
              <a:ext cx="0" cy="14400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5" name="Gruppieren 684">
            <a:extLst>
              <a:ext uri="{FF2B5EF4-FFF2-40B4-BE49-F238E27FC236}">
                <a16:creationId xmlns:a16="http://schemas.microsoft.com/office/drawing/2014/main" id="{FEF681CF-0707-9129-F97D-2E29B914C9AC}"/>
              </a:ext>
            </a:extLst>
          </p:cNvPr>
          <p:cNvGrpSpPr/>
          <p:nvPr/>
        </p:nvGrpSpPr>
        <p:grpSpPr>
          <a:xfrm>
            <a:off x="5955259" y="1863124"/>
            <a:ext cx="433247" cy="720140"/>
            <a:chOff x="7462666" y="2009937"/>
            <a:chExt cx="433247" cy="720140"/>
          </a:xfrm>
        </p:grpSpPr>
        <p:sp>
          <p:nvSpPr>
            <p:cNvPr id="778" name="Rechteck 777">
              <a:extLst>
                <a:ext uri="{FF2B5EF4-FFF2-40B4-BE49-F238E27FC236}">
                  <a16:creationId xmlns:a16="http://schemas.microsoft.com/office/drawing/2014/main" id="{634EF76B-424F-D2FA-2372-D972E803B7E0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79" name="Ellipse 778">
              <a:extLst>
                <a:ext uri="{FF2B5EF4-FFF2-40B4-BE49-F238E27FC236}">
                  <a16:creationId xmlns:a16="http://schemas.microsoft.com/office/drawing/2014/main" id="{5545005A-6798-9D5D-9C8A-69A090E20ACC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0" name="Ellipse 779">
              <a:extLst>
                <a:ext uri="{FF2B5EF4-FFF2-40B4-BE49-F238E27FC236}">
                  <a16:creationId xmlns:a16="http://schemas.microsoft.com/office/drawing/2014/main" id="{60E151F1-06FF-99A5-D6D6-D8D1CBC568F3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1" name="Ellipse 780">
              <a:extLst>
                <a:ext uri="{FF2B5EF4-FFF2-40B4-BE49-F238E27FC236}">
                  <a16:creationId xmlns:a16="http://schemas.microsoft.com/office/drawing/2014/main" id="{FA24085C-A3C4-B261-BA20-44AAF5BB519C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2" name="Ellipse 781">
              <a:extLst>
                <a:ext uri="{FF2B5EF4-FFF2-40B4-BE49-F238E27FC236}">
                  <a16:creationId xmlns:a16="http://schemas.microsoft.com/office/drawing/2014/main" id="{E31DF658-3941-A3F7-8BBB-0DDA2037A0B6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83" name="Rechteck 782">
              <a:extLst>
                <a:ext uri="{FF2B5EF4-FFF2-40B4-BE49-F238E27FC236}">
                  <a16:creationId xmlns:a16="http://schemas.microsoft.com/office/drawing/2014/main" id="{3A607112-A4A5-77A2-E447-4E99A705B5D9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84" name="Rechteck 783">
              <a:extLst>
                <a:ext uri="{FF2B5EF4-FFF2-40B4-BE49-F238E27FC236}">
                  <a16:creationId xmlns:a16="http://schemas.microsoft.com/office/drawing/2014/main" id="{5266BC06-0A57-E2C1-2F55-9DA50193A1D7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85" name="Rechteck 784">
              <a:extLst>
                <a:ext uri="{FF2B5EF4-FFF2-40B4-BE49-F238E27FC236}">
                  <a16:creationId xmlns:a16="http://schemas.microsoft.com/office/drawing/2014/main" id="{62DF29BE-54E3-9E16-1A80-5D6B4DC87E15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86" name="Rechteck 785">
              <a:extLst>
                <a:ext uri="{FF2B5EF4-FFF2-40B4-BE49-F238E27FC236}">
                  <a16:creationId xmlns:a16="http://schemas.microsoft.com/office/drawing/2014/main" id="{02729588-F8E7-BC64-478B-D25EB7DB1BBE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cxnSp>
          <p:nvCxnSpPr>
            <p:cNvPr id="787" name="Gerader Verbinder 786">
              <a:extLst>
                <a:ext uri="{FF2B5EF4-FFF2-40B4-BE49-F238E27FC236}">
                  <a16:creationId xmlns:a16="http://schemas.microsoft.com/office/drawing/2014/main" id="{ABC08117-EE6C-3B2B-226A-D93CA287E2F6}"/>
                </a:ext>
              </a:extLst>
            </p:cNvPr>
            <p:cNvCxnSpPr>
              <a:cxnSpLocks/>
              <a:stCxn id="779" idx="3"/>
              <a:endCxn id="779" idx="7"/>
            </p:cNvCxnSpPr>
            <p:nvPr/>
          </p:nvCxnSpPr>
          <p:spPr>
            <a:xfrm flipV="1">
              <a:off x="7670911" y="2049913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8" name="Gerader Verbinder 787">
              <a:extLst>
                <a:ext uri="{FF2B5EF4-FFF2-40B4-BE49-F238E27FC236}">
                  <a16:creationId xmlns:a16="http://schemas.microsoft.com/office/drawing/2014/main" id="{512E6335-4E42-AD06-01C9-33952A4A621E}"/>
                </a:ext>
              </a:extLst>
            </p:cNvPr>
            <p:cNvCxnSpPr>
              <a:cxnSpLocks/>
              <a:stCxn id="780" idx="1"/>
              <a:endCxn id="780" idx="5"/>
            </p:cNvCxnSpPr>
            <p:nvPr/>
          </p:nvCxnSpPr>
          <p:spPr>
            <a:xfrm>
              <a:off x="7670911" y="2226088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9" name="Gerader Verbinder 788">
              <a:extLst>
                <a:ext uri="{FF2B5EF4-FFF2-40B4-BE49-F238E27FC236}">
                  <a16:creationId xmlns:a16="http://schemas.microsoft.com/office/drawing/2014/main" id="{BAC99B99-8280-74A9-08CB-541F7E99657C}"/>
                </a:ext>
              </a:extLst>
            </p:cNvPr>
            <p:cNvCxnSpPr>
              <a:cxnSpLocks/>
              <a:stCxn id="781" idx="2"/>
              <a:endCxn id="781" idx="6"/>
            </p:cNvCxnSpPr>
            <p:nvPr/>
          </p:nvCxnSpPr>
          <p:spPr>
            <a:xfrm>
              <a:off x="7649823" y="2453175"/>
              <a:ext cx="144000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0" name="Gerader Verbinder 789">
              <a:extLst>
                <a:ext uri="{FF2B5EF4-FFF2-40B4-BE49-F238E27FC236}">
                  <a16:creationId xmlns:a16="http://schemas.microsoft.com/office/drawing/2014/main" id="{FA6020BA-1A25-F5C3-45AC-95C40CED1A63}"/>
                </a:ext>
              </a:extLst>
            </p:cNvPr>
            <p:cNvCxnSpPr>
              <a:cxnSpLocks/>
              <a:stCxn id="782" idx="4"/>
              <a:endCxn id="782" idx="0"/>
            </p:cNvCxnSpPr>
            <p:nvPr/>
          </p:nvCxnSpPr>
          <p:spPr>
            <a:xfrm flipV="1">
              <a:off x="7721823" y="2565000"/>
              <a:ext cx="0" cy="14400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86" name="Gruppieren 685">
            <a:extLst>
              <a:ext uri="{FF2B5EF4-FFF2-40B4-BE49-F238E27FC236}">
                <a16:creationId xmlns:a16="http://schemas.microsoft.com/office/drawing/2014/main" id="{1873DBCA-1BC7-E799-1722-ABBF4780F77D}"/>
              </a:ext>
            </a:extLst>
          </p:cNvPr>
          <p:cNvGrpSpPr/>
          <p:nvPr/>
        </p:nvGrpSpPr>
        <p:grpSpPr>
          <a:xfrm>
            <a:off x="5955259" y="1475848"/>
            <a:ext cx="433247" cy="360620"/>
            <a:chOff x="8238632" y="1988930"/>
            <a:chExt cx="433247" cy="360620"/>
          </a:xfrm>
        </p:grpSpPr>
        <p:sp>
          <p:nvSpPr>
            <p:cNvPr id="773" name="Rechteck 772">
              <a:extLst>
                <a:ext uri="{FF2B5EF4-FFF2-40B4-BE49-F238E27FC236}">
                  <a16:creationId xmlns:a16="http://schemas.microsoft.com/office/drawing/2014/main" id="{51FABF91-2DD3-62B6-24F5-CAD6714A4295}"/>
                </a:ext>
              </a:extLst>
            </p:cNvPr>
            <p:cNvSpPr/>
            <p:nvPr/>
          </p:nvSpPr>
          <p:spPr>
            <a:xfrm>
              <a:off x="8239879" y="1988930"/>
              <a:ext cx="432000" cy="36007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74" name="Ellipse 773">
              <a:extLst>
                <a:ext uri="{FF2B5EF4-FFF2-40B4-BE49-F238E27FC236}">
                  <a16:creationId xmlns:a16="http://schemas.microsoft.com/office/drawing/2014/main" id="{AF0AED45-3E29-07F7-4319-1601B4EC172C}"/>
                </a:ext>
              </a:extLst>
            </p:cNvPr>
            <p:cNvSpPr/>
            <p:nvPr/>
          </p:nvSpPr>
          <p:spPr>
            <a:xfrm>
              <a:off x="8425789" y="2007818"/>
              <a:ext cx="144000" cy="14400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5" name="Ellipse 774">
              <a:extLst>
                <a:ext uri="{FF2B5EF4-FFF2-40B4-BE49-F238E27FC236}">
                  <a16:creationId xmlns:a16="http://schemas.microsoft.com/office/drawing/2014/main" id="{5267ADB3-79D0-44A5-48E4-6C1B02AE2F06}"/>
                </a:ext>
              </a:extLst>
            </p:cNvPr>
            <p:cNvSpPr/>
            <p:nvPr/>
          </p:nvSpPr>
          <p:spPr>
            <a:xfrm>
              <a:off x="8425789" y="2183993"/>
              <a:ext cx="144000" cy="1440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76" name="Rechteck 775">
              <a:extLst>
                <a:ext uri="{FF2B5EF4-FFF2-40B4-BE49-F238E27FC236}">
                  <a16:creationId xmlns:a16="http://schemas.microsoft.com/office/drawing/2014/main" id="{223FC132-2F89-537F-3F8C-B5C1465CC6E2}"/>
                </a:ext>
              </a:extLst>
            </p:cNvPr>
            <p:cNvSpPr/>
            <p:nvPr/>
          </p:nvSpPr>
          <p:spPr>
            <a:xfrm>
              <a:off x="8238632" y="1989790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77" name="Rechteck 776">
              <a:extLst>
                <a:ext uri="{FF2B5EF4-FFF2-40B4-BE49-F238E27FC236}">
                  <a16:creationId xmlns:a16="http://schemas.microsoft.com/office/drawing/2014/main" id="{05430C59-010F-CAEB-7EBC-B1A0BC47D4F2}"/>
                </a:ext>
              </a:extLst>
            </p:cNvPr>
            <p:cNvSpPr/>
            <p:nvPr/>
          </p:nvSpPr>
          <p:spPr>
            <a:xfrm>
              <a:off x="8238632" y="2169550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</p:grpSp>
      <p:grpSp>
        <p:nvGrpSpPr>
          <p:cNvPr id="687" name="Gruppieren 686">
            <a:extLst>
              <a:ext uri="{FF2B5EF4-FFF2-40B4-BE49-F238E27FC236}">
                <a16:creationId xmlns:a16="http://schemas.microsoft.com/office/drawing/2014/main" id="{F557A211-FAFB-1247-CFC4-B56854E5288E}"/>
              </a:ext>
            </a:extLst>
          </p:cNvPr>
          <p:cNvGrpSpPr/>
          <p:nvPr/>
        </p:nvGrpSpPr>
        <p:grpSpPr>
          <a:xfrm>
            <a:off x="5955259" y="729052"/>
            <a:ext cx="433247" cy="720140"/>
            <a:chOff x="7462666" y="2009937"/>
            <a:chExt cx="433247" cy="720140"/>
          </a:xfrm>
        </p:grpSpPr>
        <p:sp>
          <p:nvSpPr>
            <p:cNvPr id="760" name="Rechteck 759">
              <a:extLst>
                <a:ext uri="{FF2B5EF4-FFF2-40B4-BE49-F238E27FC236}">
                  <a16:creationId xmlns:a16="http://schemas.microsoft.com/office/drawing/2014/main" id="{737CC4ED-A8E4-E073-A70F-1AE1FB7E461E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61" name="Ellipse 760">
              <a:extLst>
                <a:ext uri="{FF2B5EF4-FFF2-40B4-BE49-F238E27FC236}">
                  <a16:creationId xmlns:a16="http://schemas.microsoft.com/office/drawing/2014/main" id="{9791C1D0-656C-AB39-E102-A64A863B4108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2" name="Ellipse 761">
              <a:extLst>
                <a:ext uri="{FF2B5EF4-FFF2-40B4-BE49-F238E27FC236}">
                  <a16:creationId xmlns:a16="http://schemas.microsoft.com/office/drawing/2014/main" id="{BE2CCCCD-587A-4FB3-4B32-004F11FABAB1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3" name="Ellipse 762">
              <a:extLst>
                <a:ext uri="{FF2B5EF4-FFF2-40B4-BE49-F238E27FC236}">
                  <a16:creationId xmlns:a16="http://schemas.microsoft.com/office/drawing/2014/main" id="{6B12FC44-71D7-2E5A-ED50-3736DA7CB153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4" name="Ellipse 763">
              <a:extLst>
                <a:ext uri="{FF2B5EF4-FFF2-40B4-BE49-F238E27FC236}">
                  <a16:creationId xmlns:a16="http://schemas.microsoft.com/office/drawing/2014/main" id="{9D1110CB-F0F9-289D-2BA8-5BB4FE6CE120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65" name="Rechteck 764">
              <a:extLst>
                <a:ext uri="{FF2B5EF4-FFF2-40B4-BE49-F238E27FC236}">
                  <a16:creationId xmlns:a16="http://schemas.microsoft.com/office/drawing/2014/main" id="{F17BF480-5830-74EB-F5BD-3A058FB1EA3F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66" name="Rechteck 765">
              <a:extLst>
                <a:ext uri="{FF2B5EF4-FFF2-40B4-BE49-F238E27FC236}">
                  <a16:creationId xmlns:a16="http://schemas.microsoft.com/office/drawing/2014/main" id="{BB7EBA07-421C-658A-BCBA-A6808058DD89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67" name="Rechteck 766">
              <a:extLst>
                <a:ext uri="{FF2B5EF4-FFF2-40B4-BE49-F238E27FC236}">
                  <a16:creationId xmlns:a16="http://schemas.microsoft.com/office/drawing/2014/main" id="{1208B440-11A8-2C10-6775-D485A9913207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68" name="Rechteck 767">
              <a:extLst>
                <a:ext uri="{FF2B5EF4-FFF2-40B4-BE49-F238E27FC236}">
                  <a16:creationId xmlns:a16="http://schemas.microsoft.com/office/drawing/2014/main" id="{D79E03DD-5424-DC43-5B8A-88CF22C5D808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cxnSp>
          <p:nvCxnSpPr>
            <p:cNvPr id="769" name="Gerader Verbinder 768">
              <a:extLst>
                <a:ext uri="{FF2B5EF4-FFF2-40B4-BE49-F238E27FC236}">
                  <a16:creationId xmlns:a16="http://schemas.microsoft.com/office/drawing/2014/main" id="{0E43CE6D-E1EA-2C6C-ACE0-D7449F7C0AF8}"/>
                </a:ext>
              </a:extLst>
            </p:cNvPr>
            <p:cNvCxnSpPr>
              <a:cxnSpLocks/>
              <a:stCxn id="761" idx="3"/>
              <a:endCxn id="761" idx="7"/>
            </p:cNvCxnSpPr>
            <p:nvPr/>
          </p:nvCxnSpPr>
          <p:spPr>
            <a:xfrm flipV="1">
              <a:off x="7670911" y="2049913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0" name="Gerader Verbinder 769">
              <a:extLst>
                <a:ext uri="{FF2B5EF4-FFF2-40B4-BE49-F238E27FC236}">
                  <a16:creationId xmlns:a16="http://schemas.microsoft.com/office/drawing/2014/main" id="{10442B64-2D5A-EBE1-3A16-438DAEE208BC}"/>
                </a:ext>
              </a:extLst>
            </p:cNvPr>
            <p:cNvCxnSpPr>
              <a:cxnSpLocks/>
              <a:stCxn id="762" idx="1"/>
              <a:endCxn id="762" idx="5"/>
            </p:cNvCxnSpPr>
            <p:nvPr/>
          </p:nvCxnSpPr>
          <p:spPr>
            <a:xfrm>
              <a:off x="7670911" y="2226088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1" name="Gerader Verbinder 770">
              <a:extLst>
                <a:ext uri="{FF2B5EF4-FFF2-40B4-BE49-F238E27FC236}">
                  <a16:creationId xmlns:a16="http://schemas.microsoft.com/office/drawing/2014/main" id="{5728B37B-3567-27EA-76B9-B17EC45B3485}"/>
                </a:ext>
              </a:extLst>
            </p:cNvPr>
            <p:cNvCxnSpPr>
              <a:cxnSpLocks/>
              <a:stCxn id="763" idx="2"/>
              <a:endCxn id="763" idx="6"/>
            </p:cNvCxnSpPr>
            <p:nvPr/>
          </p:nvCxnSpPr>
          <p:spPr>
            <a:xfrm>
              <a:off x="7649823" y="2453175"/>
              <a:ext cx="144000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2" name="Gerader Verbinder 771">
              <a:extLst>
                <a:ext uri="{FF2B5EF4-FFF2-40B4-BE49-F238E27FC236}">
                  <a16:creationId xmlns:a16="http://schemas.microsoft.com/office/drawing/2014/main" id="{07B784B5-114B-51EC-E38E-CCA016A88325}"/>
                </a:ext>
              </a:extLst>
            </p:cNvPr>
            <p:cNvCxnSpPr>
              <a:cxnSpLocks/>
              <a:stCxn id="764" idx="4"/>
              <a:endCxn id="764" idx="0"/>
            </p:cNvCxnSpPr>
            <p:nvPr/>
          </p:nvCxnSpPr>
          <p:spPr>
            <a:xfrm flipV="1">
              <a:off x="7721823" y="2565000"/>
              <a:ext cx="0" cy="14400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9" name="Rechteck: abgerundete Ecken 688">
            <a:extLst>
              <a:ext uri="{FF2B5EF4-FFF2-40B4-BE49-F238E27FC236}">
                <a16:creationId xmlns:a16="http://schemas.microsoft.com/office/drawing/2014/main" id="{E2BEC1EB-DA29-CCAB-C62A-C18CF79A90C4}"/>
              </a:ext>
            </a:extLst>
          </p:cNvPr>
          <p:cNvSpPr/>
          <p:nvPr/>
        </p:nvSpPr>
        <p:spPr>
          <a:xfrm>
            <a:off x="7558755" y="3213225"/>
            <a:ext cx="90000" cy="162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0" name="Rechteck: abgerundete Ecken 689">
            <a:extLst>
              <a:ext uri="{FF2B5EF4-FFF2-40B4-BE49-F238E27FC236}">
                <a16:creationId xmlns:a16="http://schemas.microsoft.com/office/drawing/2014/main" id="{17F37042-02B6-4C75-D27F-2C48BC47EB28}"/>
              </a:ext>
            </a:extLst>
          </p:cNvPr>
          <p:cNvSpPr/>
          <p:nvPr/>
        </p:nvSpPr>
        <p:spPr>
          <a:xfrm>
            <a:off x="7373410" y="3213225"/>
            <a:ext cx="90000" cy="162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1" name="Rechteck: abgerundete Ecken 690">
            <a:extLst>
              <a:ext uri="{FF2B5EF4-FFF2-40B4-BE49-F238E27FC236}">
                <a16:creationId xmlns:a16="http://schemas.microsoft.com/office/drawing/2014/main" id="{2C7176B6-951A-F593-4EC7-67601E8A1735}"/>
              </a:ext>
            </a:extLst>
          </p:cNvPr>
          <p:cNvSpPr/>
          <p:nvPr/>
        </p:nvSpPr>
        <p:spPr>
          <a:xfrm>
            <a:off x="7188065" y="3216303"/>
            <a:ext cx="90000" cy="16200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92" name="Textfeld 691">
            <a:extLst>
              <a:ext uri="{FF2B5EF4-FFF2-40B4-BE49-F238E27FC236}">
                <a16:creationId xmlns:a16="http://schemas.microsoft.com/office/drawing/2014/main" id="{A142DAE1-F725-DB21-1FF5-AECDC977CC67}"/>
              </a:ext>
            </a:extLst>
          </p:cNvPr>
          <p:cNvSpPr txBox="1"/>
          <p:nvPr/>
        </p:nvSpPr>
        <p:spPr>
          <a:xfrm>
            <a:off x="8605463" y="3705117"/>
            <a:ext cx="661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RS485A</a:t>
            </a:r>
          </a:p>
        </p:txBody>
      </p:sp>
      <p:sp>
        <p:nvSpPr>
          <p:cNvPr id="693" name="Textfeld 692">
            <a:extLst>
              <a:ext uri="{FF2B5EF4-FFF2-40B4-BE49-F238E27FC236}">
                <a16:creationId xmlns:a16="http://schemas.microsoft.com/office/drawing/2014/main" id="{07609480-8783-CEF6-0586-2AC51F428053}"/>
              </a:ext>
            </a:extLst>
          </p:cNvPr>
          <p:cNvSpPr txBox="1"/>
          <p:nvPr/>
        </p:nvSpPr>
        <p:spPr>
          <a:xfrm>
            <a:off x="8608708" y="4057834"/>
            <a:ext cx="661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RS485A</a:t>
            </a:r>
          </a:p>
        </p:txBody>
      </p:sp>
      <p:sp>
        <p:nvSpPr>
          <p:cNvPr id="694" name="Textfeld 693">
            <a:extLst>
              <a:ext uri="{FF2B5EF4-FFF2-40B4-BE49-F238E27FC236}">
                <a16:creationId xmlns:a16="http://schemas.microsoft.com/office/drawing/2014/main" id="{0BBE3E73-7FA1-E60F-79C0-62C6C842336A}"/>
              </a:ext>
            </a:extLst>
          </p:cNvPr>
          <p:cNvSpPr txBox="1"/>
          <p:nvPr/>
        </p:nvSpPr>
        <p:spPr>
          <a:xfrm>
            <a:off x="8610282" y="3884725"/>
            <a:ext cx="661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RS485B</a:t>
            </a:r>
          </a:p>
        </p:txBody>
      </p:sp>
      <p:sp>
        <p:nvSpPr>
          <p:cNvPr id="695" name="Textfeld 694">
            <a:extLst>
              <a:ext uri="{FF2B5EF4-FFF2-40B4-BE49-F238E27FC236}">
                <a16:creationId xmlns:a16="http://schemas.microsoft.com/office/drawing/2014/main" id="{381C2CC8-43D1-4AD8-0D00-FFAF957D9D3E}"/>
              </a:ext>
            </a:extLst>
          </p:cNvPr>
          <p:cNvSpPr txBox="1"/>
          <p:nvPr/>
        </p:nvSpPr>
        <p:spPr>
          <a:xfrm>
            <a:off x="8613546" y="4237442"/>
            <a:ext cx="6619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RS485B</a:t>
            </a:r>
          </a:p>
        </p:txBody>
      </p:sp>
      <p:sp>
        <p:nvSpPr>
          <p:cNvPr id="696" name="Textfeld 695">
            <a:extLst>
              <a:ext uri="{FF2B5EF4-FFF2-40B4-BE49-F238E27FC236}">
                <a16:creationId xmlns:a16="http://schemas.microsoft.com/office/drawing/2014/main" id="{CD576A29-92E6-B746-10A5-57A751A7F69A}"/>
              </a:ext>
            </a:extLst>
          </p:cNvPr>
          <p:cNvSpPr txBox="1"/>
          <p:nvPr/>
        </p:nvSpPr>
        <p:spPr>
          <a:xfrm>
            <a:off x="8616612" y="715433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A1</a:t>
            </a:r>
          </a:p>
        </p:txBody>
      </p:sp>
      <p:sp>
        <p:nvSpPr>
          <p:cNvPr id="697" name="Textfeld 696">
            <a:extLst>
              <a:ext uri="{FF2B5EF4-FFF2-40B4-BE49-F238E27FC236}">
                <a16:creationId xmlns:a16="http://schemas.microsoft.com/office/drawing/2014/main" id="{04383733-4D21-B5AD-5E2E-EA1254114F75}"/>
              </a:ext>
            </a:extLst>
          </p:cNvPr>
          <p:cNvSpPr txBox="1"/>
          <p:nvPr/>
        </p:nvSpPr>
        <p:spPr>
          <a:xfrm>
            <a:off x="8611540" y="892161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698" name="Textfeld 697">
            <a:extLst>
              <a:ext uri="{FF2B5EF4-FFF2-40B4-BE49-F238E27FC236}">
                <a16:creationId xmlns:a16="http://schemas.microsoft.com/office/drawing/2014/main" id="{0D248EC1-CD1D-4B27-DEB1-09922C60E856}"/>
              </a:ext>
            </a:extLst>
          </p:cNvPr>
          <p:cNvSpPr txBox="1"/>
          <p:nvPr/>
        </p:nvSpPr>
        <p:spPr>
          <a:xfrm>
            <a:off x="8613984" y="1068617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A2</a:t>
            </a:r>
          </a:p>
        </p:txBody>
      </p:sp>
      <p:sp>
        <p:nvSpPr>
          <p:cNvPr id="699" name="Textfeld 698">
            <a:extLst>
              <a:ext uri="{FF2B5EF4-FFF2-40B4-BE49-F238E27FC236}">
                <a16:creationId xmlns:a16="http://schemas.microsoft.com/office/drawing/2014/main" id="{48CD5505-F934-C901-E303-9248C321821B}"/>
              </a:ext>
            </a:extLst>
          </p:cNvPr>
          <p:cNvSpPr txBox="1"/>
          <p:nvPr/>
        </p:nvSpPr>
        <p:spPr>
          <a:xfrm>
            <a:off x="8608912" y="1251441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700" name="Textfeld 699">
            <a:extLst>
              <a:ext uri="{FF2B5EF4-FFF2-40B4-BE49-F238E27FC236}">
                <a16:creationId xmlns:a16="http://schemas.microsoft.com/office/drawing/2014/main" id="{D1C4E9FE-3AA2-3820-8974-53DC31703DA9}"/>
              </a:ext>
            </a:extLst>
          </p:cNvPr>
          <p:cNvSpPr txBox="1"/>
          <p:nvPr/>
        </p:nvSpPr>
        <p:spPr>
          <a:xfrm>
            <a:off x="8624190" y="1475870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A3</a:t>
            </a:r>
          </a:p>
        </p:txBody>
      </p:sp>
      <p:sp>
        <p:nvSpPr>
          <p:cNvPr id="701" name="Textfeld 700">
            <a:extLst>
              <a:ext uri="{FF2B5EF4-FFF2-40B4-BE49-F238E27FC236}">
                <a16:creationId xmlns:a16="http://schemas.microsoft.com/office/drawing/2014/main" id="{C4781870-43C1-EA32-D636-26168DAC47CE}"/>
              </a:ext>
            </a:extLst>
          </p:cNvPr>
          <p:cNvSpPr txBox="1"/>
          <p:nvPr/>
        </p:nvSpPr>
        <p:spPr>
          <a:xfrm>
            <a:off x="8619118" y="1652598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702" name="Textfeld 701">
            <a:extLst>
              <a:ext uri="{FF2B5EF4-FFF2-40B4-BE49-F238E27FC236}">
                <a16:creationId xmlns:a16="http://schemas.microsoft.com/office/drawing/2014/main" id="{AF95A92B-3FC2-573A-6112-38E7A8235173}"/>
              </a:ext>
            </a:extLst>
          </p:cNvPr>
          <p:cNvSpPr txBox="1"/>
          <p:nvPr/>
        </p:nvSpPr>
        <p:spPr>
          <a:xfrm>
            <a:off x="8621562" y="1829054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A4</a:t>
            </a:r>
          </a:p>
        </p:txBody>
      </p:sp>
      <p:sp>
        <p:nvSpPr>
          <p:cNvPr id="703" name="Textfeld 702">
            <a:extLst>
              <a:ext uri="{FF2B5EF4-FFF2-40B4-BE49-F238E27FC236}">
                <a16:creationId xmlns:a16="http://schemas.microsoft.com/office/drawing/2014/main" id="{2C6EAD7B-3D95-7E02-124A-A8A0439D1E58}"/>
              </a:ext>
            </a:extLst>
          </p:cNvPr>
          <p:cNvSpPr txBox="1"/>
          <p:nvPr/>
        </p:nvSpPr>
        <p:spPr>
          <a:xfrm>
            <a:off x="8616490" y="2011878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704" name="Textfeld 703">
            <a:extLst>
              <a:ext uri="{FF2B5EF4-FFF2-40B4-BE49-F238E27FC236}">
                <a16:creationId xmlns:a16="http://schemas.microsoft.com/office/drawing/2014/main" id="{4FD1B9D0-5CED-3C31-10BE-6720B176B007}"/>
              </a:ext>
            </a:extLst>
          </p:cNvPr>
          <p:cNvSpPr txBox="1"/>
          <p:nvPr/>
        </p:nvSpPr>
        <p:spPr>
          <a:xfrm>
            <a:off x="8635147" y="2217665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A5</a:t>
            </a:r>
          </a:p>
        </p:txBody>
      </p:sp>
      <p:sp>
        <p:nvSpPr>
          <p:cNvPr id="705" name="Textfeld 704">
            <a:extLst>
              <a:ext uri="{FF2B5EF4-FFF2-40B4-BE49-F238E27FC236}">
                <a16:creationId xmlns:a16="http://schemas.microsoft.com/office/drawing/2014/main" id="{8A345A64-3E08-6205-DFBA-D869E91828DB}"/>
              </a:ext>
            </a:extLst>
          </p:cNvPr>
          <p:cNvSpPr txBox="1"/>
          <p:nvPr/>
        </p:nvSpPr>
        <p:spPr>
          <a:xfrm>
            <a:off x="8630075" y="2394393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706" name="Textfeld 705">
            <a:extLst>
              <a:ext uri="{FF2B5EF4-FFF2-40B4-BE49-F238E27FC236}">
                <a16:creationId xmlns:a16="http://schemas.microsoft.com/office/drawing/2014/main" id="{38A237EE-8989-511E-E94B-6BB1178B4F0B}"/>
              </a:ext>
            </a:extLst>
          </p:cNvPr>
          <p:cNvSpPr txBox="1"/>
          <p:nvPr/>
        </p:nvSpPr>
        <p:spPr>
          <a:xfrm>
            <a:off x="8632519" y="2570849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A6</a:t>
            </a:r>
          </a:p>
        </p:txBody>
      </p:sp>
      <p:sp>
        <p:nvSpPr>
          <p:cNvPr id="707" name="Textfeld 706">
            <a:extLst>
              <a:ext uri="{FF2B5EF4-FFF2-40B4-BE49-F238E27FC236}">
                <a16:creationId xmlns:a16="http://schemas.microsoft.com/office/drawing/2014/main" id="{B148CDB2-0EDB-2296-2E97-377963AE3EC3}"/>
              </a:ext>
            </a:extLst>
          </p:cNvPr>
          <p:cNvSpPr txBox="1"/>
          <p:nvPr/>
        </p:nvSpPr>
        <p:spPr>
          <a:xfrm>
            <a:off x="8627447" y="2753673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708" name="Textfeld 707">
            <a:extLst>
              <a:ext uri="{FF2B5EF4-FFF2-40B4-BE49-F238E27FC236}">
                <a16:creationId xmlns:a16="http://schemas.microsoft.com/office/drawing/2014/main" id="{1AF4542B-148E-EFCB-51AC-48C9FDAC6B10}"/>
              </a:ext>
            </a:extLst>
          </p:cNvPr>
          <p:cNvSpPr txBox="1"/>
          <p:nvPr/>
        </p:nvSpPr>
        <p:spPr>
          <a:xfrm>
            <a:off x="8639880" y="2956278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A7</a:t>
            </a:r>
          </a:p>
        </p:txBody>
      </p:sp>
      <p:sp>
        <p:nvSpPr>
          <p:cNvPr id="709" name="Textfeld 708">
            <a:extLst>
              <a:ext uri="{FF2B5EF4-FFF2-40B4-BE49-F238E27FC236}">
                <a16:creationId xmlns:a16="http://schemas.microsoft.com/office/drawing/2014/main" id="{698678D6-B404-067C-7EB5-402E949F04D1}"/>
              </a:ext>
            </a:extLst>
          </p:cNvPr>
          <p:cNvSpPr txBox="1"/>
          <p:nvPr/>
        </p:nvSpPr>
        <p:spPr>
          <a:xfrm>
            <a:off x="8634808" y="3133006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710" name="Textfeld 709">
            <a:extLst>
              <a:ext uri="{FF2B5EF4-FFF2-40B4-BE49-F238E27FC236}">
                <a16:creationId xmlns:a16="http://schemas.microsoft.com/office/drawing/2014/main" id="{29366288-A461-72FB-BAB6-9CF63A294684}"/>
              </a:ext>
            </a:extLst>
          </p:cNvPr>
          <p:cNvSpPr txBox="1"/>
          <p:nvPr/>
        </p:nvSpPr>
        <p:spPr>
          <a:xfrm>
            <a:off x="8637252" y="3309462"/>
            <a:ext cx="3529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A8</a:t>
            </a:r>
          </a:p>
        </p:txBody>
      </p:sp>
      <p:sp>
        <p:nvSpPr>
          <p:cNvPr id="711" name="Textfeld 710">
            <a:extLst>
              <a:ext uri="{FF2B5EF4-FFF2-40B4-BE49-F238E27FC236}">
                <a16:creationId xmlns:a16="http://schemas.microsoft.com/office/drawing/2014/main" id="{0D31AB56-D894-3B35-5813-C6A015DDB68F}"/>
              </a:ext>
            </a:extLst>
          </p:cNvPr>
          <p:cNvSpPr txBox="1"/>
          <p:nvPr/>
        </p:nvSpPr>
        <p:spPr>
          <a:xfrm>
            <a:off x="8632180" y="3492286"/>
            <a:ext cx="47641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GND</a:t>
            </a:r>
          </a:p>
        </p:txBody>
      </p:sp>
      <p:sp>
        <p:nvSpPr>
          <p:cNvPr id="712" name="Textfeld 711">
            <a:extLst>
              <a:ext uri="{FF2B5EF4-FFF2-40B4-BE49-F238E27FC236}">
                <a16:creationId xmlns:a16="http://schemas.microsoft.com/office/drawing/2014/main" id="{E474837A-5253-DFC8-F985-D69FD318D0A6}"/>
              </a:ext>
            </a:extLst>
          </p:cNvPr>
          <p:cNvSpPr txBox="1"/>
          <p:nvPr/>
        </p:nvSpPr>
        <p:spPr>
          <a:xfrm>
            <a:off x="5518430" y="3321052"/>
            <a:ext cx="476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GND</a:t>
            </a:r>
          </a:p>
        </p:txBody>
      </p:sp>
      <p:sp>
        <p:nvSpPr>
          <p:cNvPr id="714" name="Textfeld 713">
            <a:extLst>
              <a:ext uri="{FF2B5EF4-FFF2-40B4-BE49-F238E27FC236}">
                <a16:creationId xmlns:a16="http://schemas.microsoft.com/office/drawing/2014/main" id="{E8DCEF60-D90B-BA7C-BB1C-3259BA9BA676}"/>
              </a:ext>
            </a:extLst>
          </p:cNvPr>
          <p:cNvSpPr txBox="1"/>
          <p:nvPr/>
        </p:nvSpPr>
        <p:spPr>
          <a:xfrm>
            <a:off x="5516235" y="1438918"/>
            <a:ext cx="47641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GND</a:t>
            </a:r>
          </a:p>
        </p:txBody>
      </p:sp>
      <p:sp>
        <p:nvSpPr>
          <p:cNvPr id="716" name="Textfeld 715">
            <a:extLst>
              <a:ext uri="{FF2B5EF4-FFF2-40B4-BE49-F238E27FC236}">
                <a16:creationId xmlns:a16="http://schemas.microsoft.com/office/drawing/2014/main" id="{13555CFC-187F-3C88-DFED-5B8ADD14D8D1}"/>
              </a:ext>
            </a:extLst>
          </p:cNvPr>
          <p:cNvSpPr txBox="1"/>
          <p:nvPr/>
        </p:nvSpPr>
        <p:spPr>
          <a:xfrm>
            <a:off x="5605710" y="3710782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M7</a:t>
            </a:r>
          </a:p>
        </p:txBody>
      </p:sp>
      <p:sp>
        <p:nvSpPr>
          <p:cNvPr id="717" name="Textfeld 716">
            <a:extLst>
              <a:ext uri="{FF2B5EF4-FFF2-40B4-BE49-F238E27FC236}">
                <a16:creationId xmlns:a16="http://schemas.microsoft.com/office/drawing/2014/main" id="{1617052D-DC10-4709-64F1-2BA971AC38B0}"/>
              </a:ext>
            </a:extLst>
          </p:cNvPr>
          <p:cNvSpPr txBox="1"/>
          <p:nvPr/>
        </p:nvSpPr>
        <p:spPr>
          <a:xfrm>
            <a:off x="5605710" y="3887510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M7</a:t>
            </a:r>
          </a:p>
        </p:txBody>
      </p:sp>
      <p:sp>
        <p:nvSpPr>
          <p:cNvPr id="718" name="Textfeld 717">
            <a:extLst>
              <a:ext uri="{FF2B5EF4-FFF2-40B4-BE49-F238E27FC236}">
                <a16:creationId xmlns:a16="http://schemas.microsoft.com/office/drawing/2014/main" id="{580D419A-ECA6-A2CC-C1FB-CB8DBCB52963}"/>
              </a:ext>
            </a:extLst>
          </p:cNvPr>
          <p:cNvSpPr txBox="1"/>
          <p:nvPr/>
        </p:nvSpPr>
        <p:spPr>
          <a:xfrm>
            <a:off x="5605710" y="4063966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M8</a:t>
            </a:r>
          </a:p>
        </p:txBody>
      </p:sp>
      <p:sp>
        <p:nvSpPr>
          <p:cNvPr id="719" name="Textfeld 718">
            <a:extLst>
              <a:ext uri="{FF2B5EF4-FFF2-40B4-BE49-F238E27FC236}">
                <a16:creationId xmlns:a16="http://schemas.microsoft.com/office/drawing/2014/main" id="{C5E6431D-9F17-C269-8AB1-57CEC420EEB6}"/>
              </a:ext>
            </a:extLst>
          </p:cNvPr>
          <p:cNvSpPr txBox="1"/>
          <p:nvPr/>
        </p:nvSpPr>
        <p:spPr>
          <a:xfrm>
            <a:off x="5605710" y="4246790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M8</a:t>
            </a:r>
          </a:p>
        </p:txBody>
      </p:sp>
      <p:sp>
        <p:nvSpPr>
          <p:cNvPr id="720" name="Textfeld 719">
            <a:extLst>
              <a:ext uri="{FF2B5EF4-FFF2-40B4-BE49-F238E27FC236}">
                <a16:creationId xmlns:a16="http://schemas.microsoft.com/office/drawing/2014/main" id="{E441E2D2-BFEA-560E-8054-4D739B666306}"/>
              </a:ext>
            </a:extLst>
          </p:cNvPr>
          <p:cNvSpPr txBox="1"/>
          <p:nvPr/>
        </p:nvSpPr>
        <p:spPr>
          <a:xfrm>
            <a:off x="5602703" y="2558066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M5</a:t>
            </a:r>
          </a:p>
        </p:txBody>
      </p:sp>
      <p:sp>
        <p:nvSpPr>
          <p:cNvPr id="721" name="Textfeld 720">
            <a:extLst>
              <a:ext uri="{FF2B5EF4-FFF2-40B4-BE49-F238E27FC236}">
                <a16:creationId xmlns:a16="http://schemas.microsoft.com/office/drawing/2014/main" id="{944B25A3-DEF9-3974-3029-110D33C35AAC}"/>
              </a:ext>
            </a:extLst>
          </p:cNvPr>
          <p:cNvSpPr txBox="1"/>
          <p:nvPr/>
        </p:nvSpPr>
        <p:spPr>
          <a:xfrm>
            <a:off x="5602703" y="2734794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M5</a:t>
            </a:r>
          </a:p>
        </p:txBody>
      </p:sp>
      <p:sp>
        <p:nvSpPr>
          <p:cNvPr id="722" name="Textfeld 721">
            <a:extLst>
              <a:ext uri="{FF2B5EF4-FFF2-40B4-BE49-F238E27FC236}">
                <a16:creationId xmlns:a16="http://schemas.microsoft.com/office/drawing/2014/main" id="{3254F0BB-3D74-6D4A-4965-4DEACA6CF986}"/>
              </a:ext>
            </a:extLst>
          </p:cNvPr>
          <p:cNvSpPr txBox="1"/>
          <p:nvPr/>
        </p:nvSpPr>
        <p:spPr>
          <a:xfrm>
            <a:off x="5602703" y="2911250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M6</a:t>
            </a:r>
          </a:p>
        </p:txBody>
      </p:sp>
      <p:sp>
        <p:nvSpPr>
          <p:cNvPr id="723" name="Textfeld 722">
            <a:extLst>
              <a:ext uri="{FF2B5EF4-FFF2-40B4-BE49-F238E27FC236}">
                <a16:creationId xmlns:a16="http://schemas.microsoft.com/office/drawing/2014/main" id="{3C6EF991-6B1A-9FB0-302C-CBAAC40E9766}"/>
              </a:ext>
            </a:extLst>
          </p:cNvPr>
          <p:cNvSpPr txBox="1"/>
          <p:nvPr/>
        </p:nvSpPr>
        <p:spPr>
          <a:xfrm>
            <a:off x="5602703" y="3094074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M6</a:t>
            </a:r>
          </a:p>
        </p:txBody>
      </p:sp>
      <p:sp>
        <p:nvSpPr>
          <p:cNvPr id="724" name="Textfeld 723">
            <a:extLst>
              <a:ext uri="{FF2B5EF4-FFF2-40B4-BE49-F238E27FC236}">
                <a16:creationId xmlns:a16="http://schemas.microsoft.com/office/drawing/2014/main" id="{A6285F27-37C0-400F-8D61-30888C83B8D4}"/>
              </a:ext>
            </a:extLst>
          </p:cNvPr>
          <p:cNvSpPr txBox="1"/>
          <p:nvPr/>
        </p:nvSpPr>
        <p:spPr>
          <a:xfrm>
            <a:off x="5597871" y="1806824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M3</a:t>
            </a:r>
          </a:p>
        </p:txBody>
      </p:sp>
      <p:sp>
        <p:nvSpPr>
          <p:cNvPr id="725" name="Textfeld 724">
            <a:extLst>
              <a:ext uri="{FF2B5EF4-FFF2-40B4-BE49-F238E27FC236}">
                <a16:creationId xmlns:a16="http://schemas.microsoft.com/office/drawing/2014/main" id="{7CE538DB-250D-85BE-1F61-941779529B01}"/>
              </a:ext>
            </a:extLst>
          </p:cNvPr>
          <p:cNvSpPr txBox="1"/>
          <p:nvPr/>
        </p:nvSpPr>
        <p:spPr>
          <a:xfrm>
            <a:off x="5597871" y="1983552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M3</a:t>
            </a:r>
          </a:p>
        </p:txBody>
      </p:sp>
      <p:sp>
        <p:nvSpPr>
          <p:cNvPr id="726" name="Textfeld 725">
            <a:extLst>
              <a:ext uri="{FF2B5EF4-FFF2-40B4-BE49-F238E27FC236}">
                <a16:creationId xmlns:a16="http://schemas.microsoft.com/office/drawing/2014/main" id="{670549F4-88A1-F08D-027A-4A54443FE88A}"/>
              </a:ext>
            </a:extLst>
          </p:cNvPr>
          <p:cNvSpPr txBox="1"/>
          <p:nvPr/>
        </p:nvSpPr>
        <p:spPr>
          <a:xfrm>
            <a:off x="5597871" y="2160008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M4</a:t>
            </a:r>
          </a:p>
        </p:txBody>
      </p:sp>
      <p:sp>
        <p:nvSpPr>
          <p:cNvPr id="727" name="Textfeld 726">
            <a:extLst>
              <a:ext uri="{FF2B5EF4-FFF2-40B4-BE49-F238E27FC236}">
                <a16:creationId xmlns:a16="http://schemas.microsoft.com/office/drawing/2014/main" id="{DAE43D01-F26B-1255-57E6-778E928374E2}"/>
              </a:ext>
            </a:extLst>
          </p:cNvPr>
          <p:cNvSpPr txBox="1"/>
          <p:nvPr/>
        </p:nvSpPr>
        <p:spPr>
          <a:xfrm>
            <a:off x="5597871" y="2342832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M4</a:t>
            </a:r>
          </a:p>
        </p:txBody>
      </p:sp>
      <p:sp>
        <p:nvSpPr>
          <p:cNvPr id="728" name="Textfeld 727">
            <a:extLst>
              <a:ext uri="{FF2B5EF4-FFF2-40B4-BE49-F238E27FC236}">
                <a16:creationId xmlns:a16="http://schemas.microsoft.com/office/drawing/2014/main" id="{1E509D39-B6BF-6C92-48D3-0F014B87F785}"/>
              </a:ext>
            </a:extLst>
          </p:cNvPr>
          <p:cNvSpPr txBox="1"/>
          <p:nvPr/>
        </p:nvSpPr>
        <p:spPr>
          <a:xfrm>
            <a:off x="5597221" y="674822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M1</a:t>
            </a:r>
          </a:p>
        </p:txBody>
      </p:sp>
      <p:sp>
        <p:nvSpPr>
          <p:cNvPr id="729" name="Textfeld 728">
            <a:extLst>
              <a:ext uri="{FF2B5EF4-FFF2-40B4-BE49-F238E27FC236}">
                <a16:creationId xmlns:a16="http://schemas.microsoft.com/office/drawing/2014/main" id="{0FB19AEF-494B-5E0B-327C-F76E47CAE0C4}"/>
              </a:ext>
            </a:extLst>
          </p:cNvPr>
          <p:cNvSpPr txBox="1"/>
          <p:nvPr/>
        </p:nvSpPr>
        <p:spPr>
          <a:xfrm>
            <a:off x="5597221" y="851550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M1</a:t>
            </a:r>
          </a:p>
        </p:txBody>
      </p:sp>
      <p:sp>
        <p:nvSpPr>
          <p:cNvPr id="730" name="Textfeld 729">
            <a:extLst>
              <a:ext uri="{FF2B5EF4-FFF2-40B4-BE49-F238E27FC236}">
                <a16:creationId xmlns:a16="http://schemas.microsoft.com/office/drawing/2014/main" id="{BE72315B-C6B3-3129-5447-4F0562769F68}"/>
              </a:ext>
            </a:extLst>
          </p:cNvPr>
          <p:cNvSpPr txBox="1"/>
          <p:nvPr/>
        </p:nvSpPr>
        <p:spPr>
          <a:xfrm>
            <a:off x="5597221" y="1028006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M2</a:t>
            </a:r>
          </a:p>
        </p:txBody>
      </p:sp>
      <p:sp>
        <p:nvSpPr>
          <p:cNvPr id="731" name="Textfeld 730">
            <a:extLst>
              <a:ext uri="{FF2B5EF4-FFF2-40B4-BE49-F238E27FC236}">
                <a16:creationId xmlns:a16="http://schemas.microsoft.com/office/drawing/2014/main" id="{9FC2392F-50F9-95C0-EA26-56E8C7E4D470}"/>
              </a:ext>
            </a:extLst>
          </p:cNvPr>
          <p:cNvSpPr txBox="1"/>
          <p:nvPr/>
        </p:nvSpPr>
        <p:spPr>
          <a:xfrm>
            <a:off x="5597221" y="1210830"/>
            <a:ext cx="3946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M2</a:t>
            </a:r>
          </a:p>
        </p:txBody>
      </p:sp>
      <p:grpSp>
        <p:nvGrpSpPr>
          <p:cNvPr id="732" name="Gruppieren 731">
            <a:extLst>
              <a:ext uri="{FF2B5EF4-FFF2-40B4-BE49-F238E27FC236}">
                <a16:creationId xmlns:a16="http://schemas.microsoft.com/office/drawing/2014/main" id="{F4D98EF3-D9F1-F518-A335-C4151AC4E9B5}"/>
              </a:ext>
            </a:extLst>
          </p:cNvPr>
          <p:cNvGrpSpPr/>
          <p:nvPr/>
        </p:nvGrpSpPr>
        <p:grpSpPr>
          <a:xfrm rot="16200000">
            <a:off x="6036964" y="4927369"/>
            <a:ext cx="476413" cy="459823"/>
            <a:chOff x="2996598" y="4901174"/>
            <a:chExt cx="476413" cy="459823"/>
          </a:xfrm>
        </p:grpSpPr>
        <p:sp>
          <p:nvSpPr>
            <p:cNvPr id="758" name="Textfeld 757">
              <a:extLst>
                <a:ext uri="{FF2B5EF4-FFF2-40B4-BE49-F238E27FC236}">
                  <a16:creationId xmlns:a16="http://schemas.microsoft.com/office/drawing/2014/main" id="{82989A5E-5328-D392-40EB-B756516101A7}"/>
                </a:ext>
              </a:extLst>
            </p:cNvPr>
            <p:cNvSpPr txBox="1"/>
            <p:nvPr/>
          </p:nvSpPr>
          <p:spPr>
            <a:xfrm>
              <a:off x="2996598" y="4901174"/>
              <a:ext cx="47641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GND</a:t>
              </a:r>
            </a:p>
          </p:txBody>
        </p:sp>
        <p:sp>
          <p:nvSpPr>
            <p:cNvPr id="759" name="Textfeld 758">
              <a:extLst>
                <a:ext uri="{FF2B5EF4-FFF2-40B4-BE49-F238E27FC236}">
                  <a16:creationId xmlns:a16="http://schemas.microsoft.com/office/drawing/2014/main" id="{F6E55133-C216-96C2-5D27-2DEEE66C2886}"/>
                </a:ext>
              </a:extLst>
            </p:cNvPr>
            <p:cNvSpPr txBox="1"/>
            <p:nvPr/>
          </p:nvSpPr>
          <p:spPr>
            <a:xfrm>
              <a:off x="3123235" y="5083998"/>
              <a:ext cx="34977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9V</a:t>
              </a:r>
            </a:p>
          </p:txBody>
        </p:sp>
      </p:grpSp>
      <p:grpSp>
        <p:nvGrpSpPr>
          <p:cNvPr id="877" name="Gruppieren 876">
            <a:extLst>
              <a:ext uri="{FF2B5EF4-FFF2-40B4-BE49-F238E27FC236}">
                <a16:creationId xmlns:a16="http://schemas.microsoft.com/office/drawing/2014/main" id="{CE5A63E2-47E8-2051-A07E-C5740C2632F7}"/>
              </a:ext>
            </a:extLst>
          </p:cNvPr>
          <p:cNvGrpSpPr/>
          <p:nvPr/>
        </p:nvGrpSpPr>
        <p:grpSpPr>
          <a:xfrm>
            <a:off x="6857785" y="1045239"/>
            <a:ext cx="847333" cy="884828"/>
            <a:chOff x="6915906" y="5251508"/>
            <a:chExt cx="847333" cy="884828"/>
          </a:xfrm>
        </p:grpSpPr>
        <p:grpSp>
          <p:nvGrpSpPr>
            <p:cNvPr id="733" name="Gruppieren 732">
              <a:extLst>
                <a:ext uri="{FF2B5EF4-FFF2-40B4-BE49-F238E27FC236}">
                  <a16:creationId xmlns:a16="http://schemas.microsoft.com/office/drawing/2014/main" id="{49BE7BF4-41F2-DB66-5F71-6E2F5CACDD51}"/>
                </a:ext>
              </a:extLst>
            </p:cNvPr>
            <p:cNvGrpSpPr/>
            <p:nvPr/>
          </p:nvGrpSpPr>
          <p:grpSpPr>
            <a:xfrm>
              <a:off x="6993090" y="5688676"/>
              <a:ext cx="720000" cy="180000"/>
              <a:chOff x="7869855" y="3395684"/>
              <a:chExt cx="720000" cy="180000"/>
            </a:xfrm>
          </p:grpSpPr>
          <p:sp>
            <p:nvSpPr>
              <p:cNvPr id="753" name="Rechteck 752">
                <a:extLst>
                  <a:ext uri="{FF2B5EF4-FFF2-40B4-BE49-F238E27FC236}">
                    <a16:creationId xmlns:a16="http://schemas.microsoft.com/office/drawing/2014/main" id="{5C38F379-3D99-3406-E533-1D152B26E76E}"/>
                  </a:ext>
                </a:extLst>
              </p:cNvPr>
              <p:cNvSpPr/>
              <p:nvPr/>
            </p:nvSpPr>
            <p:spPr>
              <a:xfrm>
                <a:off x="7869855" y="3395684"/>
                <a:ext cx="720000" cy="180000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54" name="Rechteck 753">
                <a:extLst>
                  <a:ext uri="{FF2B5EF4-FFF2-40B4-BE49-F238E27FC236}">
                    <a16:creationId xmlns:a16="http://schemas.microsoft.com/office/drawing/2014/main" id="{80E75FE2-503C-8333-D29C-F643C2766FAC}"/>
                  </a:ext>
                </a:extLst>
              </p:cNvPr>
              <p:cNvSpPr/>
              <p:nvPr/>
            </p:nvSpPr>
            <p:spPr>
              <a:xfrm>
                <a:off x="7914640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55" name="Rechteck 754">
                <a:extLst>
                  <a:ext uri="{FF2B5EF4-FFF2-40B4-BE49-F238E27FC236}">
                    <a16:creationId xmlns:a16="http://schemas.microsoft.com/office/drawing/2014/main" id="{0570DC48-5B39-9EB6-FA4F-0AB60D799C6B}"/>
                  </a:ext>
                </a:extLst>
              </p:cNvPr>
              <p:cNvSpPr/>
              <p:nvPr/>
            </p:nvSpPr>
            <p:spPr>
              <a:xfrm>
                <a:off x="8094238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56" name="Rechteck 755">
                <a:extLst>
                  <a:ext uri="{FF2B5EF4-FFF2-40B4-BE49-F238E27FC236}">
                    <a16:creationId xmlns:a16="http://schemas.microsoft.com/office/drawing/2014/main" id="{56440F79-49FC-B6BD-B206-C7CF325B9526}"/>
                  </a:ext>
                </a:extLst>
              </p:cNvPr>
              <p:cNvSpPr/>
              <p:nvPr/>
            </p:nvSpPr>
            <p:spPr>
              <a:xfrm>
                <a:off x="8273836" y="3426589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757" name="Rechteck 756">
                <a:extLst>
                  <a:ext uri="{FF2B5EF4-FFF2-40B4-BE49-F238E27FC236}">
                    <a16:creationId xmlns:a16="http://schemas.microsoft.com/office/drawing/2014/main" id="{A540E1DB-58B8-F023-9E30-E575E1E2E6EF}"/>
                  </a:ext>
                </a:extLst>
              </p:cNvPr>
              <p:cNvSpPr/>
              <p:nvPr/>
            </p:nvSpPr>
            <p:spPr>
              <a:xfrm>
                <a:off x="8453433" y="3431244"/>
                <a:ext cx="91440" cy="111825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734" name="Textfeld 733">
              <a:extLst>
                <a:ext uri="{FF2B5EF4-FFF2-40B4-BE49-F238E27FC236}">
                  <a16:creationId xmlns:a16="http://schemas.microsoft.com/office/drawing/2014/main" id="{BE747A69-16AC-530A-63A6-F7A575623FBF}"/>
                </a:ext>
              </a:extLst>
            </p:cNvPr>
            <p:cNvSpPr txBox="1"/>
            <p:nvPr/>
          </p:nvSpPr>
          <p:spPr>
            <a:xfrm rot="16200000">
              <a:off x="6816200" y="5352534"/>
              <a:ext cx="4764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GND</a:t>
              </a:r>
            </a:p>
          </p:txBody>
        </p:sp>
        <p:sp>
          <p:nvSpPr>
            <p:cNvPr id="735" name="Textfeld 734">
              <a:extLst>
                <a:ext uri="{FF2B5EF4-FFF2-40B4-BE49-F238E27FC236}">
                  <a16:creationId xmlns:a16="http://schemas.microsoft.com/office/drawing/2014/main" id="{087EA0B1-ECC9-A273-CE81-574E75747DDC}"/>
                </a:ext>
              </a:extLst>
            </p:cNvPr>
            <p:cNvSpPr txBox="1"/>
            <p:nvPr/>
          </p:nvSpPr>
          <p:spPr>
            <a:xfrm rot="16200000">
              <a:off x="7048230" y="5364725"/>
              <a:ext cx="43152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SDC</a:t>
              </a:r>
            </a:p>
          </p:txBody>
        </p:sp>
        <p:sp>
          <p:nvSpPr>
            <p:cNvPr id="736" name="Textfeld 735">
              <a:extLst>
                <a:ext uri="{FF2B5EF4-FFF2-40B4-BE49-F238E27FC236}">
                  <a16:creationId xmlns:a16="http://schemas.microsoft.com/office/drawing/2014/main" id="{D2EE509E-AB0A-425B-54D2-542CF89B3F67}"/>
                </a:ext>
              </a:extLst>
            </p:cNvPr>
            <p:cNvSpPr txBox="1"/>
            <p:nvPr/>
          </p:nvSpPr>
          <p:spPr>
            <a:xfrm rot="16200000">
              <a:off x="7217422" y="5358629"/>
              <a:ext cx="43729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SDA</a:t>
              </a:r>
            </a:p>
          </p:txBody>
        </p:sp>
        <p:sp>
          <p:nvSpPr>
            <p:cNvPr id="737" name="Textfeld 736">
              <a:extLst>
                <a:ext uri="{FF2B5EF4-FFF2-40B4-BE49-F238E27FC236}">
                  <a16:creationId xmlns:a16="http://schemas.microsoft.com/office/drawing/2014/main" id="{EEB1C927-50A3-92B5-34B0-5028FE8451D3}"/>
                </a:ext>
              </a:extLst>
            </p:cNvPr>
            <p:cNvSpPr txBox="1"/>
            <p:nvPr/>
          </p:nvSpPr>
          <p:spPr>
            <a:xfrm rot="16200000">
              <a:off x="7387517" y="5346405"/>
              <a:ext cx="46679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3.3V</a:t>
              </a:r>
            </a:p>
          </p:txBody>
        </p:sp>
        <p:sp>
          <p:nvSpPr>
            <p:cNvPr id="738" name="Textfeld 737">
              <a:extLst>
                <a:ext uri="{FF2B5EF4-FFF2-40B4-BE49-F238E27FC236}">
                  <a16:creationId xmlns:a16="http://schemas.microsoft.com/office/drawing/2014/main" id="{68B95DCD-D6CF-BF50-857B-F9B71516DE75}"/>
                </a:ext>
              </a:extLst>
            </p:cNvPr>
            <p:cNvSpPr txBox="1"/>
            <p:nvPr/>
          </p:nvSpPr>
          <p:spPr>
            <a:xfrm>
              <a:off x="6970650" y="5859337"/>
              <a:ext cx="792589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Extension</a:t>
              </a:r>
            </a:p>
          </p:txBody>
        </p:sp>
      </p:grpSp>
      <p:grpSp>
        <p:nvGrpSpPr>
          <p:cNvPr id="739" name="Gruppieren 738">
            <a:extLst>
              <a:ext uri="{FF2B5EF4-FFF2-40B4-BE49-F238E27FC236}">
                <a16:creationId xmlns:a16="http://schemas.microsoft.com/office/drawing/2014/main" id="{B7621CB8-0395-D49E-E5D4-1E77BF32E94B}"/>
              </a:ext>
            </a:extLst>
          </p:cNvPr>
          <p:cNvGrpSpPr/>
          <p:nvPr/>
        </p:nvGrpSpPr>
        <p:grpSpPr>
          <a:xfrm rot="10800000">
            <a:off x="8221901" y="3752197"/>
            <a:ext cx="433247" cy="720140"/>
            <a:chOff x="7462666" y="2009937"/>
            <a:chExt cx="433247" cy="720140"/>
          </a:xfrm>
        </p:grpSpPr>
        <p:sp>
          <p:nvSpPr>
            <p:cNvPr id="740" name="Rechteck 739">
              <a:extLst>
                <a:ext uri="{FF2B5EF4-FFF2-40B4-BE49-F238E27FC236}">
                  <a16:creationId xmlns:a16="http://schemas.microsoft.com/office/drawing/2014/main" id="{353D7999-E278-A591-5E0C-08E03CA5A4C6}"/>
                </a:ext>
              </a:extLst>
            </p:cNvPr>
            <p:cNvSpPr/>
            <p:nvPr/>
          </p:nvSpPr>
          <p:spPr>
            <a:xfrm>
              <a:off x="7463913" y="2009937"/>
              <a:ext cx="432000" cy="72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41" name="Ellipse 740">
              <a:extLst>
                <a:ext uri="{FF2B5EF4-FFF2-40B4-BE49-F238E27FC236}">
                  <a16:creationId xmlns:a16="http://schemas.microsoft.com/office/drawing/2014/main" id="{23815E9F-FAC8-655B-F2E6-B2A1BA2E63BE}"/>
                </a:ext>
              </a:extLst>
            </p:cNvPr>
            <p:cNvSpPr/>
            <p:nvPr/>
          </p:nvSpPr>
          <p:spPr>
            <a:xfrm>
              <a:off x="7649823" y="202882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2" name="Ellipse 741">
              <a:extLst>
                <a:ext uri="{FF2B5EF4-FFF2-40B4-BE49-F238E27FC236}">
                  <a16:creationId xmlns:a16="http://schemas.microsoft.com/office/drawing/2014/main" id="{5BE7E4D8-E774-A6AC-B782-CDF0F7CDA521}"/>
                </a:ext>
              </a:extLst>
            </p:cNvPr>
            <p:cNvSpPr/>
            <p:nvPr/>
          </p:nvSpPr>
          <p:spPr>
            <a:xfrm>
              <a:off x="7649823" y="220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3" name="Ellipse 742">
              <a:extLst>
                <a:ext uri="{FF2B5EF4-FFF2-40B4-BE49-F238E27FC236}">
                  <a16:creationId xmlns:a16="http://schemas.microsoft.com/office/drawing/2014/main" id="{1CF4DD95-7E35-8203-6028-DCA6750171C4}"/>
                </a:ext>
              </a:extLst>
            </p:cNvPr>
            <p:cNvSpPr/>
            <p:nvPr/>
          </p:nvSpPr>
          <p:spPr>
            <a:xfrm>
              <a:off x="7649823" y="2381175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4" name="Ellipse 743">
              <a:extLst>
                <a:ext uri="{FF2B5EF4-FFF2-40B4-BE49-F238E27FC236}">
                  <a16:creationId xmlns:a16="http://schemas.microsoft.com/office/drawing/2014/main" id="{041B17F1-ED8C-DB51-8BD6-D16B5C7534A7}"/>
                </a:ext>
              </a:extLst>
            </p:cNvPr>
            <p:cNvSpPr/>
            <p:nvPr/>
          </p:nvSpPr>
          <p:spPr>
            <a:xfrm>
              <a:off x="7649823" y="2565000"/>
              <a:ext cx="144000" cy="144000"/>
            </a:xfrm>
            <a:prstGeom prst="ellipse">
              <a:avLst/>
            </a:prstGeom>
            <a:solidFill>
              <a:schemeClr val="bg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45" name="Rechteck 744">
              <a:extLst>
                <a:ext uri="{FF2B5EF4-FFF2-40B4-BE49-F238E27FC236}">
                  <a16:creationId xmlns:a16="http://schemas.microsoft.com/office/drawing/2014/main" id="{F6255419-82E9-B25F-9143-5D4DCBB83B8B}"/>
                </a:ext>
              </a:extLst>
            </p:cNvPr>
            <p:cNvSpPr/>
            <p:nvPr/>
          </p:nvSpPr>
          <p:spPr>
            <a:xfrm>
              <a:off x="7462666" y="201079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46" name="Rechteck 745">
              <a:extLst>
                <a:ext uri="{FF2B5EF4-FFF2-40B4-BE49-F238E27FC236}">
                  <a16:creationId xmlns:a16="http://schemas.microsoft.com/office/drawing/2014/main" id="{00C81B44-D435-0279-DD7C-BEF365FCCDBC}"/>
                </a:ext>
              </a:extLst>
            </p:cNvPr>
            <p:cNvSpPr/>
            <p:nvPr/>
          </p:nvSpPr>
          <p:spPr>
            <a:xfrm>
              <a:off x="7462666" y="255007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47" name="Rechteck 746">
              <a:extLst>
                <a:ext uri="{FF2B5EF4-FFF2-40B4-BE49-F238E27FC236}">
                  <a16:creationId xmlns:a16="http://schemas.microsoft.com/office/drawing/2014/main" id="{A6EE35D0-9F6D-2627-25B1-52B22A1851B6}"/>
                </a:ext>
              </a:extLst>
            </p:cNvPr>
            <p:cNvSpPr/>
            <p:nvPr/>
          </p:nvSpPr>
          <p:spPr>
            <a:xfrm>
              <a:off x="7462666" y="237031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sp>
          <p:nvSpPr>
            <p:cNvPr id="748" name="Rechteck 747">
              <a:extLst>
                <a:ext uri="{FF2B5EF4-FFF2-40B4-BE49-F238E27FC236}">
                  <a16:creationId xmlns:a16="http://schemas.microsoft.com/office/drawing/2014/main" id="{8F92C8AE-1A76-5E31-4041-DE208011E31A}"/>
                </a:ext>
              </a:extLst>
            </p:cNvPr>
            <p:cNvSpPr/>
            <p:nvPr/>
          </p:nvSpPr>
          <p:spPr>
            <a:xfrm>
              <a:off x="7462666" y="2190557"/>
              <a:ext cx="90000" cy="180000"/>
            </a:xfrm>
            <a:prstGeom prst="rect">
              <a:avLst/>
            </a:prstGeom>
            <a:solidFill>
              <a:srgbClr val="00B050"/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>
                <a:noFill/>
              </a:endParaRPr>
            </a:p>
          </p:txBody>
        </p:sp>
        <p:cxnSp>
          <p:nvCxnSpPr>
            <p:cNvPr id="749" name="Gerader Verbinder 748">
              <a:extLst>
                <a:ext uri="{FF2B5EF4-FFF2-40B4-BE49-F238E27FC236}">
                  <a16:creationId xmlns:a16="http://schemas.microsoft.com/office/drawing/2014/main" id="{7F488882-F6AA-A3D8-BCD1-C0FABE7483A9}"/>
                </a:ext>
              </a:extLst>
            </p:cNvPr>
            <p:cNvCxnSpPr>
              <a:cxnSpLocks/>
              <a:stCxn id="741" idx="3"/>
              <a:endCxn id="741" idx="7"/>
            </p:cNvCxnSpPr>
            <p:nvPr/>
          </p:nvCxnSpPr>
          <p:spPr>
            <a:xfrm flipV="1">
              <a:off x="7670911" y="2049913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0" name="Gerader Verbinder 749">
              <a:extLst>
                <a:ext uri="{FF2B5EF4-FFF2-40B4-BE49-F238E27FC236}">
                  <a16:creationId xmlns:a16="http://schemas.microsoft.com/office/drawing/2014/main" id="{7D8120A0-F70C-A0BF-6D9A-7DFFC036FE0C}"/>
                </a:ext>
              </a:extLst>
            </p:cNvPr>
            <p:cNvCxnSpPr>
              <a:cxnSpLocks/>
              <a:stCxn id="742" idx="1"/>
              <a:endCxn id="742" idx="5"/>
            </p:cNvCxnSpPr>
            <p:nvPr/>
          </p:nvCxnSpPr>
          <p:spPr>
            <a:xfrm>
              <a:off x="7670911" y="2226088"/>
              <a:ext cx="101824" cy="101824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1" name="Gerader Verbinder 750">
              <a:extLst>
                <a:ext uri="{FF2B5EF4-FFF2-40B4-BE49-F238E27FC236}">
                  <a16:creationId xmlns:a16="http://schemas.microsoft.com/office/drawing/2014/main" id="{13BAFEE8-1F40-282B-8B07-BFB24734B8AC}"/>
                </a:ext>
              </a:extLst>
            </p:cNvPr>
            <p:cNvCxnSpPr>
              <a:cxnSpLocks/>
              <a:stCxn id="743" idx="2"/>
              <a:endCxn id="743" idx="6"/>
            </p:cNvCxnSpPr>
            <p:nvPr/>
          </p:nvCxnSpPr>
          <p:spPr>
            <a:xfrm>
              <a:off x="7649823" y="2453175"/>
              <a:ext cx="144000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2" name="Gerader Verbinder 751">
              <a:extLst>
                <a:ext uri="{FF2B5EF4-FFF2-40B4-BE49-F238E27FC236}">
                  <a16:creationId xmlns:a16="http://schemas.microsoft.com/office/drawing/2014/main" id="{F7623D53-706B-0DC4-5254-71B6379D3354}"/>
                </a:ext>
              </a:extLst>
            </p:cNvPr>
            <p:cNvCxnSpPr>
              <a:cxnSpLocks/>
              <a:stCxn id="744" idx="4"/>
              <a:endCxn id="744" idx="0"/>
            </p:cNvCxnSpPr>
            <p:nvPr/>
          </p:nvCxnSpPr>
          <p:spPr>
            <a:xfrm flipV="1">
              <a:off x="7721823" y="2565000"/>
              <a:ext cx="0" cy="14400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615171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Rechteck 206">
            <a:extLst>
              <a:ext uri="{FF2B5EF4-FFF2-40B4-BE49-F238E27FC236}">
                <a16:creationId xmlns:a16="http://schemas.microsoft.com/office/drawing/2014/main" id="{4F7BC594-38D4-E099-EFCC-64F786744F25}"/>
              </a:ext>
            </a:extLst>
          </p:cNvPr>
          <p:cNvSpPr/>
          <p:nvPr/>
        </p:nvSpPr>
        <p:spPr>
          <a:xfrm>
            <a:off x="0" y="104775"/>
            <a:ext cx="9794919" cy="566379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499" name="Gerader Verbinder 498">
            <a:extLst>
              <a:ext uri="{FF2B5EF4-FFF2-40B4-BE49-F238E27FC236}">
                <a16:creationId xmlns:a16="http://schemas.microsoft.com/office/drawing/2014/main" id="{B6760B97-8575-40CC-AE36-B67E0D6020C6}"/>
              </a:ext>
            </a:extLst>
          </p:cNvPr>
          <p:cNvCxnSpPr/>
          <p:nvPr/>
        </p:nvCxnSpPr>
        <p:spPr>
          <a:xfrm flipH="1" flipV="1">
            <a:off x="29866" y="591435"/>
            <a:ext cx="10070608" cy="2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2" name="Gerader Verbinder 871">
            <a:extLst>
              <a:ext uri="{FF2B5EF4-FFF2-40B4-BE49-F238E27FC236}">
                <a16:creationId xmlns:a16="http://schemas.microsoft.com/office/drawing/2014/main" id="{D4CC94E6-3A64-EBD7-DBEA-CC4592F86CC9}"/>
              </a:ext>
            </a:extLst>
          </p:cNvPr>
          <p:cNvCxnSpPr>
            <a:cxnSpLocks/>
            <a:stCxn id="381" idx="0"/>
            <a:endCxn id="381" idx="2"/>
          </p:cNvCxnSpPr>
          <p:nvPr/>
        </p:nvCxnSpPr>
        <p:spPr>
          <a:xfrm>
            <a:off x="7292177" y="243393"/>
            <a:ext cx="0" cy="519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Gerader Verbinder 873">
            <a:extLst>
              <a:ext uri="{FF2B5EF4-FFF2-40B4-BE49-F238E27FC236}">
                <a16:creationId xmlns:a16="http://schemas.microsoft.com/office/drawing/2014/main" id="{90C2699E-E626-DBD3-E105-45E503E5FA92}"/>
              </a:ext>
            </a:extLst>
          </p:cNvPr>
          <p:cNvCxnSpPr>
            <a:cxnSpLocks/>
            <a:stCxn id="252" idx="0"/>
            <a:endCxn id="252" idx="2"/>
          </p:cNvCxnSpPr>
          <p:nvPr/>
        </p:nvCxnSpPr>
        <p:spPr>
          <a:xfrm>
            <a:off x="2508522" y="243393"/>
            <a:ext cx="0" cy="519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8" name="Gruppieren 207">
            <a:extLst>
              <a:ext uri="{FF2B5EF4-FFF2-40B4-BE49-F238E27FC236}">
                <a16:creationId xmlns:a16="http://schemas.microsoft.com/office/drawing/2014/main" id="{839F1B81-A1BE-C3D9-84D7-4F2269F80679}"/>
              </a:ext>
            </a:extLst>
          </p:cNvPr>
          <p:cNvGrpSpPr/>
          <p:nvPr/>
        </p:nvGrpSpPr>
        <p:grpSpPr>
          <a:xfrm>
            <a:off x="281515" y="243393"/>
            <a:ext cx="4454013" cy="5196304"/>
            <a:chOff x="281515" y="243393"/>
            <a:chExt cx="4454013" cy="5196304"/>
          </a:xfrm>
        </p:grpSpPr>
        <p:sp>
          <p:nvSpPr>
            <p:cNvPr id="252" name="Rechteck 251">
              <a:extLst>
                <a:ext uri="{FF2B5EF4-FFF2-40B4-BE49-F238E27FC236}">
                  <a16:creationId xmlns:a16="http://schemas.microsoft.com/office/drawing/2014/main" id="{B291F20B-09E6-659B-2667-01EE4610CE13}"/>
                </a:ext>
              </a:extLst>
            </p:cNvPr>
            <p:cNvSpPr/>
            <p:nvPr/>
          </p:nvSpPr>
          <p:spPr>
            <a:xfrm>
              <a:off x="281515" y="243393"/>
              <a:ext cx="4454013" cy="5196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2A9477E8-EF26-5614-E3B5-CEA8CB8229F0}"/>
                </a:ext>
              </a:extLst>
            </p:cNvPr>
            <p:cNvGrpSpPr/>
            <p:nvPr/>
          </p:nvGrpSpPr>
          <p:grpSpPr>
            <a:xfrm>
              <a:off x="1224931" y="367949"/>
              <a:ext cx="2548129" cy="4491217"/>
              <a:chOff x="853439" y="1101374"/>
              <a:chExt cx="2548129" cy="4491217"/>
            </a:xfrm>
          </p:grpSpPr>
          <p:sp>
            <p:nvSpPr>
              <p:cNvPr id="3" name="Rechteck: abgerundete Ecken 2">
                <a:extLst>
                  <a:ext uri="{FF2B5EF4-FFF2-40B4-BE49-F238E27FC236}">
                    <a16:creationId xmlns:a16="http://schemas.microsoft.com/office/drawing/2014/main" id="{82AB102D-91BB-3075-35EB-AF604D2EBA42}"/>
                  </a:ext>
                </a:extLst>
              </p:cNvPr>
              <p:cNvSpPr/>
              <p:nvPr/>
            </p:nvSpPr>
            <p:spPr>
              <a:xfrm>
                <a:off x="1437806" y="2919438"/>
                <a:ext cx="648000" cy="576000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C7AD9962-4A98-58DA-5304-97BCE645B4CC}"/>
                  </a:ext>
                </a:extLst>
              </p:cNvPr>
              <p:cNvSpPr/>
              <p:nvPr/>
            </p:nvSpPr>
            <p:spPr>
              <a:xfrm>
                <a:off x="853439" y="1324893"/>
                <a:ext cx="2548129" cy="2115719"/>
              </a:xfrm>
              <a:prstGeom prst="rect">
                <a:avLst/>
              </a:prstGeom>
              <a:solidFill>
                <a:schemeClr val="bg1">
                  <a:lumMod val="65000"/>
                  <a:alpha val="20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5" name="Ellipse 4">
                <a:extLst>
                  <a:ext uri="{FF2B5EF4-FFF2-40B4-BE49-F238E27FC236}">
                    <a16:creationId xmlns:a16="http://schemas.microsoft.com/office/drawing/2014/main" id="{AB167C69-6BFD-C22C-5878-526FED152E83}"/>
                  </a:ext>
                </a:extLst>
              </p:cNvPr>
              <p:cNvSpPr/>
              <p:nvPr/>
            </p:nvSpPr>
            <p:spPr>
              <a:xfrm>
                <a:off x="1113262" y="1945995"/>
                <a:ext cx="180000" cy="18000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3EC80BDC-282C-4A98-B299-C258DF77CF37}"/>
                  </a:ext>
                </a:extLst>
              </p:cNvPr>
              <p:cNvSpPr txBox="1"/>
              <p:nvPr/>
            </p:nvSpPr>
            <p:spPr>
              <a:xfrm rot="16200000">
                <a:off x="729152" y="1903769"/>
                <a:ext cx="56310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RESET</a:t>
                </a:r>
              </a:p>
            </p:txBody>
          </p:sp>
          <p:grpSp>
            <p:nvGrpSpPr>
              <p:cNvPr id="7" name="Gruppieren 6">
                <a:extLst>
                  <a:ext uri="{FF2B5EF4-FFF2-40B4-BE49-F238E27FC236}">
                    <a16:creationId xmlns:a16="http://schemas.microsoft.com/office/drawing/2014/main" id="{4698F99F-62BC-467F-7347-228A94FF8E4B}"/>
                  </a:ext>
                </a:extLst>
              </p:cNvPr>
              <p:cNvGrpSpPr/>
              <p:nvPr/>
            </p:nvGrpSpPr>
            <p:grpSpPr>
              <a:xfrm>
                <a:off x="2892402" y="1370614"/>
                <a:ext cx="497252" cy="360000"/>
                <a:chOff x="5743091" y="1692781"/>
                <a:chExt cx="497252" cy="360000"/>
              </a:xfrm>
            </p:grpSpPr>
            <p:sp>
              <p:nvSpPr>
                <p:cNvPr id="205" name="Ellipse 204">
                  <a:extLst>
                    <a:ext uri="{FF2B5EF4-FFF2-40B4-BE49-F238E27FC236}">
                      <a16:creationId xmlns:a16="http://schemas.microsoft.com/office/drawing/2014/main" id="{FDB1FE3B-5B9C-C28A-9597-7A73F0215BBC}"/>
                    </a:ext>
                  </a:extLst>
                </p:cNvPr>
                <p:cNvSpPr/>
                <p:nvPr/>
              </p:nvSpPr>
              <p:spPr>
                <a:xfrm>
                  <a:off x="5808705" y="1692781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6" name="Textfeld 205">
                  <a:extLst>
                    <a:ext uri="{FF2B5EF4-FFF2-40B4-BE49-F238E27FC236}">
                      <a16:creationId xmlns:a16="http://schemas.microsoft.com/office/drawing/2014/main" id="{6F34374D-F4BA-5DED-F59B-6B1AD558F83E}"/>
                    </a:ext>
                  </a:extLst>
                </p:cNvPr>
                <p:cNvSpPr txBox="1"/>
                <p:nvPr/>
              </p:nvSpPr>
              <p:spPr>
                <a:xfrm>
                  <a:off x="5743091" y="1733914"/>
                  <a:ext cx="49725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LED2</a:t>
                  </a:r>
                </a:p>
              </p:txBody>
            </p:sp>
          </p:grpSp>
          <p:grpSp>
            <p:nvGrpSpPr>
              <p:cNvPr id="8" name="Gruppieren 7">
                <a:extLst>
                  <a:ext uri="{FF2B5EF4-FFF2-40B4-BE49-F238E27FC236}">
                    <a16:creationId xmlns:a16="http://schemas.microsoft.com/office/drawing/2014/main" id="{8FD8DC11-09EA-8AB7-C6FA-2134745FD676}"/>
                  </a:ext>
                </a:extLst>
              </p:cNvPr>
              <p:cNvGrpSpPr/>
              <p:nvPr/>
            </p:nvGrpSpPr>
            <p:grpSpPr>
              <a:xfrm>
                <a:off x="858336" y="1370246"/>
                <a:ext cx="497252" cy="360000"/>
                <a:chOff x="4731689" y="1680222"/>
                <a:chExt cx="497252" cy="360000"/>
              </a:xfrm>
            </p:grpSpPr>
            <p:sp>
              <p:nvSpPr>
                <p:cNvPr id="203" name="Ellipse 202">
                  <a:extLst>
                    <a:ext uri="{FF2B5EF4-FFF2-40B4-BE49-F238E27FC236}">
                      <a16:creationId xmlns:a16="http://schemas.microsoft.com/office/drawing/2014/main" id="{D871855D-67A2-86E1-A299-F61601FAA45B}"/>
                    </a:ext>
                  </a:extLst>
                </p:cNvPr>
                <p:cNvSpPr/>
                <p:nvPr/>
              </p:nvSpPr>
              <p:spPr>
                <a:xfrm>
                  <a:off x="4806615" y="1680222"/>
                  <a:ext cx="360000" cy="360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4" name="Textfeld 203">
                  <a:extLst>
                    <a:ext uri="{FF2B5EF4-FFF2-40B4-BE49-F238E27FC236}">
                      <a16:creationId xmlns:a16="http://schemas.microsoft.com/office/drawing/2014/main" id="{04E27C9B-80F5-26BE-7BFC-88CF9FFC3C3F}"/>
                    </a:ext>
                  </a:extLst>
                </p:cNvPr>
                <p:cNvSpPr txBox="1"/>
                <p:nvPr/>
              </p:nvSpPr>
              <p:spPr>
                <a:xfrm>
                  <a:off x="4731689" y="1727428"/>
                  <a:ext cx="49725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LED1</a:t>
                  </a:r>
                </a:p>
              </p:txBody>
            </p:sp>
          </p:grpSp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276C308A-8AD9-689C-E9F3-0F48C3EC5999}"/>
                  </a:ext>
                </a:extLst>
              </p:cNvPr>
              <p:cNvSpPr txBox="1"/>
              <p:nvPr/>
            </p:nvSpPr>
            <p:spPr>
              <a:xfrm>
                <a:off x="1448383" y="3068938"/>
                <a:ext cx="63742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 dirty="0"/>
                  <a:t>USB</a:t>
                </a:r>
              </a:p>
            </p:txBody>
          </p:sp>
          <p:grpSp>
            <p:nvGrpSpPr>
              <p:cNvPr id="10" name="Gruppieren 9">
                <a:extLst>
                  <a:ext uri="{FF2B5EF4-FFF2-40B4-BE49-F238E27FC236}">
                    <a16:creationId xmlns:a16="http://schemas.microsoft.com/office/drawing/2014/main" id="{BD82E34E-DD41-7D94-199D-7ABFE23812D0}"/>
                  </a:ext>
                </a:extLst>
              </p:cNvPr>
              <p:cNvGrpSpPr/>
              <p:nvPr/>
            </p:nvGrpSpPr>
            <p:grpSpPr>
              <a:xfrm>
                <a:off x="2256779" y="3049925"/>
                <a:ext cx="343998" cy="255825"/>
                <a:chOff x="7585604" y="3312027"/>
                <a:chExt cx="343998" cy="255825"/>
              </a:xfrm>
            </p:grpSpPr>
            <p:sp>
              <p:nvSpPr>
                <p:cNvPr id="197" name="Rechteck 196">
                  <a:extLst>
                    <a:ext uri="{FF2B5EF4-FFF2-40B4-BE49-F238E27FC236}">
                      <a16:creationId xmlns:a16="http://schemas.microsoft.com/office/drawing/2014/main" id="{4232D7E8-950A-0F64-C719-7E23034F1916}"/>
                    </a:ext>
                  </a:extLst>
                </p:cNvPr>
                <p:cNvSpPr/>
                <p:nvPr/>
              </p:nvSpPr>
              <p:spPr>
                <a:xfrm>
                  <a:off x="7585605" y="3312027"/>
                  <a:ext cx="343997" cy="25582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198" name="Gruppieren 197">
                  <a:extLst>
                    <a:ext uri="{FF2B5EF4-FFF2-40B4-BE49-F238E27FC236}">
                      <a16:creationId xmlns:a16="http://schemas.microsoft.com/office/drawing/2014/main" id="{D6B41D33-CCC5-B99E-303A-8F365EE3E814}"/>
                    </a:ext>
                  </a:extLst>
                </p:cNvPr>
                <p:cNvGrpSpPr/>
                <p:nvPr/>
              </p:nvGrpSpPr>
              <p:grpSpPr>
                <a:xfrm>
                  <a:off x="7585604" y="3453153"/>
                  <a:ext cx="343997" cy="114699"/>
                  <a:chOff x="7599557" y="3453153"/>
                  <a:chExt cx="343997" cy="114699"/>
                </a:xfrm>
                <a:solidFill>
                  <a:schemeClr val="bg1"/>
                </a:solidFill>
              </p:grpSpPr>
              <p:sp>
                <p:nvSpPr>
                  <p:cNvPr id="201" name="Rechteck 200">
                    <a:extLst>
                      <a:ext uri="{FF2B5EF4-FFF2-40B4-BE49-F238E27FC236}">
                        <a16:creationId xmlns:a16="http://schemas.microsoft.com/office/drawing/2014/main" id="{6D2EBC50-CA79-B3D3-EFA1-35FE5732378A}"/>
                      </a:ext>
                    </a:extLst>
                  </p:cNvPr>
                  <p:cNvSpPr/>
                  <p:nvPr/>
                </p:nvSpPr>
                <p:spPr>
                  <a:xfrm>
                    <a:off x="7599557" y="3453153"/>
                    <a:ext cx="343997" cy="50997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02" name="Rechteck 201">
                    <a:extLst>
                      <a:ext uri="{FF2B5EF4-FFF2-40B4-BE49-F238E27FC236}">
                        <a16:creationId xmlns:a16="http://schemas.microsoft.com/office/drawing/2014/main" id="{A9C4BBFC-5E00-D3A8-02AB-399E0EF4E3E2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735267" y="3513142"/>
                    <a:ext cx="63701" cy="45719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199" name="Rechteck 198">
                  <a:extLst>
                    <a:ext uri="{FF2B5EF4-FFF2-40B4-BE49-F238E27FC236}">
                      <a16:creationId xmlns:a16="http://schemas.microsoft.com/office/drawing/2014/main" id="{EDAE047A-BBED-5961-E285-33A904811F06}"/>
                    </a:ext>
                  </a:extLst>
                </p:cNvPr>
                <p:cNvSpPr/>
                <p:nvPr/>
              </p:nvSpPr>
              <p:spPr>
                <a:xfrm>
                  <a:off x="7790605" y="3413534"/>
                  <a:ext cx="45720" cy="5446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00" name="Rechteck 199">
                  <a:extLst>
                    <a:ext uri="{FF2B5EF4-FFF2-40B4-BE49-F238E27FC236}">
                      <a16:creationId xmlns:a16="http://schemas.microsoft.com/office/drawing/2014/main" id="{639D829B-FC63-EE94-D775-93FCD93E3929}"/>
                    </a:ext>
                  </a:extLst>
                </p:cNvPr>
                <p:cNvSpPr/>
                <p:nvPr/>
              </p:nvSpPr>
              <p:spPr>
                <a:xfrm>
                  <a:off x="7674468" y="3413534"/>
                  <a:ext cx="45720" cy="5446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11" name="Gruppieren 10">
                <a:extLst>
                  <a:ext uri="{FF2B5EF4-FFF2-40B4-BE49-F238E27FC236}">
                    <a16:creationId xmlns:a16="http://schemas.microsoft.com/office/drawing/2014/main" id="{BEACE8D9-D14C-805B-7AFC-D01E69616A71}"/>
                  </a:ext>
                </a:extLst>
              </p:cNvPr>
              <p:cNvGrpSpPr/>
              <p:nvPr/>
            </p:nvGrpSpPr>
            <p:grpSpPr>
              <a:xfrm>
                <a:off x="950578" y="3053930"/>
                <a:ext cx="343998" cy="255825"/>
                <a:chOff x="7585604" y="3312027"/>
                <a:chExt cx="343998" cy="255825"/>
              </a:xfrm>
            </p:grpSpPr>
            <p:sp>
              <p:nvSpPr>
                <p:cNvPr id="498" name="Rechteck 497">
                  <a:extLst>
                    <a:ext uri="{FF2B5EF4-FFF2-40B4-BE49-F238E27FC236}">
                      <a16:creationId xmlns:a16="http://schemas.microsoft.com/office/drawing/2014/main" id="{2DE8AAC9-8D6F-3A86-41AB-6AD61D3B30E1}"/>
                    </a:ext>
                  </a:extLst>
                </p:cNvPr>
                <p:cNvSpPr/>
                <p:nvPr/>
              </p:nvSpPr>
              <p:spPr>
                <a:xfrm>
                  <a:off x="7585605" y="3312027"/>
                  <a:ext cx="343997" cy="25582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192" name="Gruppieren 191">
                  <a:extLst>
                    <a:ext uri="{FF2B5EF4-FFF2-40B4-BE49-F238E27FC236}">
                      <a16:creationId xmlns:a16="http://schemas.microsoft.com/office/drawing/2014/main" id="{7FAACA98-166E-9F76-5ACA-A722C4666842}"/>
                    </a:ext>
                  </a:extLst>
                </p:cNvPr>
                <p:cNvGrpSpPr/>
                <p:nvPr/>
              </p:nvGrpSpPr>
              <p:grpSpPr>
                <a:xfrm>
                  <a:off x="7585604" y="3453153"/>
                  <a:ext cx="343998" cy="114699"/>
                  <a:chOff x="7599557" y="3453153"/>
                  <a:chExt cx="343998" cy="114699"/>
                </a:xfrm>
                <a:solidFill>
                  <a:schemeClr val="bg1"/>
                </a:solidFill>
              </p:grpSpPr>
              <p:sp>
                <p:nvSpPr>
                  <p:cNvPr id="195" name="Rechteck 194">
                    <a:extLst>
                      <a:ext uri="{FF2B5EF4-FFF2-40B4-BE49-F238E27FC236}">
                        <a16:creationId xmlns:a16="http://schemas.microsoft.com/office/drawing/2014/main" id="{DAFF8A02-6C2B-166A-8A52-89DC92E827C9}"/>
                      </a:ext>
                    </a:extLst>
                  </p:cNvPr>
                  <p:cNvSpPr/>
                  <p:nvPr/>
                </p:nvSpPr>
                <p:spPr>
                  <a:xfrm>
                    <a:off x="7599557" y="3453153"/>
                    <a:ext cx="343998" cy="50997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196" name="Rechteck 195">
                    <a:extLst>
                      <a:ext uri="{FF2B5EF4-FFF2-40B4-BE49-F238E27FC236}">
                        <a16:creationId xmlns:a16="http://schemas.microsoft.com/office/drawing/2014/main" id="{207E460F-98EF-E161-83B5-383022209658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735267" y="3513142"/>
                    <a:ext cx="63701" cy="45719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193" name="Rechteck 192">
                  <a:extLst>
                    <a:ext uri="{FF2B5EF4-FFF2-40B4-BE49-F238E27FC236}">
                      <a16:creationId xmlns:a16="http://schemas.microsoft.com/office/drawing/2014/main" id="{9B4CE9FB-831C-3190-8BDD-0F0DEDF5AE66}"/>
                    </a:ext>
                  </a:extLst>
                </p:cNvPr>
                <p:cNvSpPr/>
                <p:nvPr/>
              </p:nvSpPr>
              <p:spPr>
                <a:xfrm>
                  <a:off x="7790605" y="3413534"/>
                  <a:ext cx="45720" cy="54469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94" name="Rechteck 193">
                  <a:extLst>
                    <a:ext uri="{FF2B5EF4-FFF2-40B4-BE49-F238E27FC236}">
                      <a16:creationId xmlns:a16="http://schemas.microsoft.com/office/drawing/2014/main" id="{8DD47E1A-75F9-5103-D28C-4B9AD22D8D11}"/>
                    </a:ext>
                  </a:extLst>
                </p:cNvPr>
                <p:cNvSpPr/>
                <p:nvPr/>
              </p:nvSpPr>
              <p:spPr>
                <a:xfrm>
                  <a:off x="7674468" y="3413534"/>
                  <a:ext cx="45720" cy="5446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48801B74-D893-90DC-BD05-E36E03FF6A91}"/>
                  </a:ext>
                </a:extLst>
              </p:cNvPr>
              <p:cNvGrpSpPr/>
              <p:nvPr/>
            </p:nvGrpSpPr>
            <p:grpSpPr>
              <a:xfrm>
                <a:off x="2925542" y="3049926"/>
                <a:ext cx="343998" cy="255825"/>
                <a:chOff x="7585604" y="3312027"/>
                <a:chExt cx="343998" cy="255825"/>
              </a:xfrm>
            </p:grpSpPr>
            <p:sp>
              <p:nvSpPr>
                <p:cNvPr id="492" name="Rechteck 491">
                  <a:extLst>
                    <a:ext uri="{FF2B5EF4-FFF2-40B4-BE49-F238E27FC236}">
                      <a16:creationId xmlns:a16="http://schemas.microsoft.com/office/drawing/2014/main" id="{6A53C517-F5D3-A2D8-0BCE-1CF09C74E443}"/>
                    </a:ext>
                  </a:extLst>
                </p:cNvPr>
                <p:cNvSpPr/>
                <p:nvPr/>
              </p:nvSpPr>
              <p:spPr>
                <a:xfrm>
                  <a:off x="7585605" y="3312027"/>
                  <a:ext cx="343997" cy="25582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493" name="Gruppieren 492">
                  <a:extLst>
                    <a:ext uri="{FF2B5EF4-FFF2-40B4-BE49-F238E27FC236}">
                      <a16:creationId xmlns:a16="http://schemas.microsoft.com/office/drawing/2014/main" id="{328CE048-718C-1EEB-A755-B16D18094A19}"/>
                    </a:ext>
                  </a:extLst>
                </p:cNvPr>
                <p:cNvGrpSpPr/>
                <p:nvPr/>
              </p:nvGrpSpPr>
              <p:grpSpPr>
                <a:xfrm>
                  <a:off x="7585604" y="3453153"/>
                  <a:ext cx="343997" cy="114699"/>
                  <a:chOff x="7599557" y="3453153"/>
                  <a:chExt cx="343997" cy="114699"/>
                </a:xfrm>
                <a:solidFill>
                  <a:schemeClr val="bg1"/>
                </a:solidFill>
              </p:grpSpPr>
              <p:sp>
                <p:nvSpPr>
                  <p:cNvPr id="496" name="Rechteck 495">
                    <a:extLst>
                      <a:ext uri="{FF2B5EF4-FFF2-40B4-BE49-F238E27FC236}">
                        <a16:creationId xmlns:a16="http://schemas.microsoft.com/office/drawing/2014/main" id="{EEBE88C1-265D-1167-92AB-6B6217C77DB0}"/>
                      </a:ext>
                    </a:extLst>
                  </p:cNvPr>
                  <p:cNvSpPr/>
                  <p:nvPr/>
                </p:nvSpPr>
                <p:spPr>
                  <a:xfrm>
                    <a:off x="7599557" y="3453153"/>
                    <a:ext cx="343997" cy="50997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97" name="Rechteck 496">
                    <a:extLst>
                      <a:ext uri="{FF2B5EF4-FFF2-40B4-BE49-F238E27FC236}">
                        <a16:creationId xmlns:a16="http://schemas.microsoft.com/office/drawing/2014/main" id="{2DEC911A-37E6-5F0A-007A-A24EF39210E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735267" y="3513142"/>
                    <a:ext cx="63701" cy="45719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494" name="Rechteck 493">
                  <a:extLst>
                    <a:ext uri="{FF2B5EF4-FFF2-40B4-BE49-F238E27FC236}">
                      <a16:creationId xmlns:a16="http://schemas.microsoft.com/office/drawing/2014/main" id="{A5308951-E417-57F9-0D5F-7D14E26ABBD8}"/>
                    </a:ext>
                  </a:extLst>
                </p:cNvPr>
                <p:cNvSpPr/>
                <p:nvPr/>
              </p:nvSpPr>
              <p:spPr>
                <a:xfrm>
                  <a:off x="7790605" y="3413534"/>
                  <a:ext cx="45720" cy="5446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95" name="Rechteck 494">
                  <a:extLst>
                    <a:ext uri="{FF2B5EF4-FFF2-40B4-BE49-F238E27FC236}">
                      <a16:creationId xmlns:a16="http://schemas.microsoft.com/office/drawing/2014/main" id="{BD445AC0-8340-5052-DBE2-D99F5D73752D}"/>
                    </a:ext>
                  </a:extLst>
                </p:cNvPr>
                <p:cNvSpPr/>
                <p:nvPr/>
              </p:nvSpPr>
              <p:spPr>
                <a:xfrm>
                  <a:off x="7674468" y="3413534"/>
                  <a:ext cx="45720" cy="54469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13" name="Gruppieren 12">
                <a:extLst>
                  <a:ext uri="{FF2B5EF4-FFF2-40B4-BE49-F238E27FC236}">
                    <a16:creationId xmlns:a16="http://schemas.microsoft.com/office/drawing/2014/main" id="{3765E5EC-FC21-2D3F-93CE-AAC3D857F75B}"/>
                  </a:ext>
                </a:extLst>
              </p:cNvPr>
              <p:cNvGrpSpPr/>
              <p:nvPr/>
            </p:nvGrpSpPr>
            <p:grpSpPr>
              <a:xfrm>
                <a:off x="950578" y="2505290"/>
                <a:ext cx="343998" cy="255825"/>
                <a:chOff x="7585604" y="3312027"/>
                <a:chExt cx="343998" cy="255825"/>
              </a:xfrm>
            </p:grpSpPr>
            <p:sp>
              <p:nvSpPr>
                <p:cNvPr id="486" name="Rechteck 485">
                  <a:extLst>
                    <a:ext uri="{FF2B5EF4-FFF2-40B4-BE49-F238E27FC236}">
                      <a16:creationId xmlns:a16="http://schemas.microsoft.com/office/drawing/2014/main" id="{D58653FC-A0A2-9DFC-BA2C-E0E3228D34A6}"/>
                    </a:ext>
                  </a:extLst>
                </p:cNvPr>
                <p:cNvSpPr/>
                <p:nvPr/>
              </p:nvSpPr>
              <p:spPr>
                <a:xfrm>
                  <a:off x="7585605" y="3312027"/>
                  <a:ext cx="343997" cy="25582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487" name="Gruppieren 486">
                  <a:extLst>
                    <a:ext uri="{FF2B5EF4-FFF2-40B4-BE49-F238E27FC236}">
                      <a16:creationId xmlns:a16="http://schemas.microsoft.com/office/drawing/2014/main" id="{C5E11BCB-1D98-ED0E-B87F-D864DDCDD0EB}"/>
                    </a:ext>
                  </a:extLst>
                </p:cNvPr>
                <p:cNvGrpSpPr/>
                <p:nvPr/>
              </p:nvGrpSpPr>
              <p:grpSpPr>
                <a:xfrm>
                  <a:off x="7585604" y="3453153"/>
                  <a:ext cx="343998" cy="114699"/>
                  <a:chOff x="7599557" y="3453153"/>
                  <a:chExt cx="343998" cy="114699"/>
                </a:xfrm>
                <a:solidFill>
                  <a:schemeClr val="bg1"/>
                </a:solidFill>
              </p:grpSpPr>
              <p:sp>
                <p:nvSpPr>
                  <p:cNvPr id="490" name="Rechteck 489">
                    <a:extLst>
                      <a:ext uri="{FF2B5EF4-FFF2-40B4-BE49-F238E27FC236}">
                        <a16:creationId xmlns:a16="http://schemas.microsoft.com/office/drawing/2014/main" id="{5028E6D9-86AD-00F7-D2A3-69C1B2F6C409}"/>
                      </a:ext>
                    </a:extLst>
                  </p:cNvPr>
                  <p:cNvSpPr/>
                  <p:nvPr/>
                </p:nvSpPr>
                <p:spPr>
                  <a:xfrm>
                    <a:off x="7599557" y="3453153"/>
                    <a:ext cx="343998" cy="50997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91" name="Rechteck 490">
                    <a:extLst>
                      <a:ext uri="{FF2B5EF4-FFF2-40B4-BE49-F238E27FC236}">
                        <a16:creationId xmlns:a16="http://schemas.microsoft.com/office/drawing/2014/main" id="{126A64CC-2311-130E-CA63-5512D6EDAB24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735267" y="3513142"/>
                    <a:ext cx="63701" cy="45719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488" name="Rechteck 487">
                  <a:extLst>
                    <a:ext uri="{FF2B5EF4-FFF2-40B4-BE49-F238E27FC236}">
                      <a16:creationId xmlns:a16="http://schemas.microsoft.com/office/drawing/2014/main" id="{9486D759-E077-6DB1-51BD-8E4F12006730}"/>
                    </a:ext>
                  </a:extLst>
                </p:cNvPr>
                <p:cNvSpPr/>
                <p:nvPr/>
              </p:nvSpPr>
              <p:spPr>
                <a:xfrm>
                  <a:off x="7790605" y="3413534"/>
                  <a:ext cx="45720" cy="54469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89" name="Rechteck 488">
                  <a:extLst>
                    <a:ext uri="{FF2B5EF4-FFF2-40B4-BE49-F238E27FC236}">
                      <a16:creationId xmlns:a16="http://schemas.microsoft.com/office/drawing/2014/main" id="{6D80A506-3D7D-F59A-548D-F45499362991}"/>
                    </a:ext>
                  </a:extLst>
                </p:cNvPr>
                <p:cNvSpPr/>
                <p:nvPr/>
              </p:nvSpPr>
              <p:spPr>
                <a:xfrm>
                  <a:off x="7674468" y="3413534"/>
                  <a:ext cx="45720" cy="5446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14" name="Gruppieren 13">
                <a:extLst>
                  <a:ext uri="{FF2B5EF4-FFF2-40B4-BE49-F238E27FC236}">
                    <a16:creationId xmlns:a16="http://schemas.microsoft.com/office/drawing/2014/main" id="{7BC92261-DDAB-B962-0BBD-25288686E6CD}"/>
                  </a:ext>
                </a:extLst>
              </p:cNvPr>
              <p:cNvGrpSpPr/>
              <p:nvPr/>
            </p:nvGrpSpPr>
            <p:grpSpPr>
              <a:xfrm>
                <a:off x="1623779" y="2500010"/>
                <a:ext cx="343998" cy="255825"/>
                <a:chOff x="7585604" y="3312027"/>
                <a:chExt cx="343998" cy="255825"/>
              </a:xfrm>
            </p:grpSpPr>
            <p:sp>
              <p:nvSpPr>
                <p:cNvPr id="480" name="Rechteck 479">
                  <a:extLst>
                    <a:ext uri="{FF2B5EF4-FFF2-40B4-BE49-F238E27FC236}">
                      <a16:creationId xmlns:a16="http://schemas.microsoft.com/office/drawing/2014/main" id="{2006BAF2-E543-53DB-8890-2147DC6B99A7}"/>
                    </a:ext>
                  </a:extLst>
                </p:cNvPr>
                <p:cNvSpPr/>
                <p:nvPr/>
              </p:nvSpPr>
              <p:spPr>
                <a:xfrm>
                  <a:off x="7585605" y="3312027"/>
                  <a:ext cx="343997" cy="25582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481" name="Gruppieren 480">
                  <a:extLst>
                    <a:ext uri="{FF2B5EF4-FFF2-40B4-BE49-F238E27FC236}">
                      <a16:creationId xmlns:a16="http://schemas.microsoft.com/office/drawing/2014/main" id="{5F084DA5-FBF1-0B42-E507-60C6A5C67BCD}"/>
                    </a:ext>
                  </a:extLst>
                </p:cNvPr>
                <p:cNvGrpSpPr/>
                <p:nvPr/>
              </p:nvGrpSpPr>
              <p:grpSpPr>
                <a:xfrm>
                  <a:off x="7585604" y="3453153"/>
                  <a:ext cx="343998" cy="114699"/>
                  <a:chOff x="7599557" y="3453153"/>
                  <a:chExt cx="343998" cy="114699"/>
                </a:xfrm>
                <a:solidFill>
                  <a:schemeClr val="bg1"/>
                </a:solidFill>
              </p:grpSpPr>
              <p:sp>
                <p:nvSpPr>
                  <p:cNvPr id="484" name="Rechteck 483">
                    <a:extLst>
                      <a:ext uri="{FF2B5EF4-FFF2-40B4-BE49-F238E27FC236}">
                        <a16:creationId xmlns:a16="http://schemas.microsoft.com/office/drawing/2014/main" id="{2FCC2192-0247-194E-4302-03A44C7D1703}"/>
                      </a:ext>
                    </a:extLst>
                  </p:cNvPr>
                  <p:cNvSpPr/>
                  <p:nvPr/>
                </p:nvSpPr>
                <p:spPr>
                  <a:xfrm>
                    <a:off x="7599557" y="3453153"/>
                    <a:ext cx="343998" cy="50997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85" name="Rechteck 484">
                    <a:extLst>
                      <a:ext uri="{FF2B5EF4-FFF2-40B4-BE49-F238E27FC236}">
                        <a16:creationId xmlns:a16="http://schemas.microsoft.com/office/drawing/2014/main" id="{1B7216D1-5EDB-2D15-BAA7-B2C42F44512F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735267" y="3513142"/>
                    <a:ext cx="63701" cy="45719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482" name="Rechteck 481">
                  <a:extLst>
                    <a:ext uri="{FF2B5EF4-FFF2-40B4-BE49-F238E27FC236}">
                      <a16:creationId xmlns:a16="http://schemas.microsoft.com/office/drawing/2014/main" id="{A76B2C88-EFB0-1173-0706-F6CAE81CDF4F}"/>
                    </a:ext>
                  </a:extLst>
                </p:cNvPr>
                <p:cNvSpPr/>
                <p:nvPr/>
              </p:nvSpPr>
              <p:spPr>
                <a:xfrm>
                  <a:off x="7790605" y="3413534"/>
                  <a:ext cx="45720" cy="54469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83" name="Rechteck 482">
                  <a:extLst>
                    <a:ext uri="{FF2B5EF4-FFF2-40B4-BE49-F238E27FC236}">
                      <a16:creationId xmlns:a16="http://schemas.microsoft.com/office/drawing/2014/main" id="{54D8BB37-140E-411C-C333-C3FFC9663294}"/>
                    </a:ext>
                  </a:extLst>
                </p:cNvPr>
                <p:cNvSpPr/>
                <p:nvPr/>
              </p:nvSpPr>
              <p:spPr>
                <a:xfrm>
                  <a:off x="7674468" y="3413534"/>
                  <a:ext cx="45720" cy="5446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713AD396-99CA-FF91-2C20-753D37691367}"/>
                  </a:ext>
                </a:extLst>
              </p:cNvPr>
              <p:cNvGrpSpPr/>
              <p:nvPr/>
            </p:nvGrpSpPr>
            <p:grpSpPr>
              <a:xfrm>
                <a:off x="2256779" y="2505289"/>
                <a:ext cx="343998" cy="255825"/>
                <a:chOff x="7585604" y="3312027"/>
                <a:chExt cx="343998" cy="255825"/>
              </a:xfrm>
            </p:grpSpPr>
            <p:sp>
              <p:nvSpPr>
                <p:cNvPr id="474" name="Rechteck 473">
                  <a:extLst>
                    <a:ext uri="{FF2B5EF4-FFF2-40B4-BE49-F238E27FC236}">
                      <a16:creationId xmlns:a16="http://schemas.microsoft.com/office/drawing/2014/main" id="{FFDBF236-0E09-531B-86F0-E68FFA881AB9}"/>
                    </a:ext>
                  </a:extLst>
                </p:cNvPr>
                <p:cNvSpPr/>
                <p:nvPr/>
              </p:nvSpPr>
              <p:spPr>
                <a:xfrm>
                  <a:off x="7585605" y="3312027"/>
                  <a:ext cx="343997" cy="25582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475" name="Gruppieren 474">
                  <a:extLst>
                    <a:ext uri="{FF2B5EF4-FFF2-40B4-BE49-F238E27FC236}">
                      <a16:creationId xmlns:a16="http://schemas.microsoft.com/office/drawing/2014/main" id="{4627D480-0BB7-76F2-27B8-FDDC4E309F20}"/>
                    </a:ext>
                  </a:extLst>
                </p:cNvPr>
                <p:cNvGrpSpPr/>
                <p:nvPr/>
              </p:nvGrpSpPr>
              <p:grpSpPr>
                <a:xfrm>
                  <a:off x="7585604" y="3453153"/>
                  <a:ext cx="343998" cy="114699"/>
                  <a:chOff x="7599557" y="3453153"/>
                  <a:chExt cx="343998" cy="114699"/>
                </a:xfrm>
                <a:solidFill>
                  <a:schemeClr val="bg1"/>
                </a:solidFill>
              </p:grpSpPr>
              <p:sp>
                <p:nvSpPr>
                  <p:cNvPr id="478" name="Rechteck 477">
                    <a:extLst>
                      <a:ext uri="{FF2B5EF4-FFF2-40B4-BE49-F238E27FC236}">
                        <a16:creationId xmlns:a16="http://schemas.microsoft.com/office/drawing/2014/main" id="{94612F44-F03E-0F17-D282-3889D24DBE80}"/>
                      </a:ext>
                    </a:extLst>
                  </p:cNvPr>
                  <p:cNvSpPr/>
                  <p:nvPr/>
                </p:nvSpPr>
                <p:spPr>
                  <a:xfrm>
                    <a:off x="7599557" y="3453153"/>
                    <a:ext cx="343998" cy="50997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79" name="Rechteck 478">
                    <a:extLst>
                      <a:ext uri="{FF2B5EF4-FFF2-40B4-BE49-F238E27FC236}">
                        <a16:creationId xmlns:a16="http://schemas.microsoft.com/office/drawing/2014/main" id="{F2FEEBEE-2EA3-0A61-170A-F9033410D106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735267" y="3513142"/>
                    <a:ext cx="63701" cy="45719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476" name="Rechteck 475">
                  <a:extLst>
                    <a:ext uri="{FF2B5EF4-FFF2-40B4-BE49-F238E27FC236}">
                      <a16:creationId xmlns:a16="http://schemas.microsoft.com/office/drawing/2014/main" id="{D549E597-3767-4C08-3B38-6A63FD4C12F3}"/>
                    </a:ext>
                  </a:extLst>
                </p:cNvPr>
                <p:cNvSpPr/>
                <p:nvPr/>
              </p:nvSpPr>
              <p:spPr>
                <a:xfrm>
                  <a:off x="7790605" y="3413534"/>
                  <a:ext cx="45720" cy="54469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77" name="Rechteck 476">
                  <a:extLst>
                    <a:ext uri="{FF2B5EF4-FFF2-40B4-BE49-F238E27FC236}">
                      <a16:creationId xmlns:a16="http://schemas.microsoft.com/office/drawing/2014/main" id="{02DCEF4F-1645-EC9F-BE49-2B044E478BFA}"/>
                    </a:ext>
                  </a:extLst>
                </p:cNvPr>
                <p:cNvSpPr/>
                <p:nvPr/>
              </p:nvSpPr>
              <p:spPr>
                <a:xfrm>
                  <a:off x="7674468" y="3413534"/>
                  <a:ext cx="45720" cy="5446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16" name="Gruppieren 15">
                <a:extLst>
                  <a:ext uri="{FF2B5EF4-FFF2-40B4-BE49-F238E27FC236}">
                    <a16:creationId xmlns:a16="http://schemas.microsoft.com/office/drawing/2014/main" id="{08182F90-B4A8-B735-D5C3-DCAA3D954F34}"/>
                  </a:ext>
                </a:extLst>
              </p:cNvPr>
              <p:cNvGrpSpPr/>
              <p:nvPr/>
            </p:nvGrpSpPr>
            <p:grpSpPr>
              <a:xfrm>
                <a:off x="2929981" y="2500010"/>
                <a:ext cx="343998" cy="255825"/>
                <a:chOff x="7585604" y="3312027"/>
                <a:chExt cx="343998" cy="255825"/>
              </a:xfrm>
            </p:grpSpPr>
            <p:sp>
              <p:nvSpPr>
                <p:cNvPr id="468" name="Rechteck 467">
                  <a:extLst>
                    <a:ext uri="{FF2B5EF4-FFF2-40B4-BE49-F238E27FC236}">
                      <a16:creationId xmlns:a16="http://schemas.microsoft.com/office/drawing/2014/main" id="{6A9248C5-DDB0-A53E-BBCD-46C67DA521E6}"/>
                    </a:ext>
                  </a:extLst>
                </p:cNvPr>
                <p:cNvSpPr/>
                <p:nvPr/>
              </p:nvSpPr>
              <p:spPr>
                <a:xfrm>
                  <a:off x="7585605" y="3312027"/>
                  <a:ext cx="343997" cy="255825"/>
                </a:xfrm>
                <a:prstGeom prst="rect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469" name="Gruppieren 468">
                  <a:extLst>
                    <a:ext uri="{FF2B5EF4-FFF2-40B4-BE49-F238E27FC236}">
                      <a16:creationId xmlns:a16="http://schemas.microsoft.com/office/drawing/2014/main" id="{2F3B6C88-C355-2550-4B91-FEA535542BD4}"/>
                    </a:ext>
                  </a:extLst>
                </p:cNvPr>
                <p:cNvGrpSpPr/>
                <p:nvPr/>
              </p:nvGrpSpPr>
              <p:grpSpPr>
                <a:xfrm>
                  <a:off x="7585604" y="3453153"/>
                  <a:ext cx="343998" cy="114699"/>
                  <a:chOff x="7599557" y="3453153"/>
                  <a:chExt cx="343998" cy="114699"/>
                </a:xfrm>
                <a:solidFill>
                  <a:schemeClr val="bg1"/>
                </a:solidFill>
              </p:grpSpPr>
              <p:sp>
                <p:nvSpPr>
                  <p:cNvPr id="472" name="Rechteck 471">
                    <a:extLst>
                      <a:ext uri="{FF2B5EF4-FFF2-40B4-BE49-F238E27FC236}">
                        <a16:creationId xmlns:a16="http://schemas.microsoft.com/office/drawing/2014/main" id="{C7F9D1C9-2DBC-F4AD-1D04-027A23044296}"/>
                      </a:ext>
                    </a:extLst>
                  </p:cNvPr>
                  <p:cNvSpPr/>
                  <p:nvPr/>
                </p:nvSpPr>
                <p:spPr>
                  <a:xfrm>
                    <a:off x="7599557" y="3453153"/>
                    <a:ext cx="343998" cy="50997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73" name="Rechteck 472">
                    <a:extLst>
                      <a:ext uri="{FF2B5EF4-FFF2-40B4-BE49-F238E27FC236}">
                        <a16:creationId xmlns:a16="http://schemas.microsoft.com/office/drawing/2014/main" id="{BCBA4E70-D0B9-FD77-5FD2-B66A7C9271AE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7735267" y="3513142"/>
                    <a:ext cx="63701" cy="45719"/>
                  </a:xfrm>
                  <a:prstGeom prst="rect">
                    <a:avLst/>
                  </a:prstGeom>
                  <a:grpFill/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470" name="Rechteck 469">
                  <a:extLst>
                    <a:ext uri="{FF2B5EF4-FFF2-40B4-BE49-F238E27FC236}">
                      <a16:creationId xmlns:a16="http://schemas.microsoft.com/office/drawing/2014/main" id="{4E2710D2-5DFF-C9DD-0CD5-1F689D259F4B}"/>
                    </a:ext>
                  </a:extLst>
                </p:cNvPr>
                <p:cNvSpPr/>
                <p:nvPr/>
              </p:nvSpPr>
              <p:spPr>
                <a:xfrm>
                  <a:off x="7790605" y="3413534"/>
                  <a:ext cx="45720" cy="54469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71" name="Rechteck 470">
                  <a:extLst>
                    <a:ext uri="{FF2B5EF4-FFF2-40B4-BE49-F238E27FC236}">
                      <a16:creationId xmlns:a16="http://schemas.microsoft.com/office/drawing/2014/main" id="{7EF0698D-E16C-E1D0-1EA2-D6F28CAD8E1D}"/>
                    </a:ext>
                  </a:extLst>
                </p:cNvPr>
                <p:cNvSpPr/>
                <p:nvPr/>
              </p:nvSpPr>
              <p:spPr>
                <a:xfrm>
                  <a:off x="7674468" y="3413534"/>
                  <a:ext cx="45720" cy="54469"/>
                </a:xfrm>
                <a:prstGeom prst="rect">
                  <a:avLst/>
                </a:prstGeom>
                <a:solidFill>
                  <a:srgbClr val="92D050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8B7D9940-B3F6-D41A-1B7C-BC34E5334B18}"/>
                  </a:ext>
                </a:extLst>
              </p:cNvPr>
              <p:cNvSpPr txBox="1"/>
              <p:nvPr/>
            </p:nvSpPr>
            <p:spPr>
              <a:xfrm>
                <a:off x="966110" y="2842291"/>
                <a:ext cx="349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9V</a:t>
                </a:r>
              </a:p>
            </p:txBody>
          </p:sp>
          <p:sp>
            <p:nvSpPr>
              <p:cNvPr id="18" name="Textfeld 17">
                <a:extLst>
                  <a:ext uri="{FF2B5EF4-FFF2-40B4-BE49-F238E27FC236}">
                    <a16:creationId xmlns:a16="http://schemas.microsoft.com/office/drawing/2014/main" id="{109C66FD-043F-13C8-A4AF-E1A49F34EAAD}"/>
                  </a:ext>
                </a:extLst>
              </p:cNvPr>
              <p:cNvSpPr txBox="1"/>
              <p:nvPr/>
            </p:nvSpPr>
            <p:spPr>
              <a:xfrm>
                <a:off x="2230427" y="2836997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M1</a:t>
                </a:r>
              </a:p>
            </p:txBody>
          </p:sp>
          <p:sp>
            <p:nvSpPr>
              <p:cNvPr id="19" name="Textfeld 18">
                <a:extLst>
                  <a:ext uri="{FF2B5EF4-FFF2-40B4-BE49-F238E27FC236}">
                    <a16:creationId xmlns:a16="http://schemas.microsoft.com/office/drawing/2014/main" id="{6EA3CBFC-0F94-BFBB-7B26-798775DC7689}"/>
                  </a:ext>
                </a:extLst>
              </p:cNvPr>
              <p:cNvSpPr txBox="1"/>
              <p:nvPr/>
            </p:nvSpPr>
            <p:spPr>
              <a:xfrm>
                <a:off x="2895772" y="2836629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M2</a:t>
                </a:r>
              </a:p>
            </p:txBody>
          </p:sp>
          <p:sp>
            <p:nvSpPr>
              <p:cNvPr id="20" name="Textfeld 19">
                <a:extLst>
                  <a:ext uri="{FF2B5EF4-FFF2-40B4-BE49-F238E27FC236}">
                    <a16:creationId xmlns:a16="http://schemas.microsoft.com/office/drawing/2014/main" id="{84097E2D-65C7-071C-546D-41FE8CEDACC2}"/>
                  </a:ext>
                </a:extLst>
              </p:cNvPr>
              <p:cNvSpPr txBox="1"/>
              <p:nvPr/>
            </p:nvSpPr>
            <p:spPr>
              <a:xfrm>
                <a:off x="943730" y="2266099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A1</a:t>
                </a:r>
              </a:p>
            </p:txBody>
          </p:sp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D2054B6F-9FA5-6BF1-E88B-9335EF6351DF}"/>
                  </a:ext>
                </a:extLst>
              </p:cNvPr>
              <p:cNvSpPr txBox="1"/>
              <p:nvPr/>
            </p:nvSpPr>
            <p:spPr>
              <a:xfrm>
                <a:off x="1620971" y="2263328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A2</a:t>
                </a:r>
              </a:p>
            </p:txBody>
          </p:sp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5B4A9F9B-084E-B9DD-A397-F35B01D9665B}"/>
                  </a:ext>
                </a:extLst>
              </p:cNvPr>
              <p:cNvSpPr txBox="1"/>
              <p:nvPr/>
            </p:nvSpPr>
            <p:spPr>
              <a:xfrm>
                <a:off x="2247848" y="2266098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A3</a:t>
                </a:r>
              </a:p>
            </p:txBody>
          </p: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B373B3A0-718C-C48E-4891-A12D30A18539}"/>
                  </a:ext>
                </a:extLst>
              </p:cNvPr>
              <p:cNvSpPr txBox="1"/>
              <p:nvPr/>
            </p:nvSpPr>
            <p:spPr>
              <a:xfrm>
                <a:off x="2920947" y="2252960"/>
                <a:ext cx="3529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A4</a:t>
                </a:r>
              </a:p>
            </p:txBody>
          </p:sp>
          <p:grpSp>
            <p:nvGrpSpPr>
              <p:cNvPr id="24" name="Gruppieren 23">
                <a:extLst>
                  <a:ext uri="{FF2B5EF4-FFF2-40B4-BE49-F238E27FC236}">
                    <a16:creationId xmlns:a16="http://schemas.microsoft.com/office/drawing/2014/main" id="{FD63D68C-A3BA-2601-19A9-0EEDFF44A88B}"/>
                  </a:ext>
                </a:extLst>
              </p:cNvPr>
              <p:cNvGrpSpPr/>
              <p:nvPr/>
            </p:nvGrpSpPr>
            <p:grpSpPr>
              <a:xfrm>
                <a:off x="1368733" y="2121399"/>
                <a:ext cx="1497002" cy="180000"/>
                <a:chOff x="1213104" y="3583192"/>
                <a:chExt cx="1497002" cy="180000"/>
              </a:xfrm>
            </p:grpSpPr>
            <p:sp>
              <p:nvSpPr>
                <p:cNvPr id="459" name="Rechteck 458">
                  <a:extLst>
                    <a:ext uri="{FF2B5EF4-FFF2-40B4-BE49-F238E27FC236}">
                      <a16:creationId xmlns:a16="http://schemas.microsoft.com/office/drawing/2014/main" id="{8AA421CF-54CD-7CD7-0A8C-2790FFC99F55}"/>
                    </a:ext>
                  </a:extLst>
                </p:cNvPr>
                <p:cNvSpPr/>
                <p:nvPr/>
              </p:nvSpPr>
              <p:spPr>
                <a:xfrm>
                  <a:off x="1213104" y="3583192"/>
                  <a:ext cx="1497002" cy="18000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60" name="Rechteck 459">
                  <a:extLst>
                    <a:ext uri="{FF2B5EF4-FFF2-40B4-BE49-F238E27FC236}">
                      <a16:creationId xmlns:a16="http://schemas.microsoft.com/office/drawing/2014/main" id="{C028F0CC-527D-9C9E-F26A-92BE21A255AE}"/>
                    </a:ext>
                  </a:extLst>
                </p:cNvPr>
                <p:cNvSpPr/>
                <p:nvPr/>
              </p:nvSpPr>
              <p:spPr>
                <a:xfrm>
                  <a:off x="1275599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61" name="Rechteck 460">
                  <a:extLst>
                    <a:ext uri="{FF2B5EF4-FFF2-40B4-BE49-F238E27FC236}">
                      <a16:creationId xmlns:a16="http://schemas.microsoft.com/office/drawing/2014/main" id="{BB946CFE-7896-DE0C-95D9-BFDF7F0F489B}"/>
                    </a:ext>
                  </a:extLst>
                </p:cNvPr>
                <p:cNvSpPr/>
                <p:nvPr/>
              </p:nvSpPr>
              <p:spPr>
                <a:xfrm>
                  <a:off x="1459470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62" name="Rechteck 461">
                  <a:extLst>
                    <a:ext uri="{FF2B5EF4-FFF2-40B4-BE49-F238E27FC236}">
                      <a16:creationId xmlns:a16="http://schemas.microsoft.com/office/drawing/2014/main" id="{1E2198F0-25B3-06E0-F8CD-54CDC4D0A0EA}"/>
                    </a:ext>
                  </a:extLst>
                </p:cNvPr>
                <p:cNvSpPr/>
                <p:nvPr/>
              </p:nvSpPr>
              <p:spPr>
                <a:xfrm>
                  <a:off x="1643341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63" name="Rechteck 462">
                  <a:extLst>
                    <a:ext uri="{FF2B5EF4-FFF2-40B4-BE49-F238E27FC236}">
                      <a16:creationId xmlns:a16="http://schemas.microsoft.com/office/drawing/2014/main" id="{576E1548-393C-2A99-DB34-F7D4F55A541F}"/>
                    </a:ext>
                  </a:extLst>
                </p:cNvPr>
                <p:cNvSpPr/>
                <p:nvPr/>
              </p:nvSpPr>
              <p:spPr>
                <a:xfrm>
                  <a:off x="1827212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64" name="Rechteck 463">
                  <a:extLst>
                    <a:ext uri="{FF2B5EF4-FFF2-40B4-BE49-F238E27FC236}">
                      <a16:creationId xmlns:a16="http://schemas.microsoft.com/office/drawing/2014/main" id="{9D702FE5-2154-8B6C-58C2-DC80A1EB70BF}"/>
                    </a:ext>
                  </a:extLst>
                </p:cNvPr>
                <p:cNvSpPr/>
                <p:nvPr/>
              </p:nvSpPr>
              <p:spPr>
                <a:xfrm>
                  <a:off x="2011083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65" name="Rechteck 464">
                  <a:extLst>
                    <a:ext uri="{FF2B5EF4-FFF2-40B4-BE49-F238E27FC236}">
                      <a16:creationId xmlns:a16="http://schemas.microsoft.com/office/drawing/2014/main" id="{870A1EE2-756F-D9F6-75B7-19316A75289E}"/>
                    </a:ext>
                  </a:extLst>
                </p:cNvPr>
                <p:cNvSpPr/>
                <p:nvPr/>
              </p:nvSpPr>
              <p:spPr>
                <a:xfrm>
                  <a:off x="2194954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66" name="Rechteck 465">
                  <a:extLst>
                    <a:ext uri="{FF2B5EF4-FFF2-40B4-BE49-F238E27FC236}">
                      <a16:creationId xmlns:a16="http://schemas.microsoft.com/office/drawing/2014/main" id="{CE67E9C8-ABAC-F9F2-E5E4-B214B695EBFC}"/>
                    </a:ext>
                  </a:extLst>
                </p:cNvPr>
                <p:cNvSpPr/>
                <p:nvPr/>
              </p:nvSpPr>
              <p:spPr>
                <a:xfrm>
                  <a:off x="2378825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67" name="Rechteck 466">
                  <a:extLst>
                    <a:ext uri="{FF2B5EF4-FFF2-40B4-BE49-F238E27FC236}">
                      <a16:creationId xmlns:a16="http://schemas.microsoft.com/office/drawing/2014/main" id="{90F06493-BE70-FE10-7BF4-77136556A062}"/>
                    </a:ext>
                  </a:extLst>
                </p:cNvPr>
                <p:cNvSpPr/>
                <p:nvPr/>
              </p:nvSpPr>
              <p:spPr>
                <a:xfrm>
                  <a:off x="2562697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25" name="Gruppieren 24">
                <a:extLst>
                  <a:ext uri="{FF2B5EF4-FFF2-40B4-BE49-F238E27FC236}">
                    <a16:creationId xmlns:a16="http://schemas.microsoft.com/office/drawing/2014/main" id="{22AD277B-84B6-7F95-2463-9CDA90A4F4FD}"/>
                  </a:ext>
                </a:extLst>
              </p:cNvPr>
              <p:cNvGrpSpPr/>
              <p:nvPr/>
            </p:nvGrpSpPr>
            <p:grpSpPr>
              <a:xfrm>
                <a:off x="1367502" y="1353860"/>
                <a:ext cx="547705" cy="607074"/>
                <a:chOff x="2258676" y="2954020"/>
                <a:chExt cx="547705" cy="607074"/>
              </a:xfrm>
            </p:grpSpPr>
            <p:sp>
              <p:nvSpPr>
                <p:cNvPr id="454" name="Rechteck 453">
                  <a:extLst>
                    <a:ext uri="{FF2B5EF4-FFF2-40B4-BE49-F238E27FC236}">
                      <a16:creationId xmlns:a16="http://schemas.microsoft.com/office/drawing/2014/main" id="{5119CB9C-7A18-931C-60BB-E2EF09B75246}"/>
                    </a:ext>
                  </a:extLst>
                </p:cNvPr>
                <p:cNvSpPr/>
                <p:nvPr/>
              </p:nvSpPr>
              <p:spPr>
                <a:xfrm>
                  <a:off x="2258676" y="2954020"/>
                  <a:ext cx="547705" cy="607074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55" name="Rechteck 454">
                  <a:extLst>
                    <a:ext uri="{FF2B5EF4-FFF2-40B4-BE49-F238E27FC236}">
                      <a16:creationId xmlns:a16="http://schemas.microsoft.com/office/drawing/2014/main" id="{2543D416-FD35-F151-C22E-46916DA944E1}"/>
                    </a:ext>
                  </a:extLst>
                </p:cNvPr>
                <p:cNvSpPr/>
                <p:nvPr/>
              </p:nvSpPr>
              <p:spPr>
                <a:xfrm>
                  <a:off x="2303461" y="3002281"/>
                  <a:ext cx="91440" cy="52154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456" name="Rechteck 455">
                  <a:extLst>
                    <a:ext uri="{FF2B5EF4-FFF2-40B4-BE49-F238E27FC236}">
                      <a16:creationId xmlns:a16="http://schemas.microsoft.com/office/drawing/2014/main" id="{22F579A5-16EA-2D3B-B1BF-458F9AF72FA1}"/>
                    </a:ext>
                  </a:extLst>
                </p:cNvPr>
                <p:cNvSpPr/>
                <p:nvPr/>
              </p:nvSpPr>
              <p:spPr>
                <a:xfrm>
                  <a:off x="2483059" y="3002281"/>
                  <a:ext cx="91440" cy="5215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57" name="Rechteck 456">
                  <a:extLst>
                    <a:ext uri="{FF2B5EF4-FFF2-40B4-BE49-F238E27FC236}">
                      <a16:creationId xmlns:a16="http://schemas.microsoft.com/office/drawing/2014/main" id="{C30575D1-4F31-A2EF-2E28-C54B28824FD0}"/>
                    </a:ext>
                  </a:extLst>
                </p:cNvPr>
                <p:cNvSpPr/>
                <p:nvPr/>
              </p:nvSpPr>
              <p:spPr>
                <a:xfrm>
                  <a:off x="2662657" y="3002281"/>
                  <a:ext cx="91440" cy="5215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58" name="Rechteck 457">
                  <a:extLst>
                    <a:ext uri="{FF2B5EF4-FFF2-40B4-BE49-F238E27FC236}">
                      <a16:creationId xmlns:a16="http://schemas.microsoft.com/office/drawing/2014/main" id="{4F405B80-5EC3-B71D-EA7B-1A67094436E6}"/>
                    </a:ext>
                  </a:extLst>
                </p:cNvPr>
                <p:cNvSpPr/>
                <p:nvPr/>
              </p:nvSpPr>
              <p:spPr>
                <a:xfrm rot="16200000">
                  <a:off x="2483059" y="3168150"/>
                  <a:ext cx="91440" cy="521543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2DC5F541-1205-ACAC-4FC9-3A03E839F5F3}"/>
                  </a:ext>
                </a:extLst>
              </p:cNvPr>
              <p:cNvGrpSpPr/>
              <p:nvPr/>
            </p:nvGrpSpPr>
            <p:grpSpPr>
              <a:xfrm>
                <a:off x="2345250" y="1345712"/>
                <a:ext cx="547705" cy="607074"/>
                <a:chOff x="2258676" y="2954020"/>
                <a:chExt cx="547705" cy="607074"/>
              </a:xfrm>
            </p:grpSpPr>
            <p:sp>
              <p:nvSpPr>
                <p:cNvPr id="449" name="Rechteck 448">
                  <a:extLst>
                    <a:ext uri="{FF2B5EF4-FFF2-40B4-BE49-F238E27FC236}">
                      <a16:creationId xmlns:a16="http://schemas.microsoft.com/office/drawing/2014/main" id="{9B480BEF-6723-7850-E2D6-618BD091DB0D}"/>
                    </a:ext>
                  </a:extLst>
                </p:cNvPr>
                <p:cNvSpPr/>
                <p:nvPr/>
              </p:nvSpPr>
              <p:spPr>
                <a:xfrm>
                  <a:off x="2258676" y="2954020"/>
                  <a:ext cx="547705" cy="607074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50" name="Rechteck 449">
                  <a:extLst>
                    <a:ext uri="{FF2B5EF4-FFF2-40B4-BE49-F238E27FC236}">
                      <a16:creationId xmlns:a16="http://schemas.microsoft.com/office/drawing/2014/main" id="{8B715A54-E55A-2726-A97D-8C894312E64F}"/>
                    </a:ext>
                  </a:extLst>
                </p:cNvPr>
                <p:cNvSpPr/>
                <p:nvPr/>
              </p:nvSpPr>
              <p:spPr>
                <a:xfrm>
                  <a:off x="2303461" y="3002281"/>
                  <a:ext cx="91440" cy="521544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451" name="Rechteck 450">
                  <a:extLst>
                    <a:ext uri="{FF2B5EF4-FFF2-40B4-BE49-F238E27FC236}">
                      <a16:creationId xmlns:a16="http://schemas.microsoft.com/office/drawing/2014/main" id="{1857FBF1-7CAC-B9C9-00F0-7BB795FCB835}"/>
                    </a:ext>
                  </a:extLst>
                </p:cNvPr>
                <p:cNvSpPr/>
                <p:nvPr/>
              </p:nvSpPr>
              <p:spPr>
                <a:xfrm>
                  <a:off x="2483059" y="3002281"/>
                  <a:ext cx="91440" cy="5215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52" name="Rechteck 451">
                  <a:extLst>
                    <a:ext uri="{FF2B5EF4-FFF2-40B4-BE49-F238E27FC236}">
                      <a16:creationId xmlns:a16="http://schemas.microsoft.com/office/drawing/2014/main" id="{D1025C82-37B0-3F69-CCA6-2B116244E837}"/>
                    </a:ext>
                  </a:extLst>
                </p:cNvPr>
                <p:cNvSpPr/>
                <p:nvPr/>
              </p:nvSpPr>
              <p:spPr>
                <a:xfrm>
                  <a:off x="2662657" y="3002281"/>
                  <a:ext cx="91440" cy="521543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53" name="Rechteck 452">
                  <a:extLst>
                    <a:ext uri="{FF2B5EF4-FFF2-40B4-BE49-F238E27FC236}">
                      <a16:creationId xmlns:a16="http://schemas.microsoft.com/office/drawing/2014/main" id="{719EAD3C-C2B6-7E33-3845-5747DEBDB972}"/>
                    </a:ext>
                  </a:extLst>
                </p:cNvPr>
                <p:cNvSpPr/>
                <p:nvPr/>
              </p:nvSpPr>
              <p:spPr>
                <a:xfrm rot="16200000">
                  <a:off x="2483059" y="3168150"/>
                  <a:ext cx="91440" cy="521543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27" name="Textfeld 26">
                <a:extLst>
                  <a:ext uri="{FF2B5EF4-FFF2-40B4-BE49-F238E27FC236}">
                    <a16:creationId xmlns:a16="http://schemas.microsoft.com/office/drawing/2014/main" id="{49E461CF-309B-2B9B-3EA0-A8EB118B85BD}"/>
                  </a:ext>
                </a:extLst>
              </p:cNvPr>
              <p:cNvSpPr txBox="1"/>
              <p:nvPr/>
            </p:nvSpPr>
            <p:spPr>
              <a:xfrm>
                <a:off x="1369743" y="1101374"/>
                <a:ext cx="53572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Servo</a:t>
                </a:r>
              </a:p>
            </p:txBody>
          </p:sp>
          <p:sp>
            <p:nvSpPr>
              <p:cNvPr id="28" name="Textfeld 27">
                <a:extLst>
                  <a:ext uri="{FF2B5EF4-FFF2-40B4-BE49-F238E27FC236}">
                    <a16:creationId xmlns:a16="http://schemas.microsoft.com/office/drawing/2014/main" id="{07324069-9510-572A-228D-A9F9160C3E98}"/>
                  </a:ext>
                </a:extLst>
              </p:cNvPr>
              <p:cNvSpPr txBox="1"/>
              <p:nvPr/>
            </p:nvSpPr>
            <p:spPr>
              <a:xfrm>
                <a:off x="2352122" y="1104503"/>
                <a:ext cx="5733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ftPixel</a:t>
                </a:r>
              </a:p>
            </p:txBody>
          </p: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965F4F97-A595-2D26-4A8D-438651CDC9DE}"/>
                  </a:ext>
                </a:extLst>
              </p:cNvPr>
              <p:cNvSpPr txBox="1"/>
              <p:nvPr/>
            </p:nvSpPr>
            <p:spPr>
              <a:xfrm>
                <a:off x="1724657" y="1897495"/>
                <a:ext cx="7925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Extension</a:t>
                </a:r>
              </a:p>
            </p:txBody>
          </p:sp>
          <p:grpSp>
            <p:nvGrpSpPr>
              <p:cNvPr id="30" name="Gruppieren 29">
                <a:extLst>
                  <a:ext uri="{FF2B5EF4-FFF2-40B4-BE49-F238E27FC236}">
                    <a16:creationId xmlns:a16="http://schemas.microsoft.com/office/drawing/2014/main" id="{19A00A35-7232-5B87-0CB5-4F7985D676C0}"/>
                  </a:ext>
                </a:extLst>
              </p:cNvPr>
              <p:cNvGrpSpPr/>
              <p:nvPr/>
            </p:nvGrpSpPr>
            <p:grpSpPr>
              <a:xfrm>
                <a:off x="1299627" y="3625891"/>
                <a:ext cx="648304" cy="1134934"/>
                <a:chOff x="3805800" y="4921160"/>
                <a:chExt cx="648304" cy="1134934"/>
              </a:xfrm>
            </p:grpSpPr>
            <p:grpSp>
              <p:nvGrpSpPr>
                <p:cNvPr id="56" name="Gruppieren 55">
                  <a:extLst>
                    <a:ext uri="{FF2B5EF4-FFF2-40B4-BE49-F238E27FC236}">
                      <a16:creationId xmlns:a16="http://schemas.microsoft.com/office/drawing/2014/main" id="{4CACAEFB-F17B-CFE5-88AC-809E4130C9C2}"/>
                    </a:ext>
                  </a:extLst>
                </p:cNvPr>
                <p:cNvGrpSpPr/>
                <p:nvPr/>
              </p:nvGrpSpPr>
              <p:grpSpPr>
                <a:xfrm>
                  <a:off x="3861614" y="5449020"/>
                  <a:ext cx="547705" cy="607074"/>
                  <a:chOff x="2258676" y="2954020"/>
                  <a:chExt cx="547705" cy="607074"/>
                </a:xfrm>
              </p:grpSpPr>
              <p:sp>
                <p:nvSpPr>
                  <p:cNvPr id="60" name="Rechteck 59">
                    <a:extLst>
                      <a:ext uri="{FF2B5EF4-FFF2-40B4-BE49-F238E27FC236}">
                        <a16:creationId xmlns:a16="http://schemas.microsoft.com/office/drawing/2014/main" id="{84A4CD78-6D27-BA61-738E-4B7B415F370D}"/>
                      </a:ext>
                    </a:extLst>
                  </p:cNvPr>
                  <p:cNvSpPr/>
                  <p:nvPr/>
                </p:nvSpPr>
                <p:spPr>
                  <a:xfrm>
                    <a:off x="2258676" y="2954020"/>
                    <a:ext cx="547705" cy="607074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1" name="Rechteck 60">
                    <a:extLst>
                      <a:ext uri="{FF2B5EF4-FFF2-40B4-BE49-F238E27FC236}">
                        <a16:creationId xmlns:a16="http://schemas.microsoft.com/office/drawing/2014/main" id="{81ADBA16-FD7C-AD31-779A-D1B5096CDA8D}"/>
                      </a:ext>
                    </a:extLst>
                  </p:cNvPr>
                  <p:cNvSpPr/>
                  <p:nvPr/>
                </p:nvSpPr>
                <p:spPr>
                  <a:xfrm>
                    <a:off x="2303461" y="3002281"/>
                    <a:ext cx="91440" cy="521544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  <p:sp>
                <p:nvSpPr>
                  <p:cNvPr id="62" name="Rechteck 61">
                    <a:extLst>
                      <a:ext uri="{FF2B5EF4-FFF2-40B4-BE49-F238E27FC236}">
                        <a16:creationId xmlns:a16="http://schemas.microsoft.com/office/drawing/2014/main" id="{3FA19BE1-F899-773F-CF82-41B0E6D2F602}"/>
                      </a:ext>
                    </a:extLst>
                  </p:cNvPr>
                  <p:cNvSpPr/>
                  <p:nvPr/>
                </p:nvSpPr>
                <p:spPr>
                  <a:xfrm>
                    <a:off x="2483059" y="3002281"/>
                    <a:ext cx="91440" cy="521543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3" name="Rechteck 62">
                    <a:extLst>
                      <a:ext uri="{FF2B5EF4-FFF2-40B4-BE49-F238E27FC236}">
                        <a16:creationId xmlns:a16="http://schemas.microsoft.com/office/drawing/2014/main" id="{62D7DBE3-5462-89DA-6290-E4C42A53A447}"/>
                      </a:ext>
                    </a:extLst>
                  </p:cNvPr>
                  <p:cNvSpPr/>
                  <p:nvPr/>
                </p:nvSpPr>
                <p:spPr>
                  <a:xfrm>
                    <a:off x="2662657" y="3002281"/>
                    <a:ext cx="91440" cy="521543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448" name="Rechteck 447">
                    <a:extLst>
                      <a:ext uri="{FF2B5EF4-FFF2-40B4-BE49-F238E27FC236}">
                        <a16:creationId xmlns:a16="http://schemas.microsoft.com/office/drawing/2014/main" id="{46DEBD7B-98EF-83EE-01A7-09A9CA7C5CE0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3059" y="3168150"/>
                    <a:ext cx="91440" cy="521543"/>
                  </a:xfrm>
                  <a:prstGeom prst="rect">
                    <a:avLst/>
                  </a:prstGeom>
                  <a:solidFill>
                    <a:schemeClr val="bg2">
                      <a:lumMod val="2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57" name="Textfeld 56">
                  <a:extLst>
                    <a:ext uri="{FF2B5EF4-FFF2-40B4-BE49-F238E27FC236}">
                      <a16:creationId xmlns:a16="http://schemas.microsoft.com/office/drawing/2014/main" id="{9E1EB243-24B6-75B7-CE4B-223CFAB6A21E}"/>
                    </a:ext>
                  </a:extLst>
                </p:cNvPr>
                <p:cNvSpPr txBox="1"/>
                <p:nvPr/>
              </p:nvSpPr>
              <p:spPr>
                <a:xfrm rot="16200000">
                  <a:off x="3644858" y="5082102"/>
                  <a:ext cx="59888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SERVO</a:t>
                  </a:r>
                </a:p>
              </p:txBody>
            </p:sp>
            <p:sp>
              <p:nvSpPr>
                <p:cNvPr id="58" name="Textfeld 57">
                  <a:extLst>
                    <a:ext uri="{FF2B5EF4-FFF2-40B4-BE49-F238E27FC236}">
                      <a16:creationId xmlns:a16="http://schemas.microsoft.com/office/drawing/2014/main" id="{29FA14F4-894D-3BDE-3603-A0DBAA2D6A62}"/>
                    </a:ext>
                  </a:extLst>
                </p:cNvPr>
                <p:cNvSpPr txBox="1"/>
                <p:nvPr/>
              </p:nvSpPr>
              <p:spPr>
                <a:xfrm rot="16200000">
                  <a:off x="3913736" y="5153517"/>
                  <a:ext cx="42672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200" dirty="0"/>
                    <a:t>+5V</a:t>
                  </a:r>
                </a:p>
              </p:txBody>
            </p:sp>
            <p:sp>
              <p:nvSpPr>
                <p:cNvPr id="59" name="Textfeld 58">
                  <a:extLst>
                    <a:ext uri="{FF2B5EF4-FFF2-40B4-BE49-F238E27FC236}">
                      <a16:creationId xmlns:a16="http://schemas.microsoft.com/office/drawing/2014/main" id="{B65A9583-F379-8CAE-6B73-BEE9D6FB8D5A}"/>
                    </a:ext>
                  </a:extLst>
                </p:cNvPr>
                <p:cNvSpPr txBox="1"/>
                <p:nvPr/>
              </p:nvSpPr>
              <p:spPr>
                <a:xfrm rot="16200000">
                  <a:off x="4077399" y="5133474"/>
                  <a:ext cx="47641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200" dirty="0"/>
                    <a:t>GND</a:t>
                  </a:r>
                </a:p>
              </p:txBody>
            </p:sp>
          </p:grpSp>
          <p:grpSp>
            <p:nvGrpSpPr>
              <p:cNvPr id="31" name="Gruppieren 30">
                <a:extLst>
                  <a:ext uri="{FF2B5EF4-FFF2-40B4-BE49-F238E27FC236}">
                    <a16:creationId xmlns:a16="http://schemas.microsoft.com/office/drawing/2014/main" id="{BA42110B-1EFA-1433-FE2A-11A9A9C70F60}"/>
                  </a:ext>
                </a:extLst>
              </p:cNvPr>
              <p:cNvGrpSpPr/>
              <p:nvPr/>
            </p:nvGrpSpPr>
            <p:grpSpPr>
              <a:xfrm>
                <a:off x="2269714" y="3752718"/>
                <a:ext cx="646446" cy="1022326"/>
                <a:chOff x="3807658" y="5033768"/>
                <a:chExt cx="646446" cy="1022326"/>
              </a:xfrm>
            </p:grpSpPr>
            <p:grpSp>
              <p:nvGrpSpPr>
                <p:cNvPr id="47" name="Gruppieren 46">
                  <a:extLst>
                    <a:ext uri="{FF2B5EF4-FFF2-40B4-BE49-F238E27FC236}">
                      <a16:creationId xmlns:a16="http://schemas.microsoft.com/office/drawing/2014/main" id="{FD8EE194-6B2E-EA44-E839-52A4F21FCB20}"/>
                    </a:ext>
                  </a:extLst>
                </p:cNvPr>
                <p:cNvGrpSpPr/>
                <p:nvPr/>
              </p:nvGrpSpPr>
              <p:grpSpPr>
                <a:xfrm>
                  <a:off x="3861614" y="5449020"/>
                  <a:ext cx="547705" cy="607074"/>
                  <a:chOff x="2258676" y="2954020"/>
                  <a:chExt cx="547705" cy="607074"/>
                </a:xfrm>
              </p:grpSpPr>
              <p:sp>
                <p:nvSpPr>
                  <p:cNvPr id="51" name="Rechteck 50">
                    <a:extLst>
                      <a:ext uri="{FF2B5EF4-FFF2-40B4-BE49-F238E27FC236}">
                        <a16:creationId xmlns:a16="http://schemas.microsoft.com/office/drawing/2014/main" id="{1960FE07-CCAA-CBFB-6C0B-6747C7540907}"/>
                      </a:ext>
                    </a:extLst>
                  </p:cNvPr>
                  <p:cNvSpPr/>
                  <p:nvPr/>
                </p:nvSpPr>
                <p:spPr>
                  <a:xfrm>
                    <a:off x="2258676" y="2954020"/>
                    <a:ext cx="547705" cy="607074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2" name="Rechteck 51">
                    <a:extLst>
                      <a:ext uri="{FF2B5EF4-FFF2-40B4-BE49-F238E27FC236}">
                        <a16:creationId xmlns:a16="http://schemas.microsoft.com/office/drawing/2014/main" id="{6D6175BB-9CC7-D04D-C052-01AC8567CBAA}"/>
                      </a:ext>
                    </a:extLst>
                  </p:cNvPr>
                  <p:cNvSpPr/>
                  <p:nvPr/>
                </p:nvSpPr>
                <p:spPr>
                  <a:xfrm>
                    <a:off x="2303461" y="3002281"/>
                    <a:ext cx="91440" cy="521544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  <p:sp>
                <p:nvSpPr>
                  <p:cNvPr id="53" name="Rechteck 52">
                    <a:extLst>
                      <a:ext uri="{FF2B5EF4-FFF2-40B4-BE49-F238E27FC236}">
                        <a16:creationId xmlns:a16="http://schemas.microsoft.com/office/drawing/2014/main" id="{959AFA31-697D-2213-0C92-3123313D6323}"/>
                      </a:ext>
                    </a:extLst>
                  </p:cNvPr>
                  <p:cNvSpPr/>
                  <p:nvPr/>
                </p:nvSpPr>
                <p:spPr>
                  <a:xfrm>
                    <a:off x="2483059" y="3002281"/>
                    <a:ext cx="91440" cy="521543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4" name="Rechteck 53">
                    <a:extLst>
                      <a:ext uri="{FF2B5EF4-FFF2-40B4-BE49-F238E27FC236}">
                        <a16:creationId xmlns:a16="http://schemas.microsoft.com/office/drawing/2014/main" id="{F4A65C82-ABA6-C52B-9C01-5AF5355E5D9A}"/>
                      </a:ext>
                    </a:extLst>
                  </p:cNvPr>
                  <p:cNvSpPr/>
                  <p:nvPr/>
                </p:nvSpPr>
                <p:spPr>
                  <a:xfrm>
                    <a:off x="2662657" y="3002281"/>
                    <a:ext cx="91440" cy="521543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55" name="Rechteck 54">
                    <a:extLst>
                      <a:ext uri="{FF2B5EF4-FFF2-40B4-BE49-F238E27FC236}">
                        <a16:creationId xmlns:a16="http://schemas.microsoft.com/office/drawing/2014/main" id="{3C600521-CD49-994C-B652-9AE19B3ED87A}"/>
                      </a:ext>
                    </a:extLst>
                  </p:cNvPr>
                  <p:cNvSpPr/>
                  <p:nvPr/>
                </p:nvSpPr>
                <p:spPr>
                  <a:xfrm rot="16200000">
                    <a:off x="2483059" y="3168150"/>
                    <a:ext cx="91440" cy="521543"/>
                  </a:xfrm>
                  <a:prstGeom prst="rect">
                    <a:avLst/>
                  </a:prstGeom>
                  <a:solidFill>
                    <a:schemeClr val="bg2">
                      <a:lumMod val="2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48" name="Textfeld 47">
                  <a:extLst>
                    <a:ext uri="{FF2B5EF4-FFF2-40B4-BE49-F238E27FC236}">
                      <a16:creationId xmlns:a16="http://schemas.microsoft.com/office/drawing/2014/main" id="{5D4C0A11-59BF-47B7-B7E3-AE4DDDC717A0}"/>
                    </a:ext>
                  </a:extLst>
                </p:cNvPr>
                <p:cNvSpPr txBox="1"/>
                <p:nvPr/>
              </p:nvSpPr>
              <p:spPr>
                <a:xfrm rot="16200000">
                  <a:off x="3736805" y="5155289"/>
                  <a:ext cx="41870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LED</a:t>
                  </a:r>
                </a:p>
              </p:txBody>
            </p:sp>
            <p:sp>
              <p:nvSpPr>
                <p:cNvPr id="49" name="Textfeld 48">
                  <a:extLst>
                    <a:ext uri="{FF2B5EF4-FFF2-40B4-BE49-F238E27FC236}">
                      <a16:creationId xmlns:a16="http://schemas.microsoft.com/office/drawing/2014/main" id="{6F021624-1F46-519F-F7E7-4F1B45F84147}"/>
                    </a:ext>
                  </a:extLst>
                </p:cNvPr>
                <p:cNvSpPr txBox="1"/>
                <p:nvPr/>
              </p:nvSpPr>
              <p:spPr>
                <a:xfrm rot="16200000">
                  <a:off x="3913736" y="5153517"/>
                  <a:ext cx="42672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200" dirty="0"/>
                    <a:t>+5V</a:t>
                  </a:r>
                </a:p>
              </p:txBody>
            </p:sp>
            <p:sp>
              <p:nvSpPr>
                <p:cNvPr id="50" name="Textfeld 49">
                  <a:extLst>
                    <a:ext uri="{FF2B5EF4-FFF2-40B4-BE49-F238E27FC236}">
                      <a16:creationId xmlns:a16="http://schemas.microsoft.com/office/drawing/2014/main" id="{D2222C95-8220-7A11-944D-B804B20764E0}"/>
                    </a:ext>
                  </a:extLst>
                </p:cNvPr>
                <p:cNvSpPr txBox="1"/>
                <p:nvPr/>
              </p:nvSpPr>
              <p:spPr>
                <a:xfrm rot="16200000">
                  <a:off x="4077399" y="5133474"/>
                  <a:ext cx="47641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1200" dirty="0"/>
                    <a:t>GND</a:t>
                  </a:r>
                </a:p>
              </p:txBody>
            </p:sp>
          </p:grpSp>
          <p:grpSp>
            <p:nvGrpSpPr>
              <p:cNvPr id="32" name="Gruppieren 31">
                <a:extLst>
                  <a:ext uri="{FF2B5EF4-FFF2-40B4-BE49-F238E27FC236}">
                    <a16:creationId xmlns:a16="http://schemas.microsoft.com/office/drawing/2014/main" id="{84363D24-AAB6-8F68-8BA1-960EF2FDCC1E}"/>
                  </a:ext>
                </a:extLst>
              </p:cNvPr>
              <p:cNvGrpSpPr/>
              <p:nvPr/>
            </p:nvGrpSpPr>
            <p:grpSpPr>
              <a:xfrm>
                <a:off x="1362984" y="4988179"/>
                <a:ext cx="1497002" cy="180000"/>
                <a:chOff x="1213104" y="3583192"/>
                <a:chExt cx="1497002" cy="180000"/>
              </a:xfrm>
            </p:grpSpPr>
            <p:sp>
              <p:nvSpPr>
                <p:cNvPr id="38" name="Rechteck 37">
                  <a:extLst>
                    <a:ext uri="{FF2B5EF4-FFF2-40B4-BE49-F238E27FC236}">
                      <a16:creationId xmlns:a16="http://schemas.microsoft.com/office/drawing/2014/main" id="{89C64D62-716C-E32C-F946-CAFB566BEDC3}"/>
                    </a:ext>
                  </a:extLst>
                </p:cNvPr>
                <p:cNvSpPr/>
                <p:nvPr/>
              </p:nvSpPr>
              <p:spPr>
                <a:xfrm>
                  <a:off x="1213104" y="3583192"/>
                  <a:ext cx="1497002" cy="180000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9" name="Rechteck 38">
                  <a:extLst>
                    <a:ext uri="{FF2B5EF4-FFF2-40B4-BE49-F238E27FC236}">
                      <a16:creationId xmlns:a16="http://schemas.microsoft.com/office/drawing/2014/main" id="{D0F5E0D4-480C-88AF-1EFF-0B690F7394DB}"/>
                    </a:ext>
                  </a:extLst>
                </p:cNvPr>
                <p:cNvSpPr/>
                <p:nvPr/>
              </p:nvSpPr>
              <p:spPr>
                <a:xfrm>
                  <a:off x="1275599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0" name="Rechteck 39">
                  <a:extLst>
                    <a:ext uri="{FF2B5EF4-FFF2-40B4-BE49-F238E27FC236}">
                      <a16:creationId xmlns:a16="http://schemas.microsoft.com/office/drawing/2014/main" id="{5CB50D30-8BA7-8CD0-A1D7-72074E32ABDD}"/>
                    </a:ext>
                  </a:extLst>
                </p:cNvPr>
                <p:cNvSpPr/>
                <p:nvPr/>
              </p:nvSpPr>
              <p:spPr>
                <a:xfrm>
                  <a:off x="1459470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1" name="Rechteck 40">
                  <a:extLst>
                    <a:ext uri="{FF2B5EF4-FFF2-40B4-BE49-F238E27FC236}">
                      <a16:creationId xmlns:a16="http://schemas.microsoft.com/office/drawing/2014/main" id="{5F7B7A6F-8402-0EDA-6561-D5568E49811E}"/>
                    </a:ext>
                  </a:extLst>
                </p:cNvPr>
                <p:cNvSpPr/>
                <p:nvPr/>
              </p:nvSpPr>
              <p:spPr>
                <a:xfrm>
                  <a:off x="1643341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2" name="Rechteck 41">
                  <a:extLst>
                    <a:ext uri="{FF2B5EF4-FFF2-40B4-BE49-F238E27FC236}">
                      <a16:creationId xmlns:a16="http://schemas.microsoft.com/office/drawing/2014/main" id="{DE48E113-D74A-6A51-525B-A6C288AEDE21}"/>
                    </a:ext>
                  </a:extLst>
                </p:cNvPr>
                <p:cNvSpPr/>
                <p:nvPr/>
              </p:nvSpPr>
              <p:spPr>
                <a:xfrm>
                  <a:off x="1827212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3" name="Rechteck 42">
                  <a:extLst>
                    <a:ext uri="{FF2B5EF4-FFF2-40B4-BE49-F238E27FC236}">
                      <a16:creationId xmlns:a16="http://schemas.microsoft.com/office/drawing/2014/main" id="{9AE105F8-9B95-1871-EA1E-F3359851A49D}"/>
                    </a:ext>
                  </a:extLst>
                </p:cNvPr>
                <p:cNvSpPr/>
                <p:nvPr/>
              </p:nvSpPr>
              <p:spPr>
                <a:xfrm>
                  <a:off x="2011083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4" name="Rechteck 43">
                  <a:extLst>
                    <a:ext uri="{FF2B5EF4-FFF2-40B4-BE49-F238E27FC236}">
                      <a16:creationId xmlns:a16="http://schemas.microsoft.com/office/drawing/2014/main" id="{2096D256-1AAD-AE6A-4FB4-5AE5C701C26E}"/>
                    </a:ext>
                  </a:extLst>
                </p:cNvPr>
                <p:cNvSpPr/>
                <p:nvPr/>
              </p:nvSpPr>
              <p:spPr>
                <a:xfrm>
                  <a:off x="2194954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5" name="Rechteck 44">
                  <a:extLst>
                    <a:ext uri="{FF2B5EF4-FFF2-40B4-BE49-F238E27FC236}">
                      <a16:creationId xmlns:a16="http://schemas.microsoft.com/office/drawing/2014/main" id="{A152F2FC-8D07-9E1E-52D7-E00BD8C05E2B}"/>
                    </a:ext>
                  </a:extLst>
                </p:cNvPr>
                <p:cNvSpPr/>
                <p:nvPr/>
              </p:nvSpPr>
              <p:spPr>
                <a:xfrm>
                  <a:off x="2378825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46" name="Rechteck 45">
                  <a:extLst>
                    <a:ext uri="{FF2B5EF4-FFF2-40B4-BE49-F238E27FC236}">
                      <a16:creationId xmlns:a16="http://schemas.microsoft.com/office/drawing/2014/main" id="{0EE31AD8-7F4D-E0AE-6A4F-0CFE418454BD}"/>
                    </a:ext>
                  </a:extLst>
                </p:cNvPr>
                <p:cNvSpPr/>
                <p:nvPr/>
              </p:nvSpPr>
              <p:spPr>
                <a:xfrm>
                  <a:off x="2562697" y="3617280"/>
                  <a:ext cx="91440" cy="111825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4EF0982A-5F77-6B79-C242-B71D6BF233F8}"/>
                  </a:ext>
                </a:extLst>
              </p:cNvPr>
              <p:cNvSpPr txBox="1"/>
              <p:nvPr/>
            </p:nvSpPr>
            <p:spPr>
              <a:xfrm>
                <a:off x="1718908" y="4764275"/>
                <a:ext cx="79258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Extension</a:t>
                </a:r>
              </a:p>
            </p:txBody>
          </p:sp>
          <p:sp>
            <p:nvSpPr>
              <p:cNvPr id="34" name="Textfeld 33">
                <a:extLst>
                  <a:ext uri="{FF2B5EF4-FFF2-40B4-BE49-F238E27FC236}">
                    <a16:creationId xmlns:a16="http://schemas.microsoft.com/office/drawing/2014/main" id="{F83F92E8-12B5-FF4B-CD0A-89ACE8D61888}"/>
                  </a:ext>
                </a:extLst>
              </p:cNvPr>
              <p:cNvSpPr txBox="1"/>
              <p:nvPr/>
            </p:nvSpPr>
            <p:spPr>
              <a:xfrm rot="16200000">
                <a:off x="1238075" y="5205076"/>
                <a:ext cx="46679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3.3V</a:t>
                </a:r>
              </a:p>
            </p:txBody>
          </p:sp>
          <p:sp>
            <p:nvSpPr>
              <p:cNvPr id="35" name="Textfeld 34">
                <a:extLst>
                  <a:ext uri="{FF2B5EF4-FFF2-40B4-BE49-F238E27FC236}">
                    <a16:creationId xmlns:a16="http://schemas.microsoft.com/office/drawing/2014/main" id="{38E00DDA-F709-59DA-CC67-1BC122412B25}"/>
                  </a:ext>
                </a:extLst>
              </p:cNvPr>
              <p:cNvSpPr txBox="1"/>
              <p:nvPr/>
            </p:nvSpPr>
            <p:spPr>
              <a:xfrm rot="16200000">
                <a:off x="1415672" y="5215885"/>
                <a:ext cx="4764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GND</a:t>
                </a:r>
              </a:p>
            </p:txBody>
          </p:sp>
          <p:sp>
            <p:nvSpPr>
              <p:cNvPr id="36" name="Textfeld 35">
                <a:extLst>
                  <a:ext uri="{FF2B5EF4-FFF2-40B4-BE49-F238E27FC236}">
                    <a16:creationId xmlns:a16="http://schemas.microsoft.com/office/drawing/2014/main" id="{880E0805-3674-525D-5A2A-EA204F739642}"/>
                  </a:ext>
                </a:extLst>
              </p:cNvPr>
              <p:cNvSpPr txBox="1"/>
              <p:nvPr/>
            </p:nvSpPr>
            <p:spPr>
              <a:xfrm rot="16200000">
                <a:off x="1618824" y="5213045"/>
                <a:ext cx="43152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SDC</a:t>
                </a:r>
              </a:p>
            </p:txBody>
          </p:sp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488F6714-4194-7BBD-D331-6FF38699611E}"/>
                  </a:ext>
                </a:extLst>
              </p:cNvPr>
              <p:cNvSpPr txBox="1"/>
              <p:nvPr/>
            </p:nvSpPr>
            <p:spPr>
              <a:xfrm rot="16200000">
                <a:off x="1803814" y="5215782"/>
                <a:ext cx="4373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SDA</a:t>
                </a:r>
              </a:p>
            </p:txBody>
          </p:sp>
        </p:grpSp>
      </p:grpSp>
      <p:grpSp>
        <p:nvGrpSpPr>
          <p:cNvPr id="887" name="Gruppieren 886">
            <a:extLst>
              <a:ext uri="{FF2B5EF4-FFF2-40B4-BE49-F238E27FC236}">
                <a16:creationId xmlns:a16="http://schemas.microsoft.com/office/drawing/2014/main" id="{DDB29E74-87CF-92F5-A1FF-5173DC65C3A1}"/>
              </a:ext>
            </a:extLst>
          </p:cNvPr>
          <p:cNvGrpSpPr/>
          <p:nvPr/>
        </p:nvGrpSpPr>
        <p:grpSpPr>
          <a:xfrm>
            <a:off x="5065170" y="243393"/>
            <a:ext cx="4454013" cy="5196304"/>
            <a:chOff x="5065170" y="243393"/>
            <a:chExt cx="4454013" cy="5196304"/>
          </a:xfrm>
        </p:grpSpPr>
        <p:sp>
          <p:nvSpPr>
            <p:cNvPr id="381" name="Rechteck 380">
              <a:extLst>
                <a:ext uri="{FF2B5EF4-FFF2-40B4-BE49-F238E27FC236}">
                  <a16:creationId xmlns:a16="http://schemas.microsoft.com/office/drawing/2014/main" id="{7AF31CF0-DF37-E679-EA4A-7C595CAF8470}"/>
                </a:ext>
              </a:extLst>
            </p:cNvPr>
            <p:cNvSpPr/>
            <p:nvPr/>
          </p:nvSpPr>
          <p:spPr>
            <a:xfrm>
              <a:off x="5065170" y="243393"/>
              <a:ext cx="4454013" cy="5196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209" name="Gruppieren 208">
              <a:extLst>
                <a:ext uri="{FF2B5EF4-FFF2-40B4-BE49-F238E27FC236}">
                  <a16:creationId xmlns:a16="http://schemas.microsoft.com/office/drawing/2014/main" id="{D1F94413-C237-4B64-7CBF-034B819B133D}"/>
                </a:ext>
              </a:extLst>
            </p:cNvPr>
            <p:cNvGrpSpPr/>
            <p:nvPr/>
          </p:nvGrpSpPr>
          <p:grpSpPr>
            <a:xfrm>
              <a:off x="5207156" y="306989"/>
              <a:ext cx="4194000" cy="4500057"/>
              <a:chOff x="750030" y="404641"/>
              <a:chExt cx="4194000" cy="4500057"/>
            </a:xfrm>
          </p:grpSpPr>
          <p:sp>
            <p:nvSpPr>
              <p:cNvPr id="210" name="Rechteck 209">
                <a:extLst>
                  <a:ext uri="{FF2B5EF4-FFF2-40B4-BE49-F238E27FC236}">
                    <a16:creationId xmlns:a16="http://schemas.microsoft.com/office/drawing/2014/main" id="{6B4EC6C9-8871-76B9-9098-FF6A05D93C06}"/>
                  </a:ext>
                </a:extLst>
              </p:cNvPr>
              <p:cNvSpPr/>
              <p:nvPr/>
            </p:nvSpPr>
            <p:spPr>
              <a:xfrm>
                <a:off x="750030" y="712225"/>
                <a:ext cx="4194000" cy="4192473"/>
              </a:xfrm>
              <a:prstGeom prst="rect">
                <a:avLst/>
              </a:prstGeom>
              <a:solidFill>
                <a:schemeClr val="bg1">
                  <a:lumMod val="65000"/>
                  <a:alpha val="59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grpSp>
            <p:nvGrpSpPr>
              <p:cNvPr id="211" name="Gruppieren 210">
                <a:extLst>
                  <a:ext uri="{FF2B5EF4-FFF2-40B4-BE49-F238E27FC236}">
                    <a16:creationId xmlns:a16="http://schemas.microsoft.com/office/drawing/2014/main" id="{EA0A7164-BFB7-A00E-7C22-A321929D7C59}"/>
                  </a:ext>
                </a:extLst>
              </p:cNvPr>
              <p:cNvGrpSpPr/>
              <p:nvPr/>
            </p:nvGrpSpPr>
            <p:grpSpPr>
              <a:xfrm>
                <a:off x="937855" y="3695977"/>
                <a:ext cx="3855687" cy="1029894"/>
                <a:chOff x="1719445" y="4164607"/>
                <a:chExt cx="3855687" cy="1029894"/>
              </a:xfrm>
            </p:grpSpPr>
            <p:grpSp>
              <p:nvGrpSpPr>
                <p:cNvPr id="347" name="Gruppieren 346">
                  <a:extLst>
                    <a:ext uri="{FF2B5EF4-FFF2-40B4-BE49-F238E27FC236}">
                      <a16:creationId xmlns:a16="http://schemas.microsoft.com/office/drawing/2014/main" id="{F026BE50-C1E3-0DF6-4821-1993FE388EB1}"/>
                    </a:ext>
                  </a:extLst>
                </p:cNvPr>
                <p:cNvGrpSpPr/>
                <p:nvPr/>
              </p:nvGrpSpPr>
              <p:grpSpPr>
                <a:xfrm>
                  <a:off x="1719445" y="4165737"/>
                  <a:ext cx="3855687" cy="1028764"/>
                  <a:chOff x="6491861" y="4316685"/>
                  <a:chExt cx="3855687" cy="1028764"/>
                </a:xfrm>
              </p:grpSpPr>
              <p:sp>
                <p:nvSpPr>
                  <p:cNvPr id="373" name="Ellipse 372">
                    <a:extLst>
                      <a:ext uri="{FF2B5EF4-FFF2-40B4-BE49-F238E27FC236}">
                        <a16:creationId xmlns:a16="http://schemas.microsoft.com/office/drawing/2014/main" id="{E9178FE3-A4CA-6AA2-438D-5F4A4A596A87}"/>
                      </a:ext>
                    </a:extLst>
                  </p:cNvPr>
                  <p:cNvSpPr/>
                  <p:nvPr/>
                </p:nvSpPr>
                <p:spPr>
                  <a:xfrm>
                    <a:off x="7599644" y="4926111"/>
                    <a:ext cx="115417" cy="114625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74" name="Ellipse 373">
                    <a:extLst>
                      <a:ext uri="{FF2B5EF4-FFF2-40B4-BE49-F238E27FC236}">
                        <a16:creationId xmlns:a16="http://schemas.microsoft.com/office/drawing/2014/main" id="{2099EAF1-42F1-E9DD-81D2-CDC02BEB9768}"/>
                      </a:ext>
                    </a:extLst>
                  </p:cNvPr>
                  <p:cNvSpPr/>
                  <p:nvPr/>
                </p:nvSpPr>
                <p:spPr>
                  <a:xfrm>
                    <a:off x="7980820" y="4926111"/>
                    <a:ext cx="115417" cy="114625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75" name="Ellipse 374">
                    <a:extLst>
                      <a:ext uri="{FF2B5EF4-FFF2-40B4-BE49-F238E27FC236}">
                        <a16:creationId xmlns:a16="http://schemas.microsoft.com/office/drawing/2014/main" id="{45924C49-BA88-1ADD-A186-9A9AA8EB0A7E}"/>
                      </a:ext>
                    </a:extLst>
                  </p:cNvPr>
                  <p:cNvSpPr/>
                  <p:nvPr/>
                </p:nvSpPr>
                <p:spPr>
                  <a:xfrm>
                    <a:off x="8361996" y="4926111"/>
                    <a:ext cx="115417" cy="114625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76" name="Ellipse 375">
                    <a:extLst>
                      <a:ext uri="{FF2B5EF4-FFF2-40B4-BE49-F238E27FC236}">
                        <a16:creationId xmlns:a16="http://schemas.microsoft.com/office/drawing/2014/main" id="{656DEC1A-6AA2-8975-E230-05039A259E7A}"/>
                      </a:ext>
                    </a:extLst>
                  </p:cNvPr>
                  <p:cNvSpPr/>
                  <p:nvPr/>
                </p:nvSpPr>
                <p:spPr>
                  <a:xfrm>
                    <a:off x="8743172" y="4926111"/>
                    <a:ext cx="115417" cy="114625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77" name="Ellipse 376">
                    <a:extLst>
                      <a:ext uri="{FF2B5EF4-FFF2-40B4-BE49-F238E27FC236}">
                        <a16:creationId xmlns:a16="http://schemas.microsoft.com/office/drawing/2014/main" id="{3E843E6D-AE0B-169C-EB9B-C0FAE46868FC}"/>
                      </a:ext>
                    </a:extLst>
                  </p:cNvPr>
                  <p:cNvSpPr/>
                  <p:nvPr/>
                </p:nvSpPr>
                <p:spPr>
                  <a:xfrm>
                    <a:off x="9124348" y="4926111"/>
                    <a:ext cx="115417" cy="114625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78" name="Ellipse 377">
                    <a:extLst>
                      <a:ext uri="{FF2B5EF4-FFF2-40B4-BE49-F238E27FC236}">
                        <a16:creationId xmlns:a16="http://schemas.microsoft.com/office/drawing/2014/main" id="{680959E9-EC7B-0C3E-646F-89890F8F6256}"/>
                      </a:ext>
                    </a:extLst>
                  </p:cNvPr>
                  <p:cNvSpPr/>
                  <p:nvPr/>
                </p:nvSpPr>
                <p:spPr>
                  <a:xfrm>
                    <a:off x="7599732" y="5230824"/>
                    <a:ext cx="115417" cy="114625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79" name="Ellipse 378">
                    <a:extLst>
                      <a:ext uri="{FF2B5EF4-FFF2-40B4-BE49-F238E27FC236}">
                        <a16:creationId xmlns:a16="http://schemas.microsoft.com/office/drawing/2014/main" id="{FA6A149C-EAD8-1F29-9AC9-87946E6AFC36}"/>
                      </a:ext>
                    </a:extLst>
                  </p:cNvPr>
                  <p:cNvSpPr/>
                  <p:nvPr/>
                </p:nvSpPr>
                <p:spPr>
                  <a:xfrm>
                    <a:off x="7980908" y="5230824"/>
                    <a:ext cx="115417" cy="114625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80" name="Ellipse 379">
                    <a:extLst>
                      <a:ext uri="{FF2B5EF4-FFF2-40B4-BE49-F238E27FC236}">
                        <a16:creationId xmlns:a16="http://schemas.microsoft.com/office/drawing/2014/main" id="{A514D97F-526C-9570-0EFC-7B8C4B7B0C94}"/>
                      </a:ext>
                    </a:extLst>
                  </p:cNvPr>
                  <p:cNvSpPr/>
                  <p:nvPr/>
                </p:nvSpPr>
                <p:spPr>
                  <a:xfrm>
                    <a:off x="8362084" y="5230824"/>
                    <a:ext cx="115417" cy="114625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82" name="Ellipse 381">
                    <a:extLst>
                      <a:ext uri="{FF2B5EF4-FFF2-40B4-BE49-F238E27FC236}">
                        <a16:creationId xmlns:a16="http://schemas.microsoft.com/office/drawing/2014/main" id="{35F7C083-13A8-837B-4B04-4BD8097647A7}"/>
                      </a:ext>
                    </a:extLst>
                  </p:cNvPr>
                  <p:cNvSpPr/>
                  <p:nvPr/>
                </p:nvSpPr>
                <p:spPr>
                  <a:xfrm>
                    <a:off x="8743260" y="5230824"/>
                    <a:ext cx="115417" cy="114625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83" name="Ellipse 382">
                    <a:extLst>
                      <a:ext uri="{FF2B5EF4-FFF2-40B4-BE49-F238E27FC236}">
                        <a16:creationId xmlns:a16="http://schemas.microsoft.com/office/drawing/2014/main" id="{4C37F021-24EC-265E-FB9D-3810D992C290}"/>
                      </a:ext>
                    </a:extLst>
                  </p:cNvPr>
                  <p:cNvSpPr/>
                  <p:nvPr/>
                </p:nvSpPr>
                <p:spPr>
                  <a:xfrm>
                    <a:off x="9124432" y="5230824"/>
                    <a:ext cx="115417" cy="114625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61" name="Ellipse 860">
                    <a:extLst>
                      <a:ext uri="{FF2B5EF4-FFF2-40B4-BE49-F238E27FC236}">
                        <a16:creationId xmlns:a16="http://schemas.microsoft.com/office/drawing/2014/main" id="{8F31E12B-0797-5A0A-E5FD-51336E8A9F58}"/>
                      </a:ext>
                    </a:extLst>
                  </p:cNvPr>
                  <p:cNvSpPr/>
                  <p:nvPr/>
                </p:nvSpPr>
                <p:spPr>
                  <a:xfrm>
                    <a:off x="9896851" y="4926111"/>
                    <a:ext cx="115417" cy="114625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62" name="Ellipse 861">
                    <a:extLst>
                      <a:ext uri="{FF2B5EF4-FFF2-40B4-BE49-F238E27FC236}">
                        <a16:creationId xmlns:a16="http://schemas.microsoft.com/office/drawing/2014/main" id="{D77C385E-DBD1-9065-7A90-46FAE8729C6D}"/>
                      </a:ext>
                    </a:extLst>
                  </p:cNvPr>
                  <p:cNvSpPr/>
                  <p:nvPr/>
                </p:nvSpPr>
                <p:spPr>
                  <a:xfrm>
                    <a:off x="9896851" y="5230824"/>
                    <a:ext cx="115417" cy="114625"/>
                  </a:xfrm>
                  <a:prstGeom prst="ellipse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63" name="Ellipse 862">
                    <a:extLst>
                      <a:ext uri="{FF2B5EF4-FFF2-40B4-BE49-F238E27FC236}">
                        <a16:creationId xmlns:a16="http://schemas.microsoft.com/office/drawing/2014/main" id="{047177DF-E5C4-310A-C654-A13E1417398A}"/>
                      </a:ext>
                    </a:extLst>
                  </p:cNvPr>
                  <p:cNvSpPr/>
                  <p:nvPr/>
                </p:nvSpPr>
                <p:spPr>
                  <a:xfrm>
                    <a:off x="9896851" y="4316685"/>
                    <a:ext cx="115417" cy="114625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64" name="Ellipse 863">
                    <a:extLst>
                      <a:ext uri="{FF2B5EF4-FFF2-40B4-BE49-F238E27FC236}">
                        <a16:creationId xmlns:a16="http://schemas.microsoft.com/office/drawing/2014/main" id="{B25C3F0B-B13A-701A-A870-03E3836926DF}"/>
                      </a:ext>
                    </a:extLst>
                  </p:cNvPr>
                  <p:cNvSpPr/>
                  <p:nvPr/>
                </p:nvSpPr>
                <p:spPr>
                  <a:xfrm>
                    <a:off x="9896851" y="4621398"/>
                    <a:ext cx="115417" cy="114625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65" name="Ellipse 864">
                    <a:extLst>
                      <a:ext uri="{FF2B5EF4-FFF2-40B4-BE49-F238E27FC236}">
                        <a16:creationId xmlns:a16="http://schemas.microsoft.com/office/drawing/2014/main" id="{721C76AE-EED0-BE11-2D98-E04D93D41638}"/>
                      </a:ext>
                    </a:extLst>
                  </p:cNvPr>
                  <p:cNvSpPr/>
                  <p:nvPr/>
                </p:nvSpPr>
                <p:spPr>
                  <a:xfrm>
                    <a:off x="10232131" y="4926111"/>
                    <a:ext cx="115417" cy="114625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71" name="Ellipse 870">
                    <a:extLst>
                      <a:ext uri="{FF2B5EF4-FFF2-40B4-BE49-F238E27FC236}">
                        <a16:creationId xmlns:a16="http://schemas.microsoft.com/office/drawing/2014/main" id="{7619888F-970F-29CF-539D-C7108EC8D415}"/>
                      </a:ext>
                    </a:extLst>
                  </p:cNvPr>
                  <p:cNvSpPr/>
                  <p:nvPr/>
                </p:nvSpPr>
                <p:spPr>
                  <a:xfrm>
                    <a:off x="10232131" y="5230824"/>
                    <a:ext cx="115417" cy="114625"/>
                  </a:xfrm>
                  <a:prstGeom prst="ellipse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73" name="Ellipse 872">
                    <a:extLst>
                      <a:ext uri="{FF2B5EF4-FFF2-40B4-BE49-F238E27FC236}">
                        <a16:creationId xmlns:a16="http://schemas.microsoft.com/office/drawing/2014/main" id="{A1C2F6B6-E294-7DF6-4488-11B2CE16C5D5}"/>
                      </a:ext>
                    </a:extLst>
                  </p:cNvPr>
                  <p:cNvSpPr/>
                  <p:nvPr/>
                </p:nvSpPr>
                <p:spPr>
                  <a:xfrm>
                    <a:off x="10232131" y="4316685"/>
                    <a:ext cx="115417" cy="114625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75" name="Ellipse 874">
                    <a:extLst>
                      <a:ext uri="{FF2B5EF4-FFF2-40B4-BE49-F238E27FC236}">
                        <a16:creationId xmlns:a16="http://schemas.microsoft.com/office/drawing/2014/main" id="{7E7E34CC-953A-941D-DC70-7D4D6AFEE824}"/>
                      </a:ext>
                    </a:extLst>
                  </p:cNvPr>
                  <p:cNvSpPr/>
                  <p:nvPr/>
                </p:nvSpPr>
                <p:spPr>
                  <a:xfrm>
                    <a:off x="10232131" y="4621398"/>
                    <a:ext cx="115417" cy="114625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76" name="Ellipse 875">
                    <a:extLst>
                      <a:ext uri="{FF2B5EF4-FFF2-40B4-BE49-F238E27FC236}">
                        <a16:creationId xmlns:a16="http://schemas.microsoft.com/office/drawing/2014/main" id="{58427864-BCE7-5EDE-8ABB-6812F4482056}"/>
                      </a:ext>
                    </a:extLst>
                  </p:cNvPr>
                  <p:cNvSpPr/>
                  <p:nvPr/>
                </p:nvSpPr>
                <p:spPr>
                  <a:xfrm>
                    <a:off x="6491861" y="4926111"/>
                    <a:ext cx="115417" cy="114625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80" name="Ellipse 879">
                    <a:extLst>
                      <a:ext uri="{FF2B5EF4-FFF2-40B4-BE49-F238E27FC236}">
                        <a16:creationId xmlns:a16="http://schemas.microsoft.com/office/drawing/2014/main" id="{A56DBD12-2D6B-C786-D25C-9D3A049AE7C9}"/>
                      </a:ext>
                    </a:extLst>
                  </p:cNvPr>
                  <p:cNvSpPr/>
                  <p:nvPr/>
                </p:nvSpPr>
                <p:spPr>
                  <a:xfrm>
                    <a:off x="6491861" y="5230824"/>
                    <a:ext cx="115417" cy="114625"/>
                  </a:xfrm>
                  <a:prstGeom prst="ellipse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81" name="Ellipse 880">
                    <a:extLst>
                      <a:ext uri="{FF2B5EF4-FFF2-40B4-BE49-F238E27FC236}">
                        <a16:creationId xmlns:a16="http://schemas.microsoft.com/office/drawing/2014/main" id="{C9C4ED6F-A918-8D26-7747-AB72A4C6214C}"/>
                      </a:ext>
                    </a:extLst>
                  </p:cNvPr>
                  <p:cNvSpPr/>
                  <p:nvPr/>
                </p:nvSpPr>
                <p:spPr>
                  <a:xfrm>
                    <a:off x="6491861" y="4316685"/>
                    <a:ext cx="115417" cy="114625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82" name="Ellipse 881">
                    <a:extLst>
                      <a:ext uri="{FF2B5EF4-FFF2-40B4-BE49-F238E27FC236}">
                        <a16:creationId xmlns:a16="http://schemas.microsoft.com/office/drawing/2014/main" id="{C230EA34-D707-DFBE-A1D8-A9BC95A5C70B}"/>
                      </a:ext>
                    </a:extLst>
                  </p:cNvPr>
                  <p:cNvSpPr/>
                  <p:nvPr/>
                </p:nvSpPr>
                <p:spPr>
                  <a:xfrm>
                    <a:off x="6491861" y="4621398"/>
                    <a:ext cx="115417" cy="114625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83" name="Ellipse 882">
                    <a:extLst>
                      <a:ext uri="{FF2B5EF4-FFF2-40B4-BE49-F238E27FC236}">
                        <a16:creationId xmlns:a16="http://schemas.microsoft.com/office/drawing/2014/main" id="{49BCC7B4-6D6D-44F2-072D-DDCCF701C711}"/>
                      </a:ext>
                    </a:extLst>
                  </p:cNvPr>
                  <p:cNvSpPr/>
                  <p:nvPr/>
                </p:nvSpPr>
                <p:spPr>
                  <a:xfrm>
                    <a:off x="6827141" y="4926111"/>
                    <a:ext cx="115417" cy="114625"/>
                  </a:xfrm>
                  <a:prstGeom prst="ellipse">
                    <a:avLst/>
                  </a:prstGeom>
                  <a:solidFill>
                    <a:srgbClr val="00B050"/>
                  </a:solidFill>
                  <a:ln>
                    <a:solidFill>
                      <a:srgbClr val="00B05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84" name="Ellipse 883">
                    <a:extLst>
                      <a:ext uri="{FF2B5EF4-FFF2-40B4-BE49-F238E27FC236}">
                        <a16:creationId xmlns:a16="http://schemas.microsoft.com/office/drawing/2014/main" id="{CCBE4050-AFD0-EAE2-59C6-B0723082A9BC}"/>
                      </a:ext>
                    </a:extLst>
                  </p:cNvPr>
                  <p:cNvSpPr/>
                  <p:nvPr/>
                </p:nvSpPr>
                <p:spPr>
                  <a:xfrm>
                    <a:off x="6827141" y="5230824"/>
                    <a:ext cx="115417" cy="114625"/>
                  </a:xfrm>
                  <a:prstGeom prst="ellipse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85" name="Ellipse 884">
                    <a:extLst>
                      <a:ext uri="{FF2B5EF4-FFF2-40B4-BE49-F238E27FC236}">
                        <a16:creationId xmlns:a16="http://schemas.microsoft.com/office/drawing/2014/main" id="{5EEB4549-3A3C-5CCF-03E7-B1C74311E527}"/>
                      </a:ext>
                    </a:extLst>
                  </p:cNvPr>
                  <p:cNvSpPr/>
                  <p:nvPr/>
                </p:nvSpPr>
                <p:spPr>
                  <a:xfrm>
                    <a:off x="6827141" y="4316685"/>
                    <a:ext cx="115417" cy="114625"/>
                  </a:xfrm>
                  <a:prstGeom prst="ellipse">
                    <a:avLst/>
                  </a:prstGeom>
                  <a:solidFill>
                    <a:srgbClr val="0070C0"/>
                  </a:solidFill>
                  <a:ln>
                    <a:solidFill>
                      <a:srgbClr val="0070C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86" name="Ellipse 885">
                    <a:extLst>
                      <a:ext uri="{FF2B5EF4-FFF2-40B4-BE49-F238E27FC236}">
                        <a16:creationId xmlns:a16="http://schemas.microsoft.com/office/drawing/2014/main" id="{0120724D-A98A-BE74-900E-5B3A4BD74724}"/>
                      </a:ext>
                    </a:extLst>
                  </p:cNvPr>
                  <p:cNvSpPr/>
                  <p:nvPr/>
                </p:nvSpPr>
                <p:spPr>
                  <a:xfrm>
                    <a:off x="6827141" y="4621398"/>
                    <a:ext cx="115417" cy="114625"/>
                  </a:xfrm>
                  <a:prstGeom prst="ellipse">
                    <a:avLst/>
                  </a:prstGeom>
                  <a:solidFill>
                    <a:srgbClr val="C00000"/>
                  </a:solidFill>
                  <a:ln>
                    <a:solidFill>
                      <a:srgbClr val="C00000"/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348" name="Gruppieren 347">
                  <a:extLst>
                    <a:ext uri="{FF2B5EF4-FFF2-40B4-BE49-F238E27FC236}">
                      <a16:creationId xmlns:a16="http://schemas.microsoft.com/office/drawing/2014/main" id="{04D6EFAB-C7E5-F3B7-C135-7CB8FC2A109C}"/>
                    </a:ext>
                  </a:extLst>
                </p:cNvPr>
                <p:cNvGrpSpPr/>
                <p:nvPr/>
              </p:nvGrpSpPr>
              <p:grpSpPr>
                <a:xfrm>
                  <a:off x="2819083" y="4164607"/>
                  <a:ext cx="1664480" cy="363155"/>
                  <a:chOff x="2819083" y="4164607"/>
                  <a:chExt cx="1664480" cy="363155"/>
                </a:xfrm>
              </p:grpSpPr>
              <p:sp>
                <p:nvSpPr>
                  <p:cNvPr id="349" name="Rechteck 348">
                    <a:extLst>
                      <a:ext uri="{FF2B5EF4-FFF2-40B4-BE49-F238E27FC236}">
                        <a16:creationId xmlns:a16="http://schemas.microsoft.com/office/drawing/2014/main" id="{3D9F33D4-A7DB-916B-F3B8-1B12EFC1A295}"/>
                      </a:ext>
                    </a:extLst>
                  </p:cNvPr>
                  <p:cNvSpPr/>
                  <p:nvPr/>
                </p:nvSpPr>
                <p:spPr>
                  <a:xfrm>
                    <a:off x="2819083" y="4164607"/>
                    <a:ext cx="1664480" cy="363155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  <p:sp>
                <p:nvSpPr>
                  <p:cNvPr id="350" name="Rechteck 349">
                    <a:extLst>
                      <a:ext uri="{FF2B5EF4-FFF2-40B4-BE49-F238E27FC236}">
                        <a16:creationId xmlns:a16="http://schemas.microsoft.com/office/drawing/2014/main" id="{CE0C9960-02D4-721D-A8ED-E23E7DFC679B}"/>
                      </a:ext>
                    </a:extLst>
                  </p:cNvPr>
                  <p:cNvSpPr/>
                  <p:nvPr/>
                </p:nvSpPr>
                <p:spPr>
                  <a:xfrm>
                    <a:off x="2863868" y="419356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51" name="Rechteck 350">
                    <a:extLst>
                      <a:ext uri="{FF2B5EF4-FFF2-40B4-BE49-F238E27FC236}">
                        <a16:creationId xmlns:a16="http://schemas.microsoft.com/office/drawing/2014/main" id="{D5663EE2-E09B-EFE6-60E0-F2C8C5639468}"/>
                      </a:ext>
                    </a:extLst>
                  </p:cNvPr>
                  <p:cNvSpPr/>
                  <p:nvPr/>
                </p:nvSpPr>
                <p:spPr>
                  <a:xfrm>
                    <a:off x="3043466" y="419356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52" name="Rechteck 351">
                    <a:extLst>
                      <a:ext uri="{FF2B5EF4-FFF2-40B4-BE49-F238E27FC236}">
                        <a16:creationId xmlns:a16="http://schemas.microsoft.com/office/drawing/2014/main" id="{6C0023D3-ED27-4A47-2521-0A921B1060D6}"/>
                      </a:ext>
                    </a:extLst>
                  </p:cNvPr>
                  <p:cNvSpPr/>
                  <p:nvPr/>
                </p:nvSpPr>
                <p:spPr>
                  <a:xfrm>
                    <a:off x="3223064" y="419356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353" name="Gruppieren 352">
                    <a:extLst>
                      <a:ext uri="{FF2B5EF4-FFF2-40B4-BE49-F238E27FC236}">
                        <a16:creationId xmlns:a16="http://schemas.microsoft.com/office/drawing/2014/main" id="{71633C41-7090-417F-FE39-28B988F3BD51}"/>
                      </a:ext>
                    </a:extLst>
                  </p:cNvPr>
                  <p:cNvGrpSpPr/>
                  <p:nvPr/>
                </p:nvGrpSpPr>
                <p:grpSpPr>
                  <a:xfrm>
                    <a:off x="2819083" y="4340734"/>
                    <a:ext cx="547705" cy="180000"/>
                    <a:chOff x="7869855" y="3649929"/>
                    <a:chExt cx="547705" cy="180000"/>
                  </a:xfrm>
                </p:grpSpPr>
                <p:sp>
                  <p:nvSpPr>
                    <p:cNvPr id="369" name="Rechteck 368">
                      <a:extLst>
                        <a:ext uri="{FF2B5EF4-FFF2-40B4-BE49-F238E27FC236}">
                          <a16:creationId xmlns:a16="http://schemas.microsoft.com/office/drawing/2014/main" id="{80BE1AA6-B560-5A55-7097-2B40999A08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869855" y="3649929"/>
                      <a:ext cx="547705" cy="180000"/>
                    </a:xfrm>
                    <a:prstGeom prst="rect">
                      <a:avLst/>
                    </a:prstGeom>
                    <a:solidFill>
                      <a:schemeClr val="tx1">
                        <a:lumMod val="65000"/>
                        <a:lumOff val="3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370" name="Rechteck 369">
                      <a:extLst>
                        <a:ext uri="{FF2B5EF4-FFF2-40B4-BE49-F238E27FC236}">
                          <a16:creationId xmlns:a16="http://schemas.microsoft.com/office/drawing/2014/main" id="{BA54F844-0AC1-B122-68CC-5A0778E8172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14640" y="3680834"/>
                      <a:ext cx="91440" cy="111825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371" name="Rechteck 370">
                      <a:extLst>
                        <a:ext uri="{FF2B5EF4-FFF2-40B4-BE49-F238E27FC236}">
                          <a16:creationId xmlns:a16="http://schemas.microsoft.com/office/drawing/2014/main" id="{FC9BE554-5C32-4B87-73D6-EE823F15496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094238" y="3680834"/>
                      <a:ext cx="91440" cy="111825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372" name="Rechteck 371">
                      <a:extLst>
                        <a:ext uri="{FF2B5EF4-FFF2-40B4-BE49-F238E27FC236}">
                          <a16:creationId xmlns:a16="http://schemas.microsoft.com/office/drawing/2014/main" id="{B4128984-74DE-17E9-190F-382222B7B6A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273836" y="3680834"/>
                      <a:ext cx="91440" cy="111825"/>
                    </a:xfrm>
                    <a:prstGeom prst="rect">
                      <a:avLst/>
                    </a:prstGeom>
                    <a:solidFill>
                      <a:schemeClr val="accent4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</p:grpSp>
              <p:grpSp>
                <p:nvGrpSpPr>
                  <p:cNvPr id="354" name="Gruppieren 353">
                    <a:extLst>
                      <a:ext uri="{FF2B5EF4-FFF2-40B4-BE49-F238E27FC236}">
                        <a16:creationId xmlns:a16="http://schemas.microsoft.com/office/drawing/2014/main" id="{E7EC3D3D-82B2-7F0D-01B4-D25387219DE8}"/>
                      </a:ext>
                    </a:extLst>
                  </p:cNvPr>
                  <p:cNvGrpSpPr/>
                  <p:nvPr/>
                </p:nvGrpSpPr>
                <p:grpSpPr>
                  <a:xfrm>
                    <a:off x="3935858" y="4169687"/>
                    <a:ext cx="547705" cy="358075"/>
                    <a:chOff x="7869855" y="3649929"/>
                    <a:chExt cx="547705" cy="358075"/>
                  </a:xfrm>
                </p:grpSpPr>
                <p:grpSp>
                  <p:nvGrpSpPr>
                    <p:cNvPr id="359" name="Gruppieren 358">
                      <a:extLst>
                        <a:ext uri="{FF2B5EF4-FFF2-40B4-BE49-F238E27FC236}">
                          <a16:creationId xmlns:a16="http://schemas.microsoft.com/office/drawing/2014/main" id="{F8457320-7443-3A94-0149-D7FF718C6DC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69855" y="3649929"/>
                      <a:ext cx="547705" cy="180000"/>
                      <a:chOff x="7869855" y="3649929"/>
                      <a:chExt cx="547705" cy="180000"/>
                    </a:xfrm>
                  </p:grpSpPr>
                  <p:sp>
                    <p:nvSpPr>
                      <p:cNvPr id="365" name="Rechteck 364">
                        <a:extLst>
                          <a:ext uri="{FF2B5EF4-FFF2-40B4-BE49-F238E27FC236}">
                            <a16:creationId xmlns:a16="http://schemas.microsoft.com/office/drawing/2014/main" id="{B0B232D7-2D7D-7E2B-6F96-68ABA7E020A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69855" y="3649929"/>
                        <a:ext cx="547705" cy="18000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  <p:sp>
                    <p:nvSpPr>
                      <p:cNvPr id="366" name="Rechteck 365">
                        <a:extLst>
                          <a:ext uri="{FF2B5EF4-FFF2-40B4-BE49-F238E27FC236}">
                            <a16:creationId xmlns:a16="http://schemas.microsoft.com/office/drawing/2014/main" id="{33711452-6EF0-A2B2-47B0-D3EC2545831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4640" y="3680834"/>
                        <a:ext cx="91440" cy="11182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  <p:sp>
                    <p:nvSpPr>
                      <p:cNvPr id="367" name="Rechteck 366">
                        <a:extLst>
                          <a:ext uri="{FF2B5EF4-FFF2-40B4-BE49-F238E27FC236}">
                            <a16:creationId xmlns:a16="http://schemas.microsoft.com/office/drawing/2014/main" id="{F6E592D0-9FD5-F1FA-6F69-CE6F4F7520F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94238" y="3680834"/>
                        <a:ext cx="91440" cy="11182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  <p:sp>
                    <p:nvSpPr>
                      <p:cNvPr id="368" name="Rechteck 367">
                        <a:extLst>
                          <a:ext uri="{FF2B5EF4-FFF2-40B4-BE49-F238E27FC236}">
                            <a16:creationId xmlns:a16="http://schemas.microsoft.com/office/drawing/2014/main" id="{5E9B06A7-60DB-5E02-D467-44F847590B1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73836" y="3680834"/>
                        <a:ext cx="91440" cy="11182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</p:grpSp>
                <p:grpSp>
                  <p:nvGrpSpPr>
                    <p:cNvPr id="360" name="Gruppieren 359">
                      <a:extLst>
                        <a:ext uri="{FF2B5EF4-FFF2-40B4-BE49-F238E27FC236}">
                          <a16:creationId xmlns:a16="http://schemas.microsoft.com/office/drawing/2014/main" id="{458A5D01-197A-E72F-A4A5-6A2B370ECA75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7869855" y="3828004"/>
                      <a:ext cx="547705" cy="180000"/>
                      <a:chOff x="7869855" y="3649929"/>
                      <a:chExt cx="547705" cy="180000"/>
                    </a:xfrm>
                  </p:grpSpPr>
                  <p:sp>
                    <p:nvSpPr>
                      <p:cNvPr id="361" name="Rechteck 360">
                        <a:extLst>
                          <a:ext uri="{FF2B5EF4-FFF2-40B4-BE49-F238E27FC236}">
                            <a16:creationId xmlns:a16="http://schemas.microsoft.com/office/drawing/2014/main" id="{30700A5C-698E-8E19-9D48-A88C7D46FE8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869855" y="3649929"/>
                        <a:ext cx="547705" cy="180000"/>
                      </a:xfrm>
                      <a:prstGeom prst="rect">
                        <a:avLst/>
                      </a:prstGeom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  <p:sp>
                    <p:nvSpPr>
                      <p:cNvPr id="362" name="Rechteck 361">
                        <a:extLst>
                          <a:ext uri="{FF2B5EF4-FFF2-40B4-BE49-F238E27FC236}">
                            <a16:creationId xmlns:a16="http://schemas.microsoft.com/office/drawing/2014/main" id="{D1450DDF-257E-99D0-C48C-55E56277B78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914640" y="3680834"/>
                        <a:ext cx="91440" cy="11182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  <p:sp>
                    <p:nvSpPr>
                      <p:cNvPr id="363" name="Rechteck 362">
                        <a:extLst>
                          <a:ext uri="{FF2B5EF4-FFF2-40B4-BE49-F238E27FC236}">
                            <a16:creationId xmlns:a16="http://schemas.microsoft.com/office/drawing/2014/main" id="{5AA88026-BBFC-0BF3-5150-89704C938B2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094238" y="3680834"/>
                        <a:ext cx="91440" cy="11182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  <p:sp>
                    <p:nvSpPr>
                      <p:cNvPr id="364" name="Rechteck 363">
                        <a:extLst>
                          <a:ext uri="{FF2B5EF4-FFF2-40B4-BE49-F238E27FC236}">
                            <a16:creationId xmlns:a16="http://schemas.microsoft.com/office/drawing/2014/main" id="{25296985-E7FC-10DE-CEB2-2D56DC1C31F5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8273836" y="3680834"/>
                        <a:ext cx="91440" cy="111825"/>
                      </a:xfrm>
                      <a:prstGeom prst="rect">
                        <a:avLst/>
                      </a:prstGeom>
                      <a:solidFill>
                        <a:schemeClr val="accent4">
                          <a:lumMod val="20000"/>
                          <a:lumOff val="80000"/>
                        </a:schemeClr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DE"/>
                      </a:p>
                    </p:txBody>
                  </p:sp>
                </p:grpSp>
              </p:grpSp>
              <p:sp>
                <p:nvSpPr>
                  <p:cNvPr id="355" name="Rechteck 354">
                    <a:extLst>
                      <a:ext uri="{FF2B5EF4-FFF2-40B4-BE49-F238E27FC236}">
                        <a16:creationId xmlns:a16="http://schemas.microsoft.com/office/drawing/2014/main" id="{D31E6290-3E81-7A94-D697-E6A9DA018650}"/>
                      </a:ext>
                    </a:extLst>
                  </p:cNvPr>
                  <p:cNvSpPr/>
                  <p:nvPr/>
                </p:nvSpPr>
                <p:spPr>
                  <a:xfrm>
                    <a:off x="3507802" y="4195512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56" name="Rechteck 355">
                    <a:extLst>
                      <a:ext uri="{FF2B5EF4-FFF2-40B4-BE49-F238E27FC236}">
                        <a16:creationId xmlns:a16="http://schemas.microsoft.com/office/drawing/2014/main" id="{FC8AD35E-18A0-0BE6-C873-89A8E57756C1}"/>
                      </a:ext>
                    </a:extLst>
                  </p:cNvPr>
                  <p:cNvSpPr/>
                  <p:nvPr/>
                </p:nvSpPr>
                <p:spPr>
                  <a:xfrm>
                    <a:off x="3687400" y="4195512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57" name="Rechteck 356">
                    <a:extLst>
                      <a:ext uri="{FF2B5EF4-FFF2-40B4-BE49-F238E27FC236}">
                        <a16:creationId xmlns:a16="http://schemas.microsoft.com/office/drawing/2014/main" id="{5DA4BD1C-A218-7D62-81E1-FA8D67E0E1A9}"/>
                      </a:ext>
                    </a:extLst>
                  </p:cNvPr>
                  <p:cNvSpPr/>
                  <p:nvPr/>
                </p:nvSpPr>
                <p:spPr>
                  <a:xfrm>
                    <a:off x="3507802" y="4373587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58" name="Rechteck 357">
                    <a:extLst>
                      <a:ext uri="{FF2B5EF4-FFF2-40B4-BE49-F238E27FC236}">
                        <a16:creationId xmlns:a16="http://schemas.microsoft.com/office/drawing/2014/main" id="{3C20F07B-4273-40A4-4BF3-6B457D844967}"/>
                      </a:ext>
                    </a:extLst>
                  </p:cNvPr>
                  <p:cNvSpPr/>
                  <p:nvPr/>
                </p:nvSpPr>
                <p:spPr>
                  <a:xfrm>
                    <a:off x="3687400" y="4373587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</p:grpSp>
          <p:sp>
            <p:nvSpPr>
              <p:cNvPr id="212" name="Textfeld 211">
                <a:extLst>
                  <a:ext uri="{FF2B5EF4-FFF2-40B4-BE49-F238E27FC236}">
                    <a16:creationId xmlns:a16="http://schemas.microsoft.com/office/drawing/2014/main" id="{82DFDC40-0A83-4288-C9E4-43B4F8558915}"/>
                  </a:ext>
                </a:extLst>
              </p:cNvPr>
              <p:cNvSpPr txBox="1"/>
              <p:nvPr/>
            </p:nvSpPr>
            <p:spPr>
              <a:xfrm>
                <a:off x="2664181" y="4381257"/>
                <a:ext cx="39145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EM</a:t>
                </a:r>
              </a:p>
            </p:txBody>
          </p:sp>
          <p:sp>
            <p:nvSpPr>
              <p:cNvPr id="213" name="Textfeld 212">
                <a:extLst>
                  <a:ext uri="{FF2B5EF4-FFF2-40B4-BE49-F238E27FC236}">
                    <a16:creationId xmlns:a16="http://schemas.microsoft.com/office/drawing/2014/main" id="{906B426D-B108-41CE-C5DF-C2B7C63A7994}"/>
                  </a:ext>
                </a:extLst>
              </p:cNvPr>
              <p:cNvSpPr txBox="1"/>
              <p:nvPr/>
            </p:nvSpPr>
            <p:spPr>
              <a:xfrm>
                <a:off x="3419122" y="4380122"/>
                <a:ext cx="4076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ES1</a:t>
                </a:r>
              </a:p>
            </p:txBody>
          </p:sp>
          <p:sp>
            <p:nvSpPr>
              <p:cNvPr id="214" name="Textfeld 213">
                <a:extLst>
                  <a:ext uri="{FF2B5EF4-FFF2-40B4-BE49-F238E27FC236}">
                    <a16:creationId xmlns:a16="http://schemas.microsoft.com/office/drawing/2014/main" id="{87AC25EB-4D74-95C0-E37E-81B66FAB158D}"/>
                  </a:ext>
                </a:extLst>
              </p:cNvPr>
              <p:cNvSpPr txBox="1"/>
              <p:nvPr/>
            </p:nvSpPr>
            <p:spPr>
              <a:xfrm>
                <a:off x="3030502" y="4380122"/>
                <a:ext cx="4076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ES2</a:t>
                </a:r>
              </a:p>
            </p:txBody>
          </p:sp>
          <p:sp>
            <p:nvSpPr>
              <p:cNvPr id="215" name="Textfeld 214">
                <a:extLst>
                  <a:ext uri="{FF2B5EF4-FFF2-40B4-BE49-F238E27FC236}">
                    <a16:creationId xmlns:a16="http://schemas.microsoft.com/office/drawing/2014/main" id="{A2924910-8416-A703-DFCF-18A6E2F2BBA3}"/>
                  </a:ext>
                </a:extLst>
              </p:cNvPr>
              <p:cNvSpPr txBox="1"/>
              <p:nvPr/>
            </p:nvSpPr>
            <p:spPr>
              <a:xfrm>
                <a:off x="2268502" y="4380122"/>
                <a:ext cx="4076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ES3</a:t>
                </a:r>
              </a:p>
            </p:txBody>
          </p:sp>
          <p:sp>
            <p:nvSpPr>
              <p:cNvPr id="216" name="Textfeld 215">
                <a:extLst>
                  <a:ext uri="{FF2B5EF4-FFF2-40B4-BE49-F238E27FC236}">
                    <a16:creationId xmlns:a16="http://schemas.microsoft.com/office/drawing/2014/main" id="{3CAD7F10-A53D-0EBF-AE45-452FB187435A}"/>
                  </a:ext>
                </a:extLst>
              </p:cNvPr>
              <p:cNvSpPr txBox="1"/>
              <p:nvPr/>
            </p:nvSpPr>
            <p:spPr>
              <a:xfrm>
                <a:off x="1895122" y="4380122"/>
                <a:ext cx="40761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ES4</a:t>
                </a:r>
              </a:p>
            </p:txBody>
          </p:sp>
          <p:sp>
            <p:nvSpPr>
              <p:cNvPr id="217" name="Textfeld 216">
                <a:extLst>
                  <a:ext uri="{FF2B5EF4-FFF2-40B4-BE49-F238E27FC236}">
                    <a16:creationId xmlns:a16="http://schemas.microsoft.com/office/drawing/2014/main" id="{CA3D9275-C9F3-0349-766F-ED24488AB949}"/>
                  </a:ext>
                </a:extLst>
              </p:cNvPr>
              <p:cNvSpPr txBox="1"/>
              <p:nvPr/>
            </p:nvSpPr>
            <p:spPr>
              <a:xfrm rot="16200000">
                <a:off x="4528345" y="3273686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M1</a:t>
                </a:r>
              </a:p>
            </p:txBody>
          </p:sp>
          <p:sp>
            <p:nvSpPr>
              <p:cNvPr id="218" name="Textfeld 217">
                <a:extLst>
                  <a:ext uri="{FF2B5EF4-FFF2-40B4-BE49-F238E27FC236}">
                    <a16:creationId xmlns:a16="http://schemas.microsoft.com/office/drawing/2014/main" id="{EB386F8F-5588-8940-076B-50891B3D26FB}"/>
                  </a:ext>
                </a:extLst>
              </p:cNvPr>
              <p:cNvSpPr txBox="1"/>
              <p:nvPr/>
            </p:nvSpPr>
            <p:spPr>
              <a:xfrm rot="16200000">
                <a:off x="4208305" y="3273686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M2</a:t>
                </a:r>
              </a:p>
            </p:txBody>
          </p:sp>
          <p:sp>
            <p:nvSpPr>
              <p:cNvPr id="219" name="Textfeld 218">
                <a:extLst>
                  <a:ext uri="{FF2B5EF4-FFF2-40B4-BE49-F238E27FC236}">
                    <a16:creationId xmlns:a16="http://schemas.microsoft.com/office/drawing/2014/main" id="{0732269D-CF23-109D-B7D2-D70B21C663FD}"/>
                  </a:ext>
                </a:extLst>
              </p:cNvPr>
              <p:cNvSpPr txBox="1"/>
              <p:nvPr/>
            </p:nvSpPr>
            <p:spPr>
              <a:xfrm rot="16200000">
                <a:off x="1124129" y="3267612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M3</a:t>
                </a:r>
              </a:p>
            </p:txBody>
          </p:sp>
          <p:sp>
            <p:nvSpPr>
              <p:cNvPr id="220" name="Textfeld 219">
                <a:extLst>
                  <a:ext uri="{FF2B5EF4-FFF2-40B4-BE49-F238E27FC236}">
                    <a16:creationId xmlns:a16="http://schemas.microsoft.com/office/drawing/2014/main" id="{B6DADD07-1D73-37B9-4904-A20D94B3317C}"/>
                  </a:ext>
                </a:extLst>
              </p:cNvPr>
              <p:cNvSpPr txBox="1"/>
              <p:nvPr/>
            </p:nvSpPr>
            <p:spPr>
              <a:xfrm rot="16200000">
                <a:off x="804089" y="3267612"/>
                <a:ext cx="3946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M4</a:t>
                </a:r>
              </a:p>
            </p:txBody>
          </p:sp>
          <p:sp>
            <p:nvSpPr>
              <p:cNvPr id="221" name="Textfeld 220">
                <a:extLst>
                  <a:ext uri="{FF2B5EF4-FFF2-40B4-BE49-F238E27FC236}">
                    <a16:creationId xmlns:a16="http://schemas.microsoft.com/office/drawing/2014/main" id="{D254FD1B-6F41-6257-37D4-FED300035035}"/>
                  </a:ext>
                </a:extLst>
              </p:cNvPr>
              <p:cNvSpPr txBox="1"/>
              <p:nvPr/>
            </p:nvSpPr>
            <p:spPr>
              <a:xfrm>
                <a:off x="2562837" y="3997768"/>
                <a:ext cx="598882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SERVO</a:t>
                </a:r>
              </a:p>
            </p:txBody>
          </p:sp>
          <p:sp>
            <p:nvSpPr>
              <p:cNvPr id="222" name="Rechteck 221">
                <a:extLst>
                  <a:ext uri="{FF2B5EF4-FFF2-40B4-BE49-F238E27FC236}">
                    <a16:creationId xmlns:a16="http://schemas.microsoft.com/office/drawing/2014/main" id="{2376C798-BB46-AA40-FA4C-BBBD1C41E269}"/>
                  </a:ext>
                </a:extLst>
              </p:cNvPr>
              <p:cNvSpPr/>
              <p:nvPr/>
            </p:nvSpPr>
            <p:spPr>
              <a:xfrm>
                <a:off x="1273135" y="654970"/>
                <a:ext cx="396783" cy="45719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3" name="Textfeld 222">
                <a:extLst>
                  <a:ext uri="{FF2B5EF4-FFF2-40B4-BE49-F238E27FC236}">
                    <a16:creationId xmlns:a16="http://schemas.microsoft.com/office/drawing/2014/main" id="{C74CC604-38B9-E40A-10E0-F3B6872F9559}"/>
                  </a:ext>
                </a:extLst>
              </p:cNvPr>
              <p:cNvSpPr txBox="1"/>
              <p:nvPr/>
            </p:nvSpPr>
            <p:spPr>
              <a:xfrm>
                <a:off x="1273135" y="404641"/>
                <a:ext cx="42832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12V</a:t>
                </a:r>
              </a:p>
            </p:txBody>
          </p:sp>
          <p:sp>
            <p:nvSpPr>
              <p:cNvPr id="224" name="Rechteck: abgerundete Ecken 223">
                <a:extLst>
                  <a:ext uri="{FF2B5EF4-FFF2-40B4-BE49-F238E27FC236}">
                    <a16:creationId xmlns:a16="http://schemas.microsoft.com/office/drawing/2014/main" id="{73476C1A-F406-A91D-E9D6-9F626A5DBED4}"/>
                  </a:ext>
                </a:extLst>
              </p:cNvPr>
              <p:cNvSpPr/>
              <p:nvPr/>
            </p:nvSpPr>
            <p:spPr>
              <a:xfrm>
                <a:off x="4190071" y="643762"/>
                <a:ext cx="521305" cy="64882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25" name="Textfeld 224">
                <a:extLst>
                  <a:ext uri="{FF2B5EF4-FFF2-40B4-BE49-F238E27FC236}">
                    <a16:creationId xmlns:a16="http://schemas.microsoft.com/office/drawing/2014/main" id="{FDD25D7E-2830-44B7-6B8B-E709E3A975EA}"/>
                  </a:ext>
                </a:extLst>
              </p:cNvPr>
              <p:cNvSpPr txBox="1"/>
              <p:nvPr/>
            </p:nvSpPr>
            <p:spPr>
              <a:xfrm>
                <a:off x="4214571" y="419926"/>
                <a:ext cx="5107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 dirty="0"/>
                  <a:t>USB</a:t>
                </a:r>
              </a:p>
            </p:txBody>
          </p:sp>
          <p:cxnSp>
            <p:nvCxnSpPr>
              <p:cNvPr id="226" name="Gerader Verbinder 225">
                <a:extLst>
                  <a:ext uri="{FF2B5EF4-FFF2-40B4-BE49-F238E27FC236}">
                    <a16:creationId xmlns:a16="http://schemas.microsoft.com/office/drawing/2014/main" id="{0CD06CD8-CA5A-37FD-50E9-C7690DFBDE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50030" y="3099247"/>
                <a:ext cx="1220067" cy="0"/>
              </a:xfrm>
              <a:prstGeom prst="line">
                <a:avLst/>
              </a:prstGeom>
              <a:ln w="1270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27" name="Gerader Verbinder 226">
                <a:extLst>
                  <a:ext uri="{FF2B5EF4-FFF2-40B4-BE49-F238E27FC236}">
                    <a16:creationId xmlns:a16="http://schemas.microsoft.com/office/drawing/2014/main" id="{2BB736B5-870A-BD1B-6545-F56B7019AC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59179" y="3086813"/>
                <a:ext cx="1284851" cy="0"/>
              </a:xfrm>
              <a:prstGeom prst="line">
                <a:avLst/>
              </a:prstGeom>
              <a:ln w="12700"/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228" name="Gruppieren 227">
                <a:extLst>
                  <a:ext uri="{FF2B5EF4-FFF2-40B4-BE49-F238E27FC236}">
                    <a16:creationId xmlns:a16="http://schemas.microsoft.com/office/drawing/2014/main" id="{C1BD10AB-723C-AF8B-2A98-F914FCEE69C5}"/>
                  </a:ext>
                </a:extLst>
              </p:cNvPr>
              <p:cNvGrpSpPr/>
              <p:nvPr/>
            </p:nvGrpSpPr>
            <p:grpSpPr>
              <a:xfrm>
                <a:off x="890097" y="2197171"/>
                <a:ext cx="1080000" cy="711978"/>
                <a:chOff x="890097" y="2197171"/>
                <a:chExt cx="878174" cy="711978"/>
              </a:xfrm>
            </p:grpSpPr>
            <p:sp>
              <p:nvSpPr>
                <p:cNvPr id="343" name="Rechteck: abgerundete Ecken 342">
                  <a:extLst>
                    <a:ext uri="{FF2B5EF4-FFF2-40B4-BE49-F238E27FC236}">
                      <a16:creationId xmlns:a16="http://schemas.microsoft.com/office/drawing/2014/main" id="{93BE665C-98E7-19F4-1FB5-F04B699B413C}"/>
                    </a:ext>
                  </a:extLst>
                </p:cNvPr>
                <p:cNvSpPr/>
                <p:nvPr/>
              </p:nvSpPr>
              <p:spPr>
                <a:xfrm rot="16200000">
                  <a:off x="1284184" y="2425062"/>
                  <a:ext cx="90000" cy="878174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44" name="Rechteck: abgerundete Ecken 343">
                  <a:extLst>
                    <a:ext uri="{FF2B5EF4-FFF2-40B4-BE49-F238E27FC236}">
                      <a16:creationId xmlns:a16="http://schemas.microsoft.com/office/drawing/2014/main" id="{4DCF284A-89C6-95E1-5D18-24E8299CEB7D}"/>
                    </a:ext>
                  </a:extLst>
                </p:cNvPr>
                <p:cNvSpPr/>
                <p:nvPr/>
              </p:nvSpPr>
              <p:spPr>
                <a:xfrm rot="16200000">
                  <a:off x="1284184" y="2217736"/>
                  <a:ext cx="90000" cy="878174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45" name="Rechteck: abgerundete Ecken 344">
                  <a:extLst>
                    <a:ext uri="{FF2B5EF4-FFF2-40B4-BE49-F238E27FC236}">
                      <a16:creationId xmlns:a16="http://schemas.microsoft.com/office/drawing/2014/main" id="{EE053ADF-D1F1-9ECD-274B-BA628707766C}"/>
                    </a:ext>
                  </a:extLst>
                </p:cNvPr>
                <p:cNvSpPr/>
                <p:nvPr/>
              </p:nvSpPr>
              <p:spPr>
                <a:xfrm rot="16200000">
                  <a:off x="1284184" y="2010410"/>
                  <a:ext cx="90000" cy="878174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46" name="Rechteck: abgerundete Ecken 345">
                  <a:extLst>
                    <a:ext uri="{FF2B5EF4-FFF2-40B4-BE49-F238E27FC236}">
                      <a16:creationId xmlns:a16="http://schemas.microsoft.com/office/drawing/2014/main" id="{A9ACD41A-9D3D-A56B-4B77-79C30C8E1D5A}"/>
                    </a:ext>
                  </a:extLst>
                </p:cNvPr>
                <p:cNvSpPr/>
                <p:nvPr/>
              </p:nvSpPr>
              <p:spPr>
                <a:xfrm rot="16200000">
                  <a:off x="1284184" y="1803084"/>
                  <a:ext cx="90000" cy="878174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229" name="Gruppieren 228">
                <a:extLst>
                  <a:ext uri="{FF2B5EF4-FFF2-40B4-BE49-F238E27FC236}">
                    <a16:creationId xmlns:a16="http://schemas.microsoft.com/office/drawing/2014/main" id="{F88A85A1-4B38-A47E-4729-E1F1906B473A}"/>
                  </a:ext>
                </a:extLst>
              </p:cNvPr>
              <p:cNvGrpSpPr/>
              <p:nvPr/>
            </p:nvGrpSpPr>
            <p:grpSpPr>
              <a:xfrm>
                <a:off x="3656866" y="2196877"/>
                <a:ext cx="1080000" cy="711978"/>
                <a:chOff x="890097" y="2197171"/>
                <a:chExt cx="878174" cy="711978"/>
              </a:xfrm>
            </p:grpSpPr>
            <p:sp>
              <p:nvSpPr>
                <p:cNvPr id="339" name="Rechteck: abgerundete Ecken 338">
                  <a:extLst>
                    <a:ext uri="{FF2B5EF4-FFF2-40B4-BE49-F238E27FC236}">
                      <a16:creationId xmlns:a16="http://schemas.microsoft.com/office/drawing/2014/main" id="{0E0D8EC2-0B12-F7B5-5177-0077619D800B}"/>
                    </a:ext>
                  </a:extLst>
                </p:cNvPr>
                <p:cNvSpPr/>
                <p:nvPr/>
              </p:nvSpPr>
              <p:spPr>
                <a:xfrm rot="16200000">
                  <a:off x="1284184" y="2425062"/>
                  <a:ext cx="90000" cy="878174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40" name="Rechteck: abgerundete Ecken 339">
                  <a:extLst>
                    <a:ext uri="{FF2B5EF4-FFF2-40B4-BE49-F238E27FC236}">
                      <a16:creationId xmlns:a16="http://schemas.microsoft.com/office/drawing/2014/main" id="{1A5C43C5-B809-B84B-FD62-39DAD083F784}"/>
                    </a:ext>
                  </a:extLst>
                </p:cNvPr>
                <p:cNvSpPr/>
                <p:nvPr/>
              </p:nvSpPr>
              <p:spPr>
                <a:xfrm rot="16200000">
                  <a:off x="1284184" y="2217736"/>
                  <a:ext cx="90000" cy="878174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41" name="Rechteck: abgerundete Ecken 340">
                  <a:extLst>
                    <a:ext uri="{FF2B5EF4-FFF2-40B4-BE49-F238E27FC236}">
                      <a16:creationId xmlns:a16="http://schemas.microsoft.com/office/drawing/2014/main" id="{EC0F14AB-0019-4254-2965-C3162209649D}"/>
                    </a:ext>
                  </a:extLst>
                </p:cNvPr>
                <p:cNvSpPr/>
                <p:nvPr/>
              </p:nvSpPr>
              <p:spPr>
                <a:xfrm rot="16200000">
                  <a:off x="1284184" y="2010410"/>
                  <a:ext cx="90000" cy="878174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42" name="Rechteck: abgerundete Ecken 341">
                  <a:extLst>
                    <a:ext uri="{FF2B5EF4-FFF2-40B4-BE49-F238E27FC236}">
                      <a16:creationId xmlns:a16="http://schemas.microsoft.com/office/drawing/2014/main" id="{EF9271E0-09D4-8541-8F10-D34E5C670AD0}"/>
                    </a:ext>
                  </a:extLst>
                </p:cNvPr>
                <p:cNvSpPr/>
                <p:nvPr/>
              </p:nvSpPr>
              <p:spPr>
                <a:xfrm rot="16200000">
                  <a:off x="1284184" y="1803084"/>
                  <a:ext cx="90000" cy="878174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230" name="Gruppieren 229">
                <a:extLst>
                  <a:ext uri="{FF2B5EF4-FFF2-40B4-BE49-F238E27FC236}">
                    <a16:creationId xmlns:a16="http://schemas.microsoft.com/office/drawing/2014/main" id="{3DF58EAC-B6E9-7643-19CC-36C043DC5300}"/>
                  </a:ext>
                </a:extLst>
              </p:cNvPr>
              <p:cNvGrpSpPr/>
              <p:nvPr/>
            </p:nvGrpSpPr>
            <p:grpSpPr>
              <a:xfrm>
                <a:off x="1999190" y="700506"/>
                <a:ext cx="2267167" cy="2838433"/>
                <a:chOff x="9076944" y="725459"/>
                <a:chExt cx="2267167" cy="2838433"/>
              </a:xfrm>
            </p:grpSpPr>
            <p:sp>
              <p:nvSpPr>
                <p:cNvPr id="231" name="Rechteck 230">
                  <a:extLst>
                    <a:ext uri="{FF2B5EF4-FFF2-40B4-BE49-F238E27FC236}">
                      <a16:creationId xmlns:a16="http://schemas.microsoft.com/office/drawing/2014/main" id="{6D426BE9-796A-38E6-F8CE-6B3EEB0FA070}"/>
                    </a:ext>
                  </a:extLst>
                </p:cNvPr>
                <p:cNvSpPr/>
                <p:nvPr/>
              </p:nvSpPr>
              <p:spPr>
                <a:xfrm>
                  <a:off x="9076944" y="725459"/>
                  <a:ext cx="1650997" cy="2838433"/>
                </a:xfrm>
                <a:prstGeom prst="rect">
                  <a:avLst/>
                </a:prstGeom>
                <a:solidFill>
                  <a:schemeClr val="bg1">
                    <a:lumMod val="65000"/>
                    <a:alpha val="75000"/>
                  </a:schemeClr>
                </a:solidFill>
                <a:ln w="127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232" name="Gruppieren 231">
                  <a:extLst>
                    <a:ext uri="{FF2B5EF4-FFF2-40B4-BE49-F238E27FC236}">
                      <a16:creationId xmlns:a16="http://schemas.microsoft.com/office/drawing/2014/main" id="{238B8410-D77F-FF42-D404-D1EE5F6A3E68}"/>
                    </a:ext>
                  </a:extLst>
                </p:cNvPr>
                <p:cNvGrpSpPr/>
                <p:nvPr/>
              </p:nvGrpSpPr>
              <p:grpSpPr>
                <a:xfrm rot="10800000">
                  <a:off x="10289934" y="1717601"/>
                  <a:ext cx="433247" cy="720140"/>
                  <a:chOff x="7462666" y="2009937"/>
                  <a:chExt cx="433247" cy="720140"/>
                </a:xfrm>
              </p:grpSpPr>
              <p:sp>
                <p:nvSpPr>
                  <p:cNvPr id="326" name="Rechteck 325">
                    <a:extLst>
                      <a:ext uri="{FF2B5EF4-FFF2-40B4-BE49-F238E27FC236}">
                        <a16:creationId xmlns:a16="http://schemas.microsoft.com/office/drawing/2014/main" id="{9EAD6F14-564D-BA20-6F98-820E96A12D7F}"/>
                      </a:ext>
                    </a:extLst>
                  </p:cNvPr>
                  <p:cNvSpPr/>
                  <p:nvPr/>
                </p:nvSpPr>
                <p:spPr>
                  <a:xfrm>
                    <a:off x="7463913" y="2009937"/>
                    <a:ext cx="432000" cy="72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327" name="Ellipse 326">
                    <a:extLst>
                      <a:ext uri="{FF2B5EF4-FFF2-40B4-BE49-F238E27FC236}">
                        <a16:creationId xmlns:a16="http://schemas.microsoft.com/office/drawing/2014/main" id="{8E89CEFA-AC18-86AC-E424-32C2BA119484}"/>
                      </a:ext>
                    </a:extLst>
                  </p:cNvPr>
                  <p:cNvSpPr/>
                  <p:nvPr/>
                </p:nvSpPr>
                <p:spPr>
                  <a:xfrm>
                    <a:off x="7649823" y="2028825"/>
                    <a:ext cx="144000" cy="144000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8" name="Ellipse 327">
                    <a:extLst>
                      <a:ext uri="{FF2B5EF4-FFF2-40B4-BE49-F238E27FC236}">
                        <a16:creationId xmlns:a16="http://schemas.microsoft.com/office/drawing/2014/main" id="{52C16845-4B6A-EBDC-8031-CFF47F30805B}"/>
                      </a:ext>
                    </a:extLst>
                  </p:cNvPr>
                  <p:cNvSpPr/>
                  <p:nvPr/>
                </p:nvSpPr>
                <p:spPr>
                  <a:xfrm>
                    <a:off x="7649823" y="2205000"/>
                    <a:ext cx="144000" cy="144000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9" name="Ellipse 328">
                    <a:extLst>
                      <a:ext uri="{FF2B5EF4-FFF2-40B4-BE49-F238E27FC236}">
                        <a16:creationId xmlns:a16="http://schemas.microsoft.com/office/drawing/2014/main" id="{6ADDD76F-E239-2B07-EFC8-80F5825E1D0F}"/>
                      </a:ext>
                    </a:extLst>
                  </p:cNvPr>
                  <p:cNvSpPr/>
                  <p:nvPr/>
                </p:nvSpPr>
                <p:spPr>
                  <a:xfrm>
                    <a:off x="7649823" y="2381175"/>
                    <a:ext cx="144000" cy="144000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30" name="Ellipse 329">
                    <a:extLst>
                      <a:ext uri="{FF2B5EF4-FFF2-40B4-BE49-F238E27FC236}">
                        <a16:creationId xmlns:a16="http://schemas.microsoft.com/office/drawing/2014/main" id="{CEE4F691-B9D6-D2CE-B33B-31272BBCA0DD}"/>
                      </a:ext>
                    </a:extLst>
                  </p:cNvPr>
                  <p:cNvSpPr/>
                  <p:nvPr/>
                </p:nvSpPr>
                <p:spPr>
                  <a:xfrm>
                    <a:off x="7649823" y="2565000"/>
                    <a:ext cx="144000" cy="144000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31" name="Rechteck 330">
                    <a:extLst>
                      <a:ext uri="{FF2B5EF4-FFF2-40B4-BE49-F238E27FC236}">
                        <a16:creationId xmlns:a16="http://schemas.microsoft.com/office/drawing/2014/main" id="{08EA3F8E-B4D5-3700-5BE8-F941E28E5216}"/>
                      </a:ext>
                    </a:extLst>
                  </p:cNvPr>
                  <p:cNvSpPr/>
                  <p:nvPr/>
                </p:nvSpPr>
                <p:spPr>
                  <a:xfrm>
                    <a:off x="7462666" y="2010797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332" name="Rechteck 331">
                    <a:extLst>
                      <a:ext uri="{FF2B5EF4-FFF2-40B4-BE49-F238E27FC236}">
                        <a16:creationId xmlns:a16="http://schemas.microsoft.com/office/drawing/2014/main" id="{0E2D5234-6C1B-A683-47C5-228100FA7315}"/>
                      </a:ext>
                    </a:extLst>
                  </p:cNvPr>
                  <p:cNvSpPr/>
                  <p:nvPr/>
                </p:nvSpPr>
                <p:spPr>
                  <a:xfrm>
                    <a:off x="7462666" y="2550077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333" name="Rechteck 332">
                    <a:extLst>
                      <a:ext uri="{FF2B5EF4-FFF2-40B4-BE49-F238E27FC236}">
                        <a16:creationId xmlns:a16="http://schemas.microsoft.com/office/drawing/2014/main" id="{01116DB4-AE81-6125-5BDD-92C06AAC2F57}"/>
                      </a:ext>
                    </a:extLst>
                  </p:cNvPr>
                  <p:cNvSpPr/>
                  <p:nvPr/>
                </p:nvSpPr>
                <p:spPr>
                  <a:xfrm>
                    <a:off x="7462666" y="2370317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334" name="Rechteck 333">
                    <a:extLst>
                      <a:ext uri="{FF2B5EF4-FFF2-40B4-BE49-F238E27FC236}">
                        <a16:creationId xmlns:a16="http://schemas.microsoft.com/office/drawing/2014/main" id="{551B661A-5B83-6F7F-6878-B08D0A105DCE}"/>
                      </a:ext>
                    </a:extLst>
                  </p:cNvPr>
                  <p:cNvSpPr/>
                  <p:nvPr/>
                </p:nvSpPr>
                <p:spPr>
                  <a:xfrm>
                    <a:off x="7462666" y="2190557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cxnSp>
                <p:nvCxnSpPr>
                  <p:cNvPr id="335" name="Gerader Verbinder 334">
                    <a:extLst>
                      <a:ext uri="{FF2B5EF4-FFF2-40B4-BE49-F238E27FC236}">
                        <a16:creationId xmlns:a16="http://schemas.microsoft.com/office/drawing/2014/main" id="{9FEEE41A-B892-49A0-F5C3-95B655C041BE}"/>
                      </a:ext>
                    </a:extLst>
                  </p:cNvPr>
                  <p:cNvCxnSpPr>
                    <a:cxnSpLocks/>
                    <a:stCxn id="327" idx="3"/>
                    <a:endCxn id="327" idx="7"/>
                  </p:cNvCxnSpPr>
                  <p:nvPr/>
                </p:nvCxnSpPr>
                <p:spPr>
                  <a:xfrm flipV="1">
                    <a:off x="7670911" y="2049913"/>
                    <a:ext cx="101824" cy="101824"/>
                  </a:xfrm>
                  <a:prstGeom prst="line">
                    <a:avLst/>
                  </a:prstGeom>
                  <a:ln w="25400">
                    <a:solidFill>
                      <a:schemeClr val="bg1">
                        <a:lumMod val="75000"/>
                      </a:schemeClr>
                    </a:solidFill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6" name="Gerader Verbinder 335">
                    <a:extLst>
                      <a:ext uri="{FF2B5EF4-FFF2-40B4-BE49-F238E27FC236}">
                        <a16:creationId xmlns:a16="http://schemas.microsoft.com/office/drawing/2014/main" id="{629BA29E-A867-2B2B-4DB9-BAD95FAB1FBC}"/>
                      </a:ext>
                    </a:extLst>
                  </p:cNvPr>
                  <p:cNvCxnSpPr>
                    <a:cxnSpLocks/>
                    <a:stCxn id="328" idx="1"/>
                    <a:endCxn id="328" idx="5"/>
                  </p:cNvCxnSpPr>
                  <p:nvPr/>
                </p:nvCxnSpPr>
                <p:spPr>
                  <a:xfrm>
                    <a:off x="7670911" y="2226088"/>
                    <a:ext cx="101824" cy="101824"/>
                  </a:xfrm>
                  <a:prstGeom prst="line">
                    <a:avLst/>
                  </a:prstGeom>
                  <a:ln w="25400">
                    <a:solidFill>
                      <a:schemeClr val="bg1">
                        <a:lumMod val="75000"/>
                      </a:schemeClr>
                    </a:solidFill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7" name="Gerader Verbinder 336">
                    <a:extLst>
                      <a:ext uri="{FF2B5EF4-FFF2-40B4-BE49-F238E27FC236}">
                        <a16:creationId xmlns:a16="http://schemas.microsoft.com/office/drawing/2014/main" id="{F54DED01-B95C-CEA4-4DFA-C3443DD34F6E}"/>
                      </a:ext>
                    </a:extLst>
                  </p:cNvPr>
                  <p:cNvCxnSpPr>
                    <a:cxnSpLocks/>
                    <a:stCxn id="329" idx="2"/>
                    <a:endCxn id="329" idx="6"/>
                  </p:cNvCxnSpPr>
                  <p:nvPr/>
                </p:nvCxnSpPr>
                <p:spPr>
                  <a:xfrm>
                    <a:off x="7649823" y="2453175"/>
                    <a:ext cx="144000" cy="0"/>
                  </a:xfrm>
                  <a:prstGeom prst="line">
                    <a:avLst/>
                  </a:prstGeom>
                  <a:ln w="25400">
                    <a:solidFill>
                      <a:schemeClr val="bg1">
                        <a:lumMod val="75000"/>
                      </a:schemeClr>
                    </a:solidFill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8" name="Gerader Verbinder 337">
                    <a:extLst>
                      <a:ext uri="{FF2B5EF4-FFF2-40B4-BE49-F238E27FC236}">
                        <a16:creationId xmlns:a16="http://schemas.microsoft.com/office/drawing/2014/main" id="{B538788B-6E1A-37E8-66B4-0D94C58ADF92}"/>
                      </a:ext>
                    </a:extLst>
                  </p:cNvPr>
                  <p:cNvCxnSpPr>
                    <a:cxnSpLocks/>
                    <a:stCxn id="330" idx="4"/>
                    <a:endCxn id="330" idx="0"/>
                  </p:cNvCxnSpPr>
                  <p:nvPr/>
                </p:nvCxnSpPr>
                <p:spPr>
                  <a:xfrm flipV="1">
                    <a:off x="7721823" y="2565000"/>
                    <a:ext cx="0" cy="144000"/>
                  </a:xfrm>
                  <a:prstGeom prst="line">
                    <a:avLst/>
                  </a:prstGeom>
                  <a:ln w="25400">
                    <a:solidFill>
                      <a:schemeClr val="bg1">
                        <a:lumMod val="75000"/>
                      </a:schemeClr>
                    </a:solidFill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33" name="Gruppieren 232">
                  <a:extLst>
                    <a:ext uri="{FF2B5EF4-FFF2-40B4-BE49-F238E27FC236}">
                      <a16:creationId xmlns:a16="http://schemas.microsoft.com/office/drawing/2014/main" id="{1BD40DC5-29F6-9202-634B-3C1713B255C8}"/>
                    </a:ext>
                  </a:extLst>
                </p:cNvPr>
                <p:cNvGrpSpPr/>
                <p:nvPr/>
              </p:nvGrpSpPr>
              <p:grpSpPr>
                <a:xfrm rot="16200000">
                  <a:off x="9941677" y="2057422"/>
                  <a:ext cx="359745" cy="180000"/>
                  <a:chOff x="7869855" y="3898992"/>
                  <a:chExt cx="359745" cy="180000"/>
                </a:xfrm>
              </p:grpSpPr>
              <p:sp>
                <p:nvSpPr>
                  <p:cNvPr id="323" name="Rechteck 322">
                    <a:extLst>
                      <a:ext uri="{FF2B5EF4-FFF2-40B4-BE49-F238E27FC236}">
                        <a16:creationId xmlns:a16="http://schemas.microsoft.com/office/drawing/2014/main" id="{93A0DBCD-D953-6DC3-9EFE-D7AB5430432E}"/>
                      </a:ext>
                    </a:extLst>
                  </p:cNvPr>
                  <p:cNvSpPr/>
                  <p:nvPr/>
                </p:nvSpPr>
                <p:spPr>
                  <a:xfrm>
                    <a:off x="7869855" y="3898992"/>
                    <a:ext cx="359745" cy="180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4" name="Rechteck 323">
                    <a:extLst>
                      <a:ext uri="{FF2B5EF4-FFF2-40B4-BE49-F238E27FC236}">
                        <a16:creationId xmlns:a16="http://schemas.microsoft.com/office/drawing/2014/main" id="{09539E31-FE36-1058-E82D-52CA7A4EA141}"/>
                      </a:ext>
                    </a:extLst>
                  </p:cNvPr>
                  <p:cNvSpPr/>
                  <p:nvPr/>
                </p:nvSpPr>
                <p:spPr>
                  <a:xfrm>
                    <a:off x="7914640" y="3929897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5" name="Rechteck 324">
                    <a:extLst>
                      <a:ext uri="{FF2B5EF4-FFF2-40B4-BE49-F238E27FC236}">
                        <a16:creationId xmlns:a16="http://schemas.microsoft.com/office/drawing/2014/main" id="{711EC68D-34E6-F47B-D312-B81F23DBDA20}"/>
                      </a:ext>
                    </a:extLst>
                  </p:cNvPr>
                  <p:cNvSpPr/>
                  <p:nvPr/>
                </p:nvSpPr>
                <p:spPr>
                  <a:xfrm>
                    <a:off x="8094238" y="3929897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234" name="Textfeld 233">
                  <a:extLst>
                    <a:ext uri="{FF2B5EF4-FFF2-40B4-BE49-F238E27FC236}">
                      <a16:creationId xmlns:a16="http://schemas.microsoft.com/office/drawing/2014/main" id="{77848A28-06AB-D8F0-A8E1-02FBDCF1D0FF}"/>
                    </a:ext>
                  </a:extLst>
                </p:cNvPr>
                <p:cNvSpPr txBox="1"/>
                <p:nvPr/>
              </p:nvSpPr>
              <p:spPr>
                <a:xfrm>
                  <a:off x="10688611" y="2211663"/>
                  <a:ext cx="65550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RS485B</a:t>
                  </a:r>
                </a:p>
              </p:txBody>
            </p:sp>
            <p:sp>
              <p:nvSpPr>
                <p:cNvPr id="235" name="Textfeld 234">
                  <a:extLst>
                    <a:ext uri="{FF2B5EF4-FFF2-40B4-BE49-F238E27FC236}">
                      <a16:creationId xmlns:a16="http://schemas.microsoft.com/office/drawing/2014/main" id="{BF9028F2-F434-4742-266C-ABA530944603}"/>
                    </a:ext>
                  </a:extLst>
                </p:cNvPr>
                <p:cNvSpPr txBox="1"/>
                <p:nvPr/>
              </p:nvSpPr>
              <p:spPr>
                <a:xfrm>
                  <a:off x="10682199" y="1680986"/>
                  <a:ext cx="66191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RS485A</a:t>
                  </a:r>
                </a:p>
              </p:txBody>
            </p:sp>
            <p:sp>
              <p:nvSpPr>
                <p:cNvPr id="236" name="Textfeld 235">
                  <a:extLst>
                    <a:ext uri="{FF2B5EF4-FFF2-40B4-BE49-F238E27FC236}">
                      <a16:creationId xmlns:a16="http://schemas.microsoft.com/office/drawing/2014/main" id="{D9A0F46C-1DF9-3F7C-FD4C-C299003BC6B9}"/>
                    </a:ext>
                  </a:extLst>
                </p:cNvPr>
                <p:cNvSpPr txBox="1"/>
                <p:nvPr/>
              </p:nvSpPr>
              <p:spPr>
                <a:xfrm>
                  <a:off x="10688611" y="1857442"/>
                  <a:ext cx="65550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RS485B</a:t>
                  </a:r>
                </a:p>
              </p:txBody>
            </p:sp>
            <p:sp>
              <p:nvSpPr>
                <p:cNvPr id="237" name="Textfeld 236">
                  <a:extLst>
                    <a:ext uri="{FF2B5EF4-FFF2-40B4-BE49-F238E27FC236}">
                      <a16:creationId xmlns:a16="http://schemas.microsoft.com/office/drawing/2014/main" id="{6491201C-547C-65F2-DBF2-FBEBA15515E2}"/>
                    </a:ext>
                  </a:extLst>
                </p:cNvPr>
                <p:cNvSpPr txBox="1"/>
                <p:nvPr/>
              </p:nvSpPr>
              <p:spPr>
                <a:xfrm>
                  <a:off x="10682199" y="2040266"/>
                  <a:ext cx="66191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RS485A</a:t>
                  </a:r>
                </a:p>
              </p:txBody>
            </p:sp>
            <p:sp>
              <p:nvSpPr>
                <p:cNvPr id="238" name="Textfeld 237">
                  <a:extLst>
                    <a:ext uri="{FF2B5EF4-FFF2-40B4-BE49-F238E27FC236}">
                      <a16:creationId xmlns:a16="http://schemas.microsoft.com/office/drawing/2014/main" id="{A7F60110-9D72-E4A8-C481-BAD638784E94}"/>
                    </a:ext>
                  </a:extLst>
                </p:cNvPr>
                <p:cNvSpPr txBox="1"/>
                <p:nvPr/>
              </p:nvSpPr>
              <p:spPr>
                <a:xfrm>
                  <a:off x="10682199" y="2423591"/>
                  <a:ext cx="34977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9V</a:t>
                  </a:r>
                </a:p>
              </p:txBody>
            </p:sp>
            <p:grpSp>
              <p:nvGrpSpPr>
                <p:cNvPr id="239" name="Gruppieren 238">
                  <a:extLst>
                    <a:ext uri="{FF2B5EF4-FFF2-40B4-BE49-F238E27FC236}">
                      <a16:creationId xmlns:a16="http://schemas.microsoft.com/office/drawing/2014/main" id="{8754EF56-BC0C-8FE6-6AC6-7E407B66F2C8}"/>
                    </a:ext>
                  </a:extLst>
                </p:cNvPr>
                <p:cNvGrpSpPr/>
                <p:nvPr/>
              </p:nvGrpSpPr>
              <p:grpSpPr>
                <a:xfrm>
                  <a:off x="9162394" y="2826856"/>
                  <a:ext cx="1508654" cy="529887"/>
                  <a:chOff x="5585559" y="992874"/>
                  <a:chExt cx="1508654" cy="529887"/>
                </a:xfrm>
              </p:grpSpPr>
              <p:sp>
                <p:nvSpPr>
                  <p:cNvPr id="661" name="Ellipse 660">
                    <a:extLst>
                      <a:ext uri="{FF2B5EF4-FFF2-40B4-BE49-F238E27FC236}">
                        <a16:creationId xmlns:a16="http://schemas.microsoft.com/office/drawing/2014/main" id="{33CCC432-A465-42BC-3579-B7A39FD96707}"/>
                      </a:ext>
                    </a:extLst>
                  </p:cNvPr>
                  <p:cNvSpPr/>
                  <p:nvPr/>
                </p:nvSpPr>
                <p:spPr>
                  <a:xfrm>
                    <a:off x="6251530" y="1240202"/>
                    <a:ext cx="180000" cy="180000"/>
                  </a:xfrm>
                  <a:prstGeom prst="ellipse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68" name="Ellipse 667">
                    <a:extLst>
                      <a:ext uri="{FF2B5EF4-FFF2-40B4-BE49-F238E27FC236}">
                        <a16:creationId xmlns:a16="http://schemas.microsoft.com/office/drawing/2014/main" id="{8142F610-A5AE-6284-025A-ED2CFB32A62A}"/>
                      </a:ext>
                    </a:extLst>
                  </p:cNvPr>
                  <p:cNvSpPr/>
                  <p:nvPr/>
                </p:nvSpPr>
                <p:spPr>
                  <a:xfrm>
                    <a:off x="5660485" y="1150202"/>
                    <a:ext cx="360000" cy="360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88" name="Ellipse 687">
                    <a:extLst>
                      <a:ext uri="{FF2B5EF4-FFF2-40B4-BE49-F238E27FC236}">
                        <a16:creationId xmlns:a16="http://schemas.microsoft.com/office/drawing/2014/main" id="{7939206A-0C33-CC14-3BAD-344464981418}"/>
                      </a:ext>
                    </a:extLst>
                  </p:cNvPr>
                  <p:cNvSpPr/>
                  <p:nvPr/>
                </p:nvSpPr>
                <p:spPr>
                  <a:xfrm>
                    <a:off x="6662575" y="1162761"/>
                    <a:ext cx="360000" cy="360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0" name="Textfeld 319">
                    <a:extLst>
                      <a:ext uri="{FF2B5EF4-FFF2-40B4-BE49-F238E27FC236}">
                        <a16:creationId xmlns:a16="http://schemas.microsoft.com/office/drawing/2014/main" id="{85586899-1CB3-9562-9601-2CA6ED0A58CE}"/>
                      </a:ext>
                    </a:extLst>
                  </p:cNvPr>
                  <p:cNvSpPr txBox="1"/>
                  <p:nvPr/>
                </p:nvSpPr>
                <p:spPr>
                  <a:xfrm>
                    <a:off x="6063722" y="992874"/>
                    <a:ext cx="56310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RESET</a:t>
                    </a:r>
                  </a:p>
                </p:txBody>
              </p:sp>
              <p:sp>
                <p:nvSpPr>
                  <p:cNvPr id="321" name="Textfeld 320">
                    <a:extLst>
                      <a:ext uri="{FF2B5EF4-FFF2-40B4-BE49-F238E27FC236}">
                        <a16:creationId xmlns:a16="http://schemas.microsoft.com/office/drawing/2014/main" id="{80FA3F07-6F32-CF9E-7663-9A43B42DA0FA}"/>
                      </a:ext>
                    </a:extLst>
                  </p:cNvPr>
                  <p:cNvSpPr txBox="1"/>
                  <p:nvPr/>
                </p:nvSpPr>
                <p:spPr>
                  <a:xfrm>
                    <a:off x="6596961" y="1203894"/>
                    <a:ext cx="49725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LED2</a:t>
                    </a:r>
                  </a:p>
                </p:txBody>
              </p:sp>
              <p:sp>
                <p:nvSpPr>
                  <p:cNvPr id="322" name="Textfeld 321">
                    <a:extLst>
                      <a:ext uri="{FF2B5EF4-FFF2-40B4-BE49-F238E27FC236}">
                        <a16:creationId xmlns:a16="http://schemas.microsoft.com/office/drawing/2014/main" id="{BDBBCD36-FCC3-A09C-597F-39DD7B0426E9}"/>
                      </a:ext>
                    </a:extLst>
                  </p:cNvPr>
                  <p:cNvSpPr txBox="1"/>
                  <p:nvPr/>
                </p:nvSpPr>
                <p:spPr>
                  <a:xfrm>
                    <a:off x="5585559" y="1197408"/>
                    <a:ext cx="49725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LED1</a:t>
                    </a:r>
                  </a:p>
                </p:txBody>
              </p:sp>
            </p:grpSp>
            <p:sp>
              <p:nvSpPr>
                <p:cNvPr id="240" name="Textfeld 239">
                  <a:extLst>
                    <a:ext uri="{FF2B5EF4-FFF2-40B4-BE49-F238E27FC236}">
                      <a16:creationId xmlns:a16="http://schemas.microsoft.com/office/drawing/2014/main" id="{47C8970A-243F-E732-FE55-F51214744F87}"/>
                    </a:ext>
                  </a:extLst>
                </p:cNvPr>
                <p:cNvSpPr txBox="1"/>
                <p:nvPr/>
              </p:nvSpPr>
              <p:spPr>
                <a:xfrm rot="16200000">
                  <a:off x="9650329" y="2012659"/>
                  <a:ext cx="57214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RS485</a:t>
                  </a:r>
                </a:p>
              </p:txBody>
            </p:sp>
            <p:sp>
              <p:nvSpPr>
                <p:cNvPr id="241" name="Rechteck: abgerundete Ecken 240">
                  <a:extLst>
                    <a:ext uri="{FF2B5EF4-FFF2-40B4-BE49-F238E27FC236}">
                      <a16:creationId xmlns:a16="http://schemas.microsoft.com/office/drawing/2014/main" id="{014CF606-9182-F43A-6925-80226843BF6C}"/>
                    </a:ext>
                  </a:extLst>
                </p:cNvPr>
                <p:cNvSpPr/>
                <p:nvPr/>
              </p:nvSpPr>
              <p:spPr>
                <a:xfrm>
                  <a:off x="9623217" y="863494"/>
                  <a:ext cx="90000" cy="1620000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2" name="Rechteck: abgerundete Ecken 241">
                  <a:extLst>
                    <a:ext uri="{FF2B5EF4-FFF2-40B4-BE49-F238E27FC236}">
                      <a16:creationId xmlns:a16="http://schemas.microsoft.com/office/drawing/2014/main" id="{44BED4D5-9CD8-16AB-934E-5DD8F9F30D08}"/>
                    </a:ext>
                  </a:extLst>
                </p:cNvPr>
                <p:cNvSpPr/>
                <p:nvPr/>
              </p:nvSpPr>
              <p:spPr>
                <a:xfrm>
                  <a:off x="9437873" y="863494"/>
                  <a:ext cx="90000" cy="1620000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243" name="Gruppieren 242">
                  <a:extLst>
                    <a:ext uri="{FF2B5EF4-FFF2-40B4-BE49-F238E27FC236}">
                      <a16:creationId xmlns:a16="http://schemas.microsoft.com/office/drawing/2014/main" id="{CAECE750-F544-08BB-78A4-6C36B4443B27}"/>
                    </a:ext>
                  </a:extLst>
                </p:cNvPr>
                <p:cNvGrpSpPr/>
                <p:nvPr/>
              </p:nvGrpSpPr>
              <p:grpSpPr>
                <a:xfrm>
                  <a:off x="10275371" y="863273"/>
                  <a:ext cx="521306" cy="576000"/>
                  <a:chOff x="5522556" y="3472601"/>
                  <a:chExt cx="521306" cy="576000"/>
                </a:xfrm>
              </p:grpSpPr>
              <p:sp>
                <p:nvSpPr>
                  <p:cNvPr id="254" name="Rechteck: abgerundete Ecken 253">
                    <a:extLst>
                      <a:ext uri="{FF2B5EF4-FFF2-40B4-BE49-F238E27FC236}">
                        <a16:creationId xmlns:a16="http://schemas.microsoft.com/office/drawing/2014/main" id="{E24832FF-DAFF-E8B0-A770-951CD490F7F9}"/>
                      </a:ext>
                    </a:extLst>
                  </p:cNvPr>
                  <p:cNvSpPr/>
                  <p:nvPr/>
                </p:nvSpPr>
                <p:spPr>
                  <a:xfrm>
                    <a:off x="5522556" y="3472601"/>
                    <a:ext cx="521305" cy="576000"/>
                  </a:xfrm>
                  <a:prstGeom prst="roundRect">
                    <a:avLst/>
                  </a:prstGeom>
                  <a:solidFill>
                    <a:srgbClr val="76717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55" name="Textfeld 254">
                    <a:extLst>
                      <a:ext uri="{FF2B5EF4-FFF2-40B4-BE49-F238E27FC236}">
                        <a16:creationId xmlns:a16="http://schemas.microsoft.com/office/drawing/2014/main" id="{60DE9866-608A-F911-FA9B-38411416288C}"/>
                      </a:ext>
                    </a:extLst>
                  </p:cNvPr>
                  <p:cNvSpPr txBox="1"/>
                  <p:nvPr/>
                </p:nvSpPr>
                <p:spPr>
                  <a:xfrm>
                    <a:off x="5533134" y="3622102"/>
                    <a:ext cx="5107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USB</a:t>
                    </a:r>
                  </a:p>
                </p:txBody>
              </p:sp>
            </p:grpSp>
            <p:grpSp>
              <p:nvGrpSpPr>
                <p:cNvPr id="244" name="Gruppieren 243">
                  <a:extLst>
                    <a:ext uri="{FF2B5EF4-FFF2-40B4-BE49-F238E27FC236}">
                      <a16:creationId xmlns:a16="http://schemas.microsoft.com/office/drawing/2014/main" id="{65C086CB-C581-8FE5-D0D2-4E2D2C9AE8E3}"/>
                    </a:ext>
                  </a:extLst>
                </p:cNvPr>
                <p:cNvGrpSpPr/>
                <p:nvPr/>
              </p:nvGrpSpPr>
              <p:grpSpPr>
                <a:xfrm rot="10800000">
                  <a:off x="10293953" y="2479609"/>
                  <a:ext cx="433247" cy="360620"/>
                  <a:chOff x="8238632" y="1988930"/>
                  <a:chExt cx="433247" cy="360620"/>
                </a:xfrm>
              </p:grpSpPr>
              <p:sp>
                <p:nvSpPr>
                  <p:cNvPr id="248" name="Rechteck 247">
                    <a:extLst>
                      <a:ext uri="{FF2B5EF4-FFF2-40B4-BE49-F238E27FC236}">
                        <a16:creationId xmlns:a16="http://schemas.microsoft.com/office/drawing/2014/main" id="{78DDCA87-91A7-9BE2-F544-045F3008461B}"/>
                      </a:ext>
                    </a:extLst>
                  </p:cNvPr>
                  <p:cNvSpPr/>
                  <p:nvPr/>
                </p:nvSpPr>
                <p:spPr>
                  <a:xfrm>
                    <a:off x="8239879" y="1988930"/>
                    <a:ext cx="432000" cy="36007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249" name="Ellipse 248">
                    <a:extLst>
                      <a:ext uri="{FF2B5EF4-FFF2-40B4-BE49-F238E27FC236}">
                        <a16:creationId xmlns:a16="http://schemas.microsoft.com/office/drawing/2014/main" id="{C8FEDBC0-4EE1-2614-DAC6-3ECFC6BB0293}"/>
                      </a:ext>
                    </a:extLst>
                  </p:cNvPr>
                  <p:cNvSpPr/>
                  <p:nvPr/>
                </p:nvSpPr>
                <p:spPr>
                  <a:xfrm>
                    <a:off x="8425789" y="2007818"/>
                    <a:ext cx="144000" cy="14400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50" name="Ellipse 249">
                    <a:extLst>
                      <a:ext uri="{FF2B5EF4-FFF2-40B4-BE49-F238E27FC236}">
                        <a16:creationId xmlns:a16="http://schemas.microsoft.com/office/drawing/2014/main" id="{931789BD-4082-A2BF-6788-A5E50BE06651}"/>
                      </a:ext>
                    </a:extLst>
                  </p:cNvPr>
                  <p:cNvSpPr/>
                  <p:nvPr/>
                </p:nvSpPr>
                <p:spPr>
                  <a:xfrm>
                    <a:off x="8425789" y="2183993"/>
                    <a:ext cx="144000" cy="144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51" name="Rechteck 250">
                    <a:extLst>
                      <a:ext uri="{FF2B5EF4-FFF2-40B4-BE49-F238E27FC236}">
                        <a16:creationId xmlns:a16="http://schemas.microsoft.com/office/drawing/2014/main" id="{027CC4EC-8C5C-2554-75D3-7AE889556334}"/>
                      </a:ext>
                    </a:extLst>
                  </p:cNvPr>
                  <p:cNvSpPr/>
                  <p:nvPr/>
                </p:nvSpPr>
                <p:spPr>
                  <a:xfrm>
                    <a:off x="8238632" y="1989790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253" name="Rechteck 252">
                    <a:extLst>
                      <a:ext uri="{FF2B5EF4-FFF2-40B4-BE49-F238E27FC236}">
                        <a16:creationId xmlns:a16="http://schemas.microsoft.com/office/drawing/2014/main" id="{FD4BB4EC-6102-193C-E8B7-9BC009DEB251}"/>
                      </a:ext>
                    </a:extLst>
                  </p:cNvPr>
                  <p:cNvSpPr/>
                  <p:nvPr/>
                </p:nvSpPr>
                <p:spPr>
                  <a:xfrm>
                    <a:off x="8238632" y="2169550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</p:grpSp>
            <p:sp>
              <p:nvSpPr>
                <p:cNvPr id="245" name="Rechteck: abgerundete Ecken 244">
                  <a:extLst>
                    <a:ext uri="{FF2B5EF4-FFF2-40B4-BE49-F238E27FC236}">
                      <a16:creationId xmlns:a16="http://schemas.microsoft.com/office/drawing/2014/main" id="{1ECCD721-2281-375D-8FAB-1016E4F42F34}"/>
                    </a:ext>
                  </a:extLst>
                </p:cNvPr>
                <p:cNvSpPr/>
                <p:nvPr/>
              </p:nvSpPr>
              <p:spPr>
                <a:xfrm>
                  <a:off x="10021397" y="863494"/>
                  <a:ext cx="90000" cy="1023345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6" name="Rechteck: abgerundete Ecken 245">
                  <a:extLst>
                    <a:ext uri="{FF2B5EF4-FFF2-40B4-BE49-F238E27FC236}">
                      <a16:creationId xmlns:a16="http://schemas.microsoft.com/office/drawing/2014/main" id="{CBB7478E-2F1D-F29E-1F20-A94507982AAD}"/>
                    </a:ext>
                  </a:extLst>
                </p:cNvPr>
                <p:cNvSpPr/>
                <p:nvPr/>
              </p:nvSpPr>
              <p:spPr>
                <a:xfrm>
                  <a:off x="9836053" y="863494"/>
                  <a:ext cx="90000" cy="1023345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7" name="Textfeld 246">
                  <a:extLst>
                    <a:ext uri="{FF2B5EF4-FFF2-40B4-BE49-F238E27FC236}">
                      <a16:creationId xmlns:a16="http://schemas.microsoft.com/office/drawing/2014/main" id="{B63E435F-5F69-D41B-53F6-24D0C1DB8226}"/>
                    </a:ext>
                  </a:extLst>
                </p:cNvPr>
                <p:cNvSpPr txBox="1"/>
                <p:nvPr/>
              </p:nvSpPr>
              <p:spPr>
                <a:xfrm>
                  <a:off x="10682199" y="2582581"/>
                  <a:ext cx="47641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GND</a:t>
                  </a: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1744986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9" name="Gerader Verbinder 498">
            <a:extLst>
              <a:ext uri="{FF2B5EF4-FFF2-40B4-BE49-F238E27FC236}">
                <a16:creationId xmlns:a16="http://schemas.microsoft.com/office/drawing/2014/main" id="{B6760B97-8575-40CC-AE36-B67E0D6020C6}"/>
              </a:ext>
            </a:extLst>
          </p:cNvPr>
          <p:cNvCxnSpPr/>
          <p:nvPr/>
        </p:nvCxnSpPr>
        <p:spPr>
          <a:xfrm flipH="1" flipV="1">
            <a:off x="29866" y="591435"/>
            <a:ext cx="10070608" cy="226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7" name="Rechteck 886">
            <a:extLst>
              <a:ext uri="{FF2B5EF4-FFF2-40B4-BE49-F238E27FC236}">
                <a16:creationId xmlns:a16="http://schemas.microsoft.com/office/drawing/2014/main" id="{0936C8BF-5452-2854-730A-46D78FED301E}"/>
              </a:ext>
            </a:extLst>
          </p:cNvPr>
          <p:cNvSpPr/>
          <p:nvPr/>
        </p:nvSpPr>
        <p:spPr>
          <a:xfrm>
            <a:off x="0" y="104775"/>
            <a:ext cx="9794919" cy="5663793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cxnSp>
        <p:nvCxnSpPr>
          <p:cNvPr id="872" name="Gerader Verbinder 871">
            <a:extLst>
              <a:ext uri="{FF2B5EF4-FFF2-40B4-BE49-F238E27FC236}">
                <a16:creationId xmlns:a16="http://schemas.microsoft.com/office/drawing/2014/main" id="{D4CC94E6-3A64-EBD7-DBEA-CC4592F86CC9}"/>
              </a:ext>
            </a:extLst>
          </p:cNvPr>
          <p:cNvCxnSpPr>
            <a:cxnSpLocks/>
            <a:stCxn id="381" idx="0"/>
            <a:endCxn id="381" idx="2"/>
          </p:cNvCxnSpPr>
          <p:nvPr/>
        </p:nvCxnSpPr>
        <p:spPr>
          <a:xfrm>
            <a:off x="7292177" y="243393"/>
            <a:ext cx="0" cy="519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4" name="Gerader Verbinder 873">
            <a:extLst>
              <a:ext uri="{FF2B5EF4-FFF2-40B4-BE49-F238E27FC236}">
                <a16:creationId xmlns:a16="http://schemas.microsoft.com/office/drawing/2014/main" id="{90C2699E-E626-DBD3-E105-45E503E5FA92}"/>
              </a:ext>
            </a:extLst>
          </p:cNvPr>
          <p:cNvCxnSpPr>
            <a:cxnSpLocks/>
            <a:stCxn id="252" idx="0"/>
            <a:endCxn id="252" idx="2"/>
          </p:cNvCxnSpPr>
          <p:nvPr/>
        </p:nvCxnSpPr>
        <p:spPr>
          <a:xfrm>
            <a:off x="2508522" y="243393"/>
            <a:ext cx="0" cy="519630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9" name="Gruppieren 888">
            <a:extLst>
              <a:ext uri="{FF2B5EF4-FFF2-40B4-BE49-F238E27FC236}">
                <a16:creationId xmlns:a16="http://schemas.microsoft.com/office/drawing/2014/main" id="{2E249344-3560-C986-9AF3-04CA84145866}"/>
              </a:ext>
            </a:extLst>
          </p:cNvPr>
          <p:cNvGrpSpPr/>
          <p:nvPr/>
        </p:nvGrpSpPr>
        <p:grpSpPr>
          <a:xfrm>
            <a:off x="5065170" y="243393"/>
            <a:ext cx="4454013" cy="5196304"/>
            <a:chOff x="5065170" y="243393"/>
            <a:chExt cx="4454013" cy="5196304"/>
          </a:xfrm>
        </p:grpSpPr>
        <p:sp>
          <p:nvSpPr>
            <p:cNvPr id="381" name="Rechteck 380">
              <a:extLst>
                <a:ext uri="{FF2B5EF4-FFF2-40B4-BE49-F238E27FC236}">
                  <a16:creationId xmlns:a16="http://schemas.microsoft.com/office/drawing/2014/main" id="{7AF31CF0-DF37-E679-EA4A-7C595CAF8470}"/>
                </a:ext>
              </a:extLst>
            </p:cNvPr>
            <p:cNvSpPr/>
            <p:nvPr/>
          </p:nvSpPr>
          <p:spPr>
            <a:xfrm>
              <a:off x="5065170" y="243393"/>
              <a:ext cx="4454013" cy="5196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886" name="Gruppieren 885">
              <a:extLst>
                <a:ext uri="{FF2B5EF4-FFF2-40B4-BE49-F238E27FC236}">
                  <a16:creationId xmlns:a16="http://schemas.microsoft.com/office/drawing/2014/main" id="{0D4AD0E4-750D-71AC-8DCB-9CCB060ACA62}"/>
                </a:ext>
              </a:extLst>
            </p:cNvPr>
            <p:cNvGrpSpPr/>
            <p:nvPr/>
          </p:nvGrpSpPr>
          <p:grpSpPr>
            <a:xfrm>
              <a:off x="5421288" y="255405"/>
              <a:ext cx="3466968" cy="4863247"/>
              <a:chOff x="5421288" y="255405"/>
              <a:chExt cx="3466968" cy="4863247"/>
            </a:xfrm>
          </p:grpSpPr>
          <p:sp>
            <p:nvSpPr>
              <p:cNvPr id="225" name="Textfeld 224">
                <a:extLst>
                  <a:ext uri="{FF2B5EF4-FFF2-40B4-BE49-F238E27FC236}">
                    <a16:creationId xmlns:a16="http://schemas.microsoft.com/office/drawing/2014/main" id="{18530C8C-4C76-E2A2-88AF-27093A8ACBEE}"/>
                  </a:ext>
                </a:extLst>
              </p:cNvPr>
              <p:cNvSpPr txBox="1"/>
              <p:nvPr/>
            </p:nvSpPr>
            <p:spPr>
              <a:xfrm>
                <a:off x="6034353" y="255405"/>
                <a:ext cx="3337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F1</a:t>
                </a:r>
              </a:p>
            </p:txBody>
          </p:sp>
          <p:sp>
            <p:nvSpPr>
              <p:cNvPr id="226" name="Textfeld 225">
                <a:extLst>
                  <a:ext uri="{FF2B5EF4-FFF2-40B4-BE49-F238E27FC236}">
                    <a16:creationId xmlns:a16="http://schemas.microsoft.com/office/drawing/2014/main" id="{4D2CF59C-21A6-3073-E6C0-B7EAEBB19460}"/>
                  </a:ext>
                </a:extLst>
              </p:cNvPr>
              <p:cNvSpPr txBox="1"/>
              <p:nvPr/>
            </p:nvSpPr>
            <p:spPr>
              <a:xfrm>
                <a:off x="8227765" y="258964"/>
                <a:ext cx="3337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1200" dirty="0"/>
                  <a:t>F2</a:t>
                </a:r>
              </a:p>
            </p:txBody>
          </p:sp>
          <p:grpSp>
            <p:nvGrpSpPr>
              <p:cNvPr id="885" name="Gruppieren 884">
                <a:extLst>
                  <a:ext uri="{FF2B5EF4-FFF2-40B4-BE49-F238E27FC236}">
                    <a16:creationId xmlns:a16="http://schemas.microsoft.com/office/drawing/2014/main" id="{4D2AE1D0-0880-71FB-69EE-CD4BA6BDA795}"/>
                  </a:ext>
                </a:extLst>
              </p:cNvPr>
              <p:cNvGrpSpPr/>
              <p:nvPr/>
            </p:nvGrpSpPr>
            <p:grpSpPr>
              <a:xfrm>
                <a:off x="5421288" y="389811"/>
                <a:ext cx="3466968" cy="4728841"/>
                <a:chOff x="5421288" y="389811"/>
                <a:chExt cx="3466968" cy="4728841"/>
              </a:xfrm>
            </p:grpSpPr>
            <p:sp>
              <p:nvSpPr>
                <p:cNvPr id="208" name="Rechteck 207">
                  <a:extLst>
                    <a:ext uri="{FF2B5EF4-FFF2-40B4-BE49-F238E27FC236}">
                      <a16:creationId xmlns:a16="http://schemas.microsoft.com/office/drawing/2014/main" id="{73BE0DF1-1CDB-F1AD-A487-6AA00CCF2B67}"/>
                    </a:ext>
                  </a:extLst>
                </p:cNvPr>
                <p:cNvSpPr/>
                <p:nvPr/>
              </p:nvSpPr>
              <p:spPr>
                <a:xfrm>
                  <a:off x="5744792" y="608313"/>
                  <a:ext cx="3077803" cy="2627243"/>
                </a:xfrm>
                <a:prstGeom prst="rect">
                  <a:avLst/>
                </a:prstGeom>
                <a:solidFill>
                  <a:srgbClr val="FFFF00">
                    <a:alpha val="55000"/>
                  </a:srgbClr>
                </a:solidFill>
                <a:ln w="12700">
                  <a:solidFill>
                    <a:srgbClr val="FFFF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grpSp>
              <p:nvGrpSpPr>
                <p:cNvPr id="209" name="Gruppieren 208">
                  <a:extLst>
                    <a:ext uri="{FF2B5EF4-FFF2-40B4-BE49-F238E27FC236}">
                      <a16:creationId xmlns:a16="http://schemas.microsoft.com/office/drawing/2014/main" id="{B106057A-61E6-9D6F-EA27-5C9221B1FF53}"/>
                    </a:ext>
                  </a:extLst>
                </p:cNvPr>
                <p:cNvGrpSpPr/>
                <p:nvPr/>
              </p:nvGrpSpPr>
              <p:grpSpPr>
                <a:xfrm rot="5400000">
                  <a:off x="8474657" y="712159"/>
                  <a:ext cx="343998" cy="255825"/>
                  <a:chOff x="7585604" y="3312027"/>
                  <a:chExt cx="343998" cy="255825"/>
                </a:xfrm>
              </p:grpSpPr>
              <p:sp>
                <p:nvSpPr>
                  <p:cNvPr id="380" name="Rechteck 379">
                    <a:extLst>
                      <a:ext uri="{FF2B5EF4-FFF2-40B4-BE49-F238E27FC236}">
                        <a16:creationId xmlns:a16="http://schemas.microsoft.com/office/drawing/2014/main" id="{44387B66-B08E-55B6-1D4D-B9A43F63BFF8}"/>
                      </a:ext>
                    </a:extLst>
                  </p:cNvPr>
                  <p:cNvSpPr/>
                  <p:nvPr/>
                </p:nvSpPr>
                <p:spPr>
                  <a:xfrm>
                    <a:off x="7585605" y="3312027"/>
                    <a:ext cx="343997" cy="25582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382" name="Gruppieren 381">
                    <a:extLst>
                      <a:ext uri="{FF2B5EF4-FFF2-40B4-BE49-F238E27FC236}">
                        <a16:creationId xmlns:a16="http://schemas.microsoft.com/office/drawing/2014/main" id="{EF7AD1C4-9A51-602C-49F3-09DD82D302EE}"/>
                      </a:ext>
                    </a:extLst>
                  </p:cNvPr>
                  <p:cNvGrpSpPr/>
                  <p:nvPr/>
                </p:nvGrpSpPr>
                <p:grpSpPr>
                  <a:xfrm>
                    <a:off x="7585604" y="3453153"/>
                    <a:ext cx="343998" cy="114699"/>
                    <a:chOff x="7599557" y="3453153"/>
                    <a:chExt cx="343998" cy="114699"/>
                  </a:xfrm>
                  <a:solidFill>
                    <a:schemeClr val="bg1"/>
                  </a:solidFill>
                </p:grpSpPr>
                <p:sp>
                  <p:nvSpPr>
                    <p:cNvPr id="862" name="Rechteck 861">
                      <a:extLst>
                        <a:ext uri="{FF2B5EF4-FFF2-40B4-BE49-F238E27FC236}">
                          <a16:creationId xmlns:a16="http://schemas.microsoft.com/office/drawing/2014/main" id="{EEBE05EB-B205-E091-A5C5-04547C7ED24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99557" y="3453153"/>
                      <a:ext cx="343998" cy="5099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863" name="Rechteck 862">
                      <a:extLst>
                        <a:ext uri="{FF2B5EF4-FFF2-40B4-BE49-F238E27FC236}">
                          <a16:creationId xmlns:a16="http://schemas.microsoft.com/office/drawing/2014/main" id="{2CE82CFB-8A8D-8664-DCCB-89382FC225D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735267" y="3513142"/>
                      <a:ext cx="63701" cy="45719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</p:grpSp>
              <p:sp>
                <p:nvSpPr>
                  <p:cNvPr id="383" name="Rechteck 382">
                    <a:extLst>
                      <a:ext uri="{FF2B5EF4-FFF2-40B4-BE49-F238E27FC236}">
                        <a16:creationId xmlns:a16="http://schemas.microsoft.com/office/drawing/2014/main" id="{0DDAEBDA-416C-6BEE-9506-F90933CE8D8E}"/>
                      </a:ext>
                    </a:extLst>
                  </p:cNvPr>
                  <p:cNvSpPr/>
                  <p:nvPr/>
                </p:nvSpPr>
                <p:spPr>
                  <a:xfrm>
                    <a:off x="7790605" y="3413534"/>
                    <a:ext cx="45720" cy="54469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861" name="Rechteck 860">
                    <a:extLst>
                      <a:ext uri="{FF2B5EF4-FFF2-40B4-BE49-F238E27FC236}">
                        <a16:creationId xmlns:a16="http://schemas.microsoft.com/office/drawing/2014/main" id="{BDB1452A-9927-6AC9-9243-CECDF0CC6BBA}"/>
                      </a:ext>
                    </a:extLst>
                  </p:cNvPr>
                  <p:cNvSpPr/>
                  <p:nvPr/>
                </p:nvSpPr>
                <p:spPr>
                  <a:xfrm>
                    <a:off x="7674468" y="3413534"/>
                    <a:ext cx="45720" cy="54469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210" name="Gruppieren 209">
                  <a:extLst>
                    <a:ext uri="{FF2B5EF4-FFF2-40B4-BE49-F238E27FC236}">
                      <a16:creationId xmlns:a16="http://schemas.microsoft.com/office/drawing/2014/main" id="{66376E94-1262-84B2-0A6F-0F2C636D0B7F}"/>
                    </a:ext>
                  </a:extLst>
                </p:cNvPr>
                <p:cNvGrpSpPr/>
                <p:nvPr/>
              </p:nvGrpSpPr>
              <p:grpSpPr>
                <a:xfrm rot="5400000">
                  <a:off x="7953077" y="712159"/>
                  <a:ext cx="343998" cy="255825"/>
                  <a:chOff x="7585604" y="3312027"/>
                  <a:chExt cx="343998" cy="255825"/>
                </a:xfrm>
              </p:grpSpPr>
              <p:sp>
                <p:nvSpPr>
                  <p:cNvPr id="374" name="Rechteck 373">
                    <a:extLst>
                      <a:ext uri="{FF2B5EF4-FFF2-40B4-BE49-F238E27FC236}">
                        <a16:creationId xmlns:a16="http://schemas.microsoft.com/office/drawing/2014/main" id="{D6B4634A-CA15-3D17-0CFE-24003A464CF3}"/>
                      </a:ext>
                    </a:extLst>
                  </p:cNvPr>
                  <p:cNvSpPr/>
                  <p:nvPr/>
                </p:nvSpPr>
                <p:spPr>
                  <a:xfrm>
                    <a:off x="7585605" y="3312027"/>
                    <a:ext cx="343997" cy="25582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375" name="Gruppieren 374">
                    <a:extLst>
                      <a:ext uri="{FF2B5EF4-FFF2-40B4-BE49-F238E27FC236}">
                        <a16:creationId xmlns:a16="http://schemas.microsoft.com/office/drawing/2014/main" id="{B198DFB6-2843-D81F-D546-A8401C5CB309}"/>
                      </a:ext>
                    </a:extLst>
                  </p:cNvPr>
                  <p:cNvGrpSpPr/>
                  <p:nvPr/>
                </p:nvGrpSpPr>
                <p:grpSpPr>
                  <a:xfrm>
                    <a:off x="7585604" y="3453153"/>
                    <a:ext cx="343998" cy="114699"/>
                    <a:chOff x="7599557" y="3453153"/>
                    <a:chExt cx="343998" cy="114699"/>
                  </a:xfrm>
                  <a:solidFill>
                    <a:schemeClr val="bg1"/>
                  </a:solidFill>
                </p:grpSpPr>
                <p:sp>
                  <p:nvSpPr>
                    <p:cNvPr id="378" name="Rechteck 377">
                      <a:extLst>
                        <a:ext uri="{FF2B5EF4-FFF2-40B4-BE49-F238E27FC236}">
                          <a16:creationId xmlns:a16="http://schemas.microsoft.com/office/drawing/2014/main" id="{7E3AD842-B0E2-A64B-8C87-9C19C38B02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99557" y="3453153"/>
                      <a:ext cx="343998" cy="5099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379" name="Rechteck 378">
                      <a:extLst>
                        <a:ext uri="{FF2B5EF4-FFF2-40B4-BE49-F238E27FC236}">
                          <a16:creationId xmlns:a16="http://schemas.microsoft.com/office/drawing/2014/main" id="{182C1879-540D-9F83-D7C5-4E46948CD724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735267" y="3513142"/>
                      <a:ext cx="63701" cy="45719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</p:grpSp>
              <p:sp>
                <p:nvSpPr>
                  <p:cNvPr id="376" name="Rechteck 375">
                    <a:extLst>
                      <a:ext uri="{FF2B5EF4-FFF2-40B4-BE49-F238E27FC236}">
                        <a16:creationId xmlns:a16="http://schemas.microsoft.com/office/drawing/2014/main" id="{38326334-69A8-C467-43AA-A5548050EFDB}"/>
                      </a:ext>
                    </a:extLst>
                  </p:cNvPr>
                  <p:cNvSpPr/>
                  <p:nvPr/>
                </p:nvSpPr>
                <p:spPr>
                  <a:xfrm>
                    <a:off x="7790605" y="3413534"/>
                    <a:ext cx="45720" cy="54469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77" name="Rechteck 376">
                    <a:extLst>
                      <a:ext uri="{FF2B5EF4-FFF2-40B4-BE49-F238E27FC236}">
                        <a16:creationId xmlns:a16="http://schemas.microsoft.com/office/drawing/2014/main" id="{139518D1-B672-8973-DD0D-D544BD655FE6}"/>
                      </a:ext>
                    </a:extLst>
                  </p:cNvPr>
                  <p:cNvSpPr/>
                  <p:nvPr/>
                </p:nvSpPr>
                <p:spPr>
                  <a:xfrm>
                    <a:off x="7674468" y="3413534"/>
                    <a:ext cx="45720" cy="54469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211" name="Gruppieren 210">
                  <a:extLst>
                    <a:ext uri="{FF2B5EF4-FFF2-40B4-BE49-F238E27FC236}">
                      <a16:creationId xmlns:a16="http://schemas.microsoft.com/office/drawing/2014/main" id="{40377F04-EDAE-4249-7B49-105D13EEB0C0}"/>
                    </a:ext>
                  </a:extLst>
                </p:cNvPr>
                <p:cNvGrpSpPr/>
                <p:nvPr/>
              </p:nvGrpSpPr>
              <p:grpSpPr>
                <a:xfrm rot="5400000">
                  <a:off x="7621766" y="712159"/>
                  <a:ext cx="343998" cy="255825"/>
                  <a:chOff x="7585604" y="3312027"/>
                  <a:chExt cx="343998" cy="255825"/>
                </a:xfrm>
              </p:grpSpPr>
              <p:sp>
                <p:nvSpPr>
                  <p:cNvPr id="368" name="Rechteck 367">
                    <a:extLst>
                      <a:ext uri="{FF2B5EF4-FFF2-40B4-BE49-F238E27FC236}">
                        <a16:creationId xmlns:a16="http://schemas.microsoft.com/office/drawing/2014/main" id="{CF398754-0014-1E39-9A20-CE3D3EAF1CD2}"/>
                      </a:ext>
                    </a:extLst>
                  </p:cNvPr>
                  <p:cNvSpPr/>
                  <p:nvPr/>
                </p:nvSpPr>
                <p:spPr>
                  <a:xfrm>
                    <a:off x="7585605" y="3312027"/>
                    <a:ext cx="343997" cy="25582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369" name="Gruppieren 368">
                    <a:extLst>
                      <a:ext uri="{FF2B5EF4-FFF2-40B4-BE49-F238E27FC236}">
                        <a16:creationId xmlns:a16="http://schemas.microsoft.com/office/drawing/2014/main" id="{ABA0FD5E-9A88-A018-8A91-B7E667FE94D8}"/>
                      </a:ext>
                    </a:extLst>
                  </p:cNvPr>
                  <p:cNvGrpSpPr/>
                  <p:nvPr/>
                </p:nvGrpSpPr>
                <p:grpSpPr>
                  <a:xfrm>
                    <a:off x="7585604" y="3453153"/>
                    <a:ext cx="343998" cy="114699"/>
                    <a:chOff x="7599557" y="3453153"/>
                    <a:chExt cx="343998" cy="114699"/>
                  </a:xfrm>
                  <a:solidFill>
                    <a:schemeClr val="bg1"/>
                  </a:solidFill>
                </p:grpSpPr>
                <p:sp>
                  <p:nvSpPr>
                    <p:cNvPr id="372" name="Rechteck 371">
                      <a:extLst>
                        <a:ext uri="{FF2B5EF4-FFF2-40B4-BE49-F238E27FC236}">
                          <a16:creationId xmlns:a16="http://schemas.microsoft.com/office/drawing/2014/main" id="{B82FC72A-14F5-B4BE-9CC6-D56CAB11EA2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99557" y="3453153"/>
                      <a:ext cx="343998" cy="5099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373" name="Rechteck 372">
                      <a:extLst>
                        <a:ext uri="{FF2B5EF4-FFF2-40B4-BE49-F238E27FC236}">
                          <a16:creationId xmlns:a16="http://schemas.microsoft.com/office/drawing/2014/main" id="{32AF3DF9-C712-43F0-34F6-4695FAEE0ADA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735267" y="3513142"/>
                      <a:ext cx="63701" cy="45719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</p:grpSp>
              <p:sp>
                <p:nvSpPr>
                  <p:cNvPr id="370" name="Rechteck 369">
                    <a:extLst>
                      <a:ext uri="{FF2B5EF4-FFF2-40B4-BE49-F238E27FC236}">
                        <a16:creationId xmlns:a16="http://schemas.microsoft.com/office/drawing/2014/main" id="{FFEB723B-EA6D-7042-41B9-F0C899963B69}"/>
                      </a:ext>
                    </a:extLst>
                  </p:cNvPr>
                  <p:cNvSpPr/>
                  <p:nvPr/>
                </p:nvSpPr>
                <p:spPr>
                  <a:xfrm>
                    <a:off x="7790605" y="3413534"/>
                    <a:ext cx="45720" cy="54469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71" name="Rechteck 370">
                    <a:extLst>
                      <a:ext uri="{FF2B5EF4-FFF2-40B4-BE49-F238E27FC236}">
                        <a16:creationId xmlns:a16="http://schemas.microsoft.com/office/drawing/2014/main" id="{174F4371-9B84-C73E-2268-076AB5B86966}"/>
                      </a:ext>
                    </a:extLst>
                  </p:cNvPr>
                  <p:cNvSpPr/>
                  <p:nvPr/>
                </p:nvSpPr>
                <p:spPr>
                  <a:xfrm>
                    <a:off x="7674468" y="3413534"/>
                    <a:ext cx="45720" cy="54469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212" name="Gruppieren 211">
                  <a:extLst>
                    <a:ext uri="{FF2B5EF4-FFF2-40B4-BE49-F238E27FC236}">
                      <a16:creationId xmlns:a16="http://schemas.microsoft.com/office/drawing/2014/main" id="{46186C0E-4B1C-EFF3-BAA8-5BB8457CB93E}"/>
                    </a:ext>
                  </a:extLst>
                </p:cNvPr>
                <p:cNvGrpSpPr/>
                <p:nvPr/>
              </p:nvGrpSpPr>
              <p:grpSpPr>
                <a:xfrm rot="5400000">
                  <a:off x="7290455" y="712159"/>
                  <a:ext cx="343998" cy="255825"/>
                  <a:chOff x="7585604" y="3312027"/>
                  <a:chExt cx="343998" cy="255825"/>
                </a:xfrm>
              </p:grpSpPr>
              <p:sp>
                <p:nvSpPr>
                  <p:cNvPr id="362" name="Rechteck 361">
                    <a:extLst>
                      <a:ext uri="{FF2B5EF4-FFF2-40B4-BE49-F238E27FC236}">
                        <a16:creationId xmlns:a16="http://schemas.microsoft.com/office/drawing/2014/main" id="{001BD035-6D62-60B6-6199-AF1862B0926A}"/>
                      </a:ext>
                    </a:extLst>
                  </p:cNvPr>
                  <p:cNvSpPr/>
                  <p:nvPr/>
                </p:nvSpPr>
                <p:spPr>
                  <a:xfrm>
                    <a:off x="7585605" y="3312027"/>
                    <a:ext cx="343997" cy="25582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363" name="Gruppieren 362">
                    <a:extLst>
                      <a:ext uri="{FF2B5EF4-FFF2-40B4-BE49-F238E27FC236}">
                        <a16:creationId xmlns:a16="http://schemas.microsoft.com/office/drawing/2014/main" id="{14878A4C-6C72-A045-CD59-B490EF403787}"/>
                      </a:ext>
                    </a:extLst>
                  </p:cNvPr>
                  <p:cNvGrpSpPr/>
                  <p:nvPr/>
                </p:nvGrpSpPr>
                <p:grpSpPr>
                  <a:xfrm>
                    <a:off x="7585604" y="3453153"/>
                    <a:ext cx="343998" cy="114699"/>
                    <a:chOff x="7599557" y="3453153"/>
                    <a:chExt cx="343998" cy="114699"/>
                  </a:xfrm>
                  <a:solidFill>
                    <a:schemeClr val="bg1"/>
                  </a:solidFill>
                </p:grpSpPr>
                <p:sp>
                  <p:nvSpPr>
                    <p:cNvPr id="366" name="Rechteck 365">
                      <a:extLst>
                        <a:ext uri="{FF2B5EF4-FFF2-40B4-BE49-F238E27FC236}">
                          <a16:creationId xmlns:a16="http://schemas.microsoft.com/office/drawing/2014/main" id="{3558B23F-D96A-1153-E941-AD7D9656BE9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99557" y="3453153"/>
                      <a:ext cx="343998" cy="5099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367" name="Rechteck 366">
                      <a:extLst>
                        <a:ext uri="{FF2B5EF4-FFF2-40B4-BE49-F238E27FC236}">
                          <a16:creationId xmlns:a16="http://schemas.microsoft.com/office/drawing/2014/main" id="{3108B3B5-3D83-2AED-9DAD-09A9DD03CBF1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735267" y="3513142"/>
                      <a:ext cx="63701" cy="45719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</p:grpSp>
              <p:sp>
                <p:nvSpPr>
                  <p:cNvPr id="364" name="Rechteck 363">
                    <a:extLst>
                      <a:ext uri="{FF2B5EF4-FFF2-40B4-BE49-F238E27FC236}">
                        <a16:creationId xmlns:a16="http://schemas.microsoft.com/office/drawing/2014/main" id="{0649EE53-BB24-97D3-47E8-CD889939A26A}"/>
                      </a:ext>
                    </a:extLst>
                  </p:cNvPr>
                  <p:cNvSpPr/>
                  <p:nvPr/>
                </p:nvSpPr>
                <p:spPr>
                  <a:xfrm>
                    <a:off x="7790605" y="3413534"/>
                    <a:ext cx="45720" cy="54469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65" name="Rechteck 364">
                    <a:extLst>
                      <a:ext uri="{FF2B5EF4-FFF2-40B4-BE49-F238E27FC236}">
                        <a16:creationId xmlns:a16="http://schemas.microsoft.com/office/drawing/2014/main" id="{3795208C-0FE5-ED7A-4C71-B0AB43FADBB1}"/>
                      </a:ext>
                    </a:extLst>
                  </p:cNvPr>
                  <p:cNvSpPr/>
                  <p:nvPr/>
                </p:nvSpPr>
                <p:spPr>
                  <a:xfrm>
                    <a:off x="7674468" y="3413534"/>
                    <a:ext cx="45720" cy="54469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213" name="Gruppieren 212">
                  <a:extLst>
                    <a:ext uri="{FF2B5EF4-FFF2-40B4-BE49-F238E27FC236}">
                      <a16:creationId xmlns:a16="http://schemas.microsoft.com/office/drawing/2014/main" id="{E0AFAC53-D567-6585-CD08-1BC71AFDF8E5}"/>
                    </a:ext>
                  </a:extLst>
                </p:cNvPr>
                <p:cNvGrpSpPr/>
                <p:nvPr/>
              </p:nvGrpSpPr>
              <p:grpSpPr>
                <a:xfrm rot="5400000">
                  <a:off x="6959144" y="712159"/>
                  <a:ext cx="343998" cy="255825"/>
                  <a:chOff x="7585604" y="3312027"/>
                  <a:chExt cx="343998" cy="255825"/>
                </a:xfrm>
              </p:grpSpPr>
              <p:sp>
                <p:nvSpPr>
                  <p:cNvPr id="356" name="Rechteck 355">
                    <a:extLst>
                      <a:ext uri="{FF2B5EF4-FFF2-40B4-BE49-F238E27FC236}">
                        <a16:creationId xmlns:a16="http://schemas.microsoft.com/office/drawing/2014/main" id="{B4FA2D47-5B5A-C3A9-93ED-B42A0AD04EC3}"/>
                      </a:ext>
                    </a:extLst>
                  </p:cNvPr>
                  <p:cNvSpPr/>
                  <p:nvPr/>
                </p:nvSpPr>
                <p:spPr>
                  <a:xfrm>
                    <a:off x="7585605" y="3312027"/>
                    <a:ext cx="343997" cy="25582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357" name="Gruppieren 356">
                    <a:extLst>
                      <a:ext uri="{FF2B5EF4-FFF2-40B4-BE49-F238E27FC236}">
                        <a16:creationId xmlns:a16="http://schemas.microsoft.com/office/drawing/2014/main" id="{83C17A66-F896-56B4-F14A-0C7C84B933BB}"/>
                      </a:ext>
                    </a:extLst>
                  </p:cNvPr>
                  <p:cNvGrpSpPr/>
                  <p:nvPr/>
                </p:nvGrpSpPr>
                <p:grpSpPr>
                  <a:xfrm>
                    <a:off x="7585604" y="3453153"/>
                    <a:ext cx="343998" cy="114699"/>
                    <a:chOff x="7599557" y="3453153"/>
                    <a:chExt cx="343998" cy="114699"/>
                  </a:xfrm>
                  <a:solidFill>
                    <a:schemeClr val="bg1"/>
                  </a:solidFill>
                </p:grpSpPr>
                <p:sp>
                  <p:nvSpPr>
                    <p:cNvPr id="360" name="Rechteck 359">
                      <a:extLst>
                        <a:ext uri="{FF2B5EF4-FFF2-40B4-BE49-F238E27FC236}">
                          <a16:creationId xmlns:a16="http://schemas.microsoft.com/office/drawing/2014/main" id="{E05B4D0F-F2EC-4251-2759-751B0B53015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99557" y="3453153"/>
                      <a:ext cx="343998" cy="5099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361" name="Rechteck 360">
                      <a:extLst>
                        <a:ext uri="{FF2B5EF4-FFF2-40B4-BE49-F238E27FC236}">
                          <a16:creationId xmlns:a16="http://schemas.microsoft.com/office/drawing/2014/main" id="{D6B8142A-C2EC-EEAC-378C-DF8FDCB54CA9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735267" y="3513142"/>
                      <a:ext cx="63701" cy="45719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</p:grpSp>
              <p:sp>
                <p:nvSpPr>
                  <p:cNvPr id="358" name="Rechteck 357">
                    <a:extLst>
                      <a:ext uri="{FF2B5EF4-FFF2-40B4-BE49-F238E27FC236}">
                        <a16:creationId xmlns:a16="http://schemas.microsoft.com/office/drawing/2014/main" id="{8A73B02E-1DFE-B0C8-3969-A6892BD0E36B}"/>
                      </a:ext>
                    </a:extLst>
                  </p:cNvPr>
                  <p:cNvSpPr/>
                  <p:nvPr/>
                </p:nvSpPr>
                <p:spPr>
                  <a:xfrm>
                    <a:off x="7790605" y="3413534"/>
                    <a:ext cx="45720" cy="54469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59" name="Rechteck 358">
                    <a:extLst>
                      <a:ext uri="{FF2B5EF4-FFF2-40B4-BE49-F238E27FC236}">
                        <a16:creationId xmlns:a16="http://schemas.microsoft.com/office/drawing/2014/main" id="{0D5312A2-02C9-B054-13A7-6F3697C9E45D}"/>
                      </a:ext>
                    </a:extLst>
                  </p:cNvPr>
                  <p:cNvSpPr/>
                  <p:nvPr/>
                </p:nvSpPr>
                <p:spPr>
                  <a:xfrm>
                    <a:off x="7674468" y="3413534"/>
                    <a:ext cx="45720" cy="54469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214" name="Gruppieren 213">
                  <a:extLst>
                    <a:ext uri="{FF2B5EF4-FFF2-40B4-BE49-F238E27FC236}">
                      <a16:creationId xmlns:a16="http://schemas.microsoft.com/office/drawing/2014/main" id="{E2643C8D-9F80-163D-F862-51AE6992BAC5}"/>
                    </a:ext>
                  </a:extLst>
                </p:cNvPr>
                <p:cNvGrpSpPr/>
                <p:nvPr/>
              </p:nvGrpSpPr>
              <p:grpSpPr>
                <a:xfrm rot="5400000">
                  <a:off x="6627833" y="712159"/>
                  <a:ext cx="343998" cy="255825"/>
                  <a:chOff x="7585604" y="3312027"/>
                  <a:chExt cx="343998" cy="255825"/>
                </a:xfrm>
              </p:grpSpPr>
              <p:sp>
                <p:nvSpPr>
                  <p:cNvPr id="350" name="Rechteck 349">
                    <a:extLst>
                      <a:ext uri="{FF2B5EF4-FFF2-40B4-BE49-F238E27FC236}">
                        <a16:creationId xmlns:a16="http://schemas.microsoft.com/office/drawing/2014/main" id="{ED1D0EE7-4C60-F411-559C-3EB4615F78F9}"/>
                      </a:ext>
                    </a:extLst>
                  </p:cNvPr>
                  <p:cNvSpPr/>
                  <p:nvPr/>
                </p:nvSpPr>
                <p:spPr>
                  <a:xfrm>
                    <a:off x="7585605" y="3312027"/>
                    <a:ext cx="343997" cy="25582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351" name="Gruppieren 350">
                    <a:extLst>
                      <a:ext uri="{FF2B5EF4-FFF2-40B4-BE49-F238E27FC236}">
                        <a16:creationId xmlns:a16="http://schemas.microsoft.com/office/drawing/2014/main" id="{00C5A0D7-569A-E7B4-BA3A-618CCD2FF26E}"/>
                      </a:ext>
                    </a:extLst>
                  </p:cNvPr>
                  <p:cNvGrpSpPr/>
                  <p:nvPr/>
                </p:nvGrpSpPr>
                <p:grpSpPr>
                  <a:xfrm>
                    <a:off x="7585604" y="3453153"/>
                    <a:ext cx="343998" cy="114699"/>
                    <a:chOff x="7599557" y="3453153"/>
                    <a:chExt cx="343998" cy="114699"/>
                  </a:xfrm>
                  <a:solidFill>
                    <a:schemeClr val="bg1"/>
                  </a:solidFill>
                </p:grpSpPr>
                <p:sp>
                  <p:nvSpPr>
                    <p:cNvPr id="354" name="Rechteck 353">
                      <a:extLst>
                        <a:ext uri="{FF2B5EF4-FFF2-40B4-BE49-F238E27FC236}">
                          <a16:creationId xmlns:a16="http://schemas.microsoft.com/office/drawing/2014/main" id="{610B8710-D865-ECA6-BEBE-81BB0ED003A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99557" y="3453153"/>
                      <a:ext cx="343998" cy="5099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355" name="Rechteck 354">
                      <a:extLst>
                        <a:ext uri="{FF2B5EF4-FFF2-40B4-BE49-F238E27FC236}">
                          <a16:creationId xmlns:a16="http://schemas.microsoft.com/office/drawing/2014/main" id="{7325EA68-31F1-8E8E-EF63-A0AF0C48C5D1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735267" y="3513142"/>
                      <a:ext cx="63701" cy="45719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</p:grpSp>
              <p:sp>
                <p:nvSpPr>
                  <p:cNvPr id="352" name="Rechteck 351">
                    <a:extLst>
                      <a:ext uri="{FF2B5EF4-FFF2-40B4-BE49-F238E27FC236}">
                        <a16:creationId xmlns:a16="http://schemas.microsoft.com/office/drawing/2014/main" id="{EC3B538E-CA21-B298-6318-805055DC2799}"/>
                      </a:ext>
                    </a:extLst>
                  </p:cNvPr>
                  <p:cNvSpPr/>
                  <p:nvPr/>
                </p:nvSpPr>
                <p:spPr>
                  <a:xfrm>
                    <a:off x="7790605" y="3413534"/>
                    <a:ext cx="45720" cy="54469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53" name="Rechteck 352">
                    <a:extLst>
                      <a:ext uri="{FF2B5EF4-FFF2-40B4-BE49-F238E27FC236}">
                        <a16:creationId xmlns:a16="http://schemas.microsoft.com/office/drawing/2014/main" id="{6BABAA9F-D533-3DC6-9D0A-A2D287CEFB7E}"/>
                      </a:ext>
                    </a:extLst>
                  </p:cNvPr>
                  <p:cNvSpPr/>
                  <p:nvPr/>
                </p:nvSpPr>
                <p:spPr>
                  <a:xfrm>
                    <a:off x="7674468" y="3413534"/>
                    <a:ext cx="45720" cy="54469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grpSp>
              <p:nvGrpSpPr>
                <p:cNvPr id="215" name="Gruppieren 214">
                  <a:extLst>
                    <a:ext uri="{FF2B5EF4-FFF2-40B4-BE49-F238E27FC236}">
                      <a16:creationId xmlns:a16="http://schemas.microsoft.com/office/drawing/2014/main" id="{49DC7983-8B90-D9DC-3735-23AAFB205B4D}"/>
                    </a:ext>
                  </a:extLst>
                </p:cNvPr>
                <p:cNvGrpSpPr/>
                <p:nvPr/>
              </p:nvGrpSpPr>
              <p:grpSpPr>
                <a:xfrm rot="5400000">
                  <a:off x="6296522" y="712159"/>
                  <a:ext cx="343998" cy="255825"/>
                  <a:chOff x="7585604" y="3312027"/>
                  <a:chExt cx="343998" cy="255825"/>
                </a:xfrm>
              </p:grpSpPr>
              <p:sp>
                <p:nvSpPr>
                  <p:cNvPr id="344" name="Rechteck 343">
                    <a:extLst>
                      <a:ext uri="{FF2B5EF4-FFF2-40B4-BE49-F238E27FC236}">
                        <a16:creationId xmlns:a16="http://schemas.microsoft.com/office/drawing/2014/main" id="{80A3BE27-87CB-8002-3FE3-AF7D72D3C12C}"/>
                      </a:ext>
                    </a:extLst>
                  </p:cNvPr>
                  <p:cNvSpPr/>
                  <p:nvPr/>
                </p:nvSpPr>
                <p:spPr>
                  <a:xfrm>
                    <a:off x="7585605" y="3312027"/>
                    <a:ext cx="343997" cy="255825"/>
                  </a:xfrm>
                  <a:prstGeom prst="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grpSp>
                <p:nvGrpSpPr>
                  <p:cNvPr id="345" name="Gruppieren 344">
                    <a:extLst>
                      <a:ext uri="{FF2B5EF4-FFF2-40B4-BE49-F238E27FC236}">
                        <a16:creationId xmlns:a16="http://schemas.microsoft.com/office/drawing/2014/main" id="{CC114BC2-6252-FD6A-40E8-A58EC7843A13}"/>
                      </a:ext>
                    </a:extLst>
                  </p:cNvPr>
                  <p:cNvGrpSpPr/>
                  <p:nvPr/>
                </p:nvGrpSpPr>
                <p:grpSpPr>
                  <a:xfrm>
                    <a:off x="7585604" y="3453153"/>
                    <a:ext cx="343998" cy="114699"/>
                    <a:chOff x="7599557" y="3453153"/>
                    <a:chExt cx="343998" cy="114699"/>
                  </a:xfrm>
                  <a:solidFill>
                    <a:schemeClr val="bg1"/>
                  </a:solidFill>
                </p:grpSpPr>
                <p:sp>
                  <p:nvSpPr>
                    <p:cNvPr id="348" name="Rechteck 347">
                      <a:extLst>
                        <a:ext uri="{FF2B5EF4-FFF2-40B4-BE49-F238E27FC236}">
                          <a16:creationId xmlns:a16="http://schemas.microsoft.com/office/drawing/2014/main" id="{4A43DD44-3F89-CE04-7D36-BD2B20C89C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599557" y="3453153"/>
                      <a:ext cx="343998" cy="50997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  <p:sp>
                  <p:nvSpPr>
                    <p:cNvPr id="349" name="Rechteck 348">
                      <a:extLst>
                        <a:ext uri="{FF2B5EF4-FFF2-40B4-BE49-F238E27FC236}">
                          <a16:creationId xmlns:a16="http://schemas.microsoft.com/office/drawing/2014/main" id="{1CF3500E-FC14-E01D-E22B-860387F27D0D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7735267" y="3513142"/>
                      <a:ext cx="63701" cy="45719"/>
                    </a:xfrm>
                    <a:prstGeom prst="rect">
                      <a:avLst/>
                    </a:prstGeom>
                    <a:grpFill/>
                    <a:ln>
                      <a:solidFill>
                        <a:schemeClr val="bg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/>
                    </a:p>
                  </p:txBody>
                </p:sp>
              </p:grpSp>
              <p:sp>
                <p:nvSpPr>
                  <p:cNvPr id="346" name="Rechteck 345">
                    <a:extLst>
                      <a:ext uri="{FF2B5EF4-FFF2-40B4-BE49-F238E27FC236}">
                        <a16:creationId xmlns:a16="http://schemas.microsoft.com/office/drawing/2014/main" id="{5A2CE477-AA5A-420E-EF44-C2BF0C6792CA}"/>
                      </a:ext>
                    </a:extLst>
                  </p:cNvPr>
                  <p:cNvSpPr/>
                  <p:nvPr/>
                </p:nvSpPr>
                <p:spPr>
                  <a:xfrm>
                    <a:off x="7790605" y="3413534"/>
                    <a:ext cx="45720" cy="54469"/>
                  </a:xfrm>
                  <a:prstGeom prst="rect">
                    <a:avLst/>
                  </a:prstGeom>
                  <a:solidFill>
                    <a:srgbClr val="FF000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47" name="Rechteck 346">
                    <a:extLst>
                      <a:ext uri="{FF2B5EF4-FFF2-40B4-BE49-F238E27FC236}">
                        <a16:creationId xmlns:a16="http://schemas.microsoft.com/office/drawing/2014/main" id="{0538596D-AB42-4BD6-CB58-DFD82968F358}"/>
                      </a:ext>
                    </a:extLst>
                  </p:cNvPr>
                  <p:cNvSpPr/>
                  <p:nvPr/>
                </p:nvSpPr>
                <p:spPr>
                  <a:xfrm>
                    <a:off x="7674468" y="3413534"/>
                    <a:ext cx="45720" cy="54469"/>
                  </a:xfrm>
                  <a:prstGeom prst="rect">
                    <a:avLst/>
                  </a:prstGeom>
                  <a:solidFill>
                    <a:srgbClr val="92D050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216" name="Textfeld 215">
                  <a:extLst>
                    <a:ext uri="{FF2B5EF4-FFF2-40B4-BE49-F238E27FC236}">
                      <a16:creationId xmlns:a16="http://schemas.microsoft.com/office/drawing/2014/main" id="{C46C6801-239D-0612-6AB6-C30FCF88ECE1}"/>
                    </a:ext>
                  </a:extLst>
                </p:cNvPr>
                <p:cNvSpPr txBox="1"/>
                <p:nvPr/>
              </p:nvSpPr>
              <p:spPr>
                <a:xfrm>
                  <a:off x="6294889" y="389811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A4</a:t>
                  </a:r>
                </a:p>
              </p:txBody>
            </p:sp>
            <p:sp>
              <p:nvSpPr>
                <p:cNvPr id="217" name="Textfeld 216">
                  <a:extLst>
                    <a:ext uri="{FF2B5EF4-FFF2-40B4-BE49-F238E27FC236}">
                      <a16:creationId xmlns:a16="http://schemas.microsoft.com/office/drawing/2014/main" id="{76B5D73B-776A-0F3D-C7B1-F9893BE62ADE}"/>
                    </a:ext>
                  </a:extLst>
                </p:cNvPr>
                <p:cNvSpPr txBox="1"/>
                <p:nvPr/>
              </p:nvSpPr>
              <p:spPr>
                <a:xfrm>
                  <a:off x="6618399" y="389811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A3</a:t>
                  </a:r>
                </a:p>
              </p:txBody>
            </p:sp>
            <p:sp>
              <p:nvSpPr>
                <p:cNvPr id="218" name="Textfeld 217">
                  <a:extLst>
                    <a:ext uri="{FF2B5EF4-FFF2-40B4-BE49-F238E27FC236}">
                      <a16:creationId xmlns:a16="http://schemas.microsoft.com/office/drawing/2014/main" id="{8CD3339F-EC55-D489-1198-7C5205B8A209}"/>
                    </a:ext>
                  </a:extLst>
                </p:cNvPr>
                <p:cNvSpPr txBox="1"/>
                <p:nvPr/>
              </p:nvSpPr>
              <p:spPr>
                <a:xfrm>
                  <a:off x="6951794" y="389811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A2</a:t>
                  </a:r>
                </a:p>
              </p:txBody>
            </p:sp>
            <p:sp>
              <p:nvSpPr>
                <p:cNvPr id="219" name="Textfeld 218">
                  <a:extLst>
                    <a:ext uri="{FF2B5EF4-FFF2-40B4-BE49-F238E27FC236}">
                      <a16:creationId xmlns:a16="http://schemas.microsoft.com/office/drawing/2014/main" id="{4EEDFD49-8DA6-132E-FE21-4DB24EAF09AF}"/>
                    </a:ext>
                  </a:extLst>
                </p:cNvPr>
                <p:cNvSpPr txBox="1"/>
                <p:nvPr/>
              </p:nvSpPr>
              <p:spPr>
                <a:xfrm>
                  <a:off x="7275128" y="389811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A1</a:t>
                  </a:r>
                </a:p>
              </p:txBody>
            </p:sp>
            <p:sp>
              <p:nvSpPr>
                <p:cNvPr id="220" name="Textfeld 219">
                  <a:extLst>
                    <a:ext uri="{FF2B5EF4-FFF2-40B4-BE49-F238E27FC236}">
                      <a16:creationId xmlns:a16="http://schemas.microsoft.com/office/drawing/2014/main" id="{F513D8D1-D373-5EC3-C296-95B0F9A0BBDC}"/>
                    </a:ext>
                  </a:extLst>
                </p:cNvPr>
                <p:cNvSpPr txBox="1"/>
                <p:nvPr/>
              </p:nvSpPr>
              <p:spPr>
                <a:xfrm>
                  <a:off x="7591493" y="389811"/>
                  <a:ext cx="3946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M1</a:t>
                  </a:r>
                </a:p>
              </p:txBody>
            </p:sp>
            <p:sp>
              <p:nvSpPr>
                <p:cNvPr id="221" name="Textfeld 220">
                  <a:extLst>
                    <a:ext uri="{FF2B5EF4-FFF2-40B4-BE49-F238E27FC236}">
                      <a16:creationId xmlns:a16="http://schemas.microsoft.com/office/drawing/2014/main" id="{2E560F30-2A30-6D95-1BA4-94B91F50C4D4}"/>
                    </a:ext>
                  </a:extLst>
                </p:cNvPr>
                <p:cNvSpPr txBox="1"/>
                <p:nvPr/>
              </p:nvSpPr>
              <p:spPr>
                <a:xfrm>
                  <a:off x="7930605" y="389811"/>
                  <a:ext cx="3946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M2</a:t>
                  </a:r>
                </a:p>
              </p:txBody>
            </p:sp>
            <p:sp>
              <p:nvSpPr>
                <p:cNvPr id="222" name="Textfeld 221">
                  <a:extLst>
                    <a:ext uri="{FF2B5EF4-FFF2-40B4-BE49-F238E27FC236}">
                      <a16:creationId xmlns:a16="http://schemas.microsoft.com/office/drawing/2014/main" id="{60E7D05B-829B-2F16-95A6-70CC77551A4E}"/>
                    </a:ext>
                  </a:extLst>
                </p:cNvPr>
                <p:cNvSpPr txBox="1"/>
                <p:nvPr/>
              </p:nvSpPr>
              <p:spPr>
                <a:xfrm>
                  <a:off x="8470939" y="389811"/>
                  <a:ext cx="34977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9V</a:t>
                  </a:r>
                </a:p>
              </p:txBody>
            </p:sp>
            <p:sp>
              <p:nvSpPr>
                <p:cNvPr id="223" name="Rechteck 222">
                  <a:extLst>
                    <a:ext uri="{FF2B5EF4-FFF2-40B4-BE49-F238E27FC236}">
                      <a16:creationId xmlns:a16="http://schemas.microsoft.com/office/drawing/2014/main" id="{E4869C56-78FC-DBC1-490E-90C328D6AC23}"/>
                    </a:ext>
                  </a:extLst>
                </p:cNvPr>
                <p:cNvSpPr/>
                <p:nvPr/>
              </p:nvSpPr>
              <p:spPr>
                <a:xfrm>
                  <a:off x="8335068" y="493688"/>
                  <a:ext cx="100670" cy="114625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24" name="Rechteck 223">
                  <a:extLst>
                    <a:ext uri="{FF2B5EF4-FFF2-40B4-BE49-F238E27FC236}">
                      <a16:creationId xmlns:a16="http://schemas.microsoft.com/office/drawing/2014/main" id="{57078117-26AC-1015-8550-8364D3A7B655}"/>
                    </a:ext>
                  </a:extLst>
                </p:cNvPr>
                <p:cNvSpPr/>
                <p:nvPr/>
              </p:nvSpPr>
              <p:spPr>
                <a:xfrm>
                  <a:off x="6147230" y="493688"/>
                  <a:ext cx="100670" cy="114625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227" name="Gruppieren 226">
                  <a:extLst>
                    <a:ext uri="{FF2B5EF4-FFF2-40B4-BE49-F238E27FC236}">
                      <a16:creationId xmlns:a16="http://schemas.microsoft.com/office/drawing/2014/main" id="{55AC3087-A893-6EDE-538B-5514D6435C13}"/>
                    </a:ext>
                  </a:extLst>
                </p:cNvPr>
                <p:cNvGrpSpPr/>
                <p:nvPr/>
              </p:nvGrpSpPr>
              <p:grpSpPr>
                <a:xfrm rot="16200000">
                  <a:off x="8335345" y="1879697"/>
                  <a:ext cx="637423" cy="468399"/>
                  <a:chOff x="5360743" y="3212199"/>
                  <a:chExt cx="637423" cy="468399"/>
                </a:xfrm>
              </p:grpSpPr>
              <p:sp>
                <p:nvSpPr>
                  <p:cNvPr id="342" name="Rechteck: abgerundete Ecken 341">
                    <a:extLst>
                      <a:ext uri="{FF2B5EF4-FFF2-40B4-BE49-F238E27FC236}">
                        <a16:creationId xmlns:a16="http://schemas.microsoft.com/office/drawing/2014/main" id="{09A9883A-77CE-FFEE-7B66-A10581BC43E7}"/>
                      </a:ext>
                    </a:extLst>
                  </p:cNvPr>
                  <p:cNvSpPr/>
                  <p:nvPr/>
                </p:nvSpPr>
                <p:spPr>
                  <a:xfrm>
                    <a:off x="5448389" y="3212199"/>
                    <a:ext cx="487812" cy="468399"/>
                  </a:xfrm>
                  <a:prstGeom prst="roundRect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dirty="0"/>
                  </a:p>
                </p:txBody>
              </p:sp>
              <p:sp>
                <p:nvSpPr>
                  <p:cNvPr id="343" name="Textfeld 342">
                    <a:extLst>
                      <a:ext uri="{FF2B5EF4-FFF2-40B4-BE49-F238E27FC236}">
                        <a16:creationId xmlns:a16="http://schemas.microsoft.com/office/drawing/2014/main" id="{436465B9-8339-0D08-B9CE-CBF7D9ACBD55}"/>
                      </a:ext>
                    </a:extLst>
                  </p:cNvPr>
                  <p:cNvSpPr txBox="1"/>
                  <p:nvPr/>
                </p:nvSpPr>
                <p:spPr>
                  <a:xfrm>
                    <a:off x="5360743" y="3318622"/>
                    <a:ext cx="637423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USB</a:t>
                    </a:r>
                  </a:p>
                </p:txBody>
              </p:sp>
            </p:grpSp>
            <p:sp>
              <p:nvSpPr>
                <p:cNvPr id="228" name="Ellipse 227">
                  <a:extLst>
                    <a:ext uri="{FF2B5EF4-FFF2-40B4-BE49-F238E27FC236}">
                      <a16:creationId xmlns:a16="http://schemas.microsoft.com/office/drawing/2014/main" id="{0BCA112E-79F4-0255-0B61-EAA1381DCE56}"/>
                    </a:ext>
                  </a:extLst>
                </p:cNvPr>
                <p:cNvSpPr/>
                <p:nvPr/>
              </p:nvSpPr>
              <p:spPr>
                <a:xfrm>
                  <a:off x="5825229" y="1253228"/>
                  <a:ext cx="422671" cy="408304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29" name="Ellipse 228">
                  <a:extLst>
                    <a:ext uri="{FF2B5EF4-FFF2-40B4-BE49-F238E27FC236}">
                      <a16:creationId xmlns:a16="http://schemas.microsoft.com/office/drawing/2014/main" id="{A7648E5B-8F4A-439A-0A2B-6B30C02EF36A}"/>
                    </a:ext>
                  </a:extLst>
                </p:cNvPr>
                <p:cNvSpPr/>
                <p:nvPr/>
              </p:nvSpPr>
              <p:spPr>
                <a:xfrm>
                  <a:off x="8333030" y="1243356"/>
                  <a:ext cx="422671" cy="408304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230" name="Gruppieren 229">
                  <a:extLst>
                    <a:ext uri="{FF2B5EF4-FFF2-40B4-BE49-F238E27FC236}">
                      <a16:creationId xmlns:a16="http://schemas.microsoft.com/office/drawing/2014/main" id="{AFEF2F8E-8CFF-FD9A-DC8B-5BCC71E63284}"/>
                    </a:ext>
                  </a:extLst>
                </p:cNvPr>
                <p:cNvGrpSpPr/>
                <p:nvPr/>
              </p:nvGrpSpPr>
              <p:grpSpPr>
                <a:xfrm>
                  <a:off x="6720361" y="1117366"/>
                  <a:ext cx="1201405" cy="596547"/>
                  <a:chOff x="4322578" y="2401407"/>
                  <a:chExt cx="1201405" cy="596547"/>
                </a:xfrm>
              </p:grpSpPr>
              <p:sp>
                <p:nvSpPr>
                  <p:cNvPr id="337" name="Rechteck 336">
                    <a:extLst>
                      <a:ext uri="{FF2B5EF4-FFF2-40B4-BE49-F238E27FC236}">
                        <a16:creationId xmlns:a16="http://schemas.microsoft.com/office/drawing/2014/main" id="{F71F2BF2-288A-AC16-FFBE-0FFE813A9496}"/>
                      </a:ext>
                    </a:extLst>
                  </p:cNvPr>
                  <p:cNvSpPr/>
                  <p:nvPr/>
                </p:nvSpPr>
                <p:spPr>
                  <a:xfrm>
                    <a:off x="4322578" y="2449453"/>
                    <a:ext cx="1137161" cy="548501"/>
                  </a:xfrm>
                  <a:prstGeom prst="rect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dk1">
                      <a:shade val="15000"/>
                    </a:schemeClr>
                  </a:lnRef>
                  <a:fillRef idx="1">
                    <a:schemeClr val="dk1"/>
                  </a:fillRef>
                  <a:effectRef idx="0">
                    <a:schemeClr val="dk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pic>
                <p:nvPicPr>
                  <p:cNvPr id="338" name="Grafik 337">
                    <a:extLst>
                      <a:ext uri="{FF2B5EF4-FFF2-40B4-BE49-F238E27FC236}">
                        <a16:creationId xmlns:a16="http://schemas.microsoft.com/office/drawing/2014/main" id="{56CF19D0-5486-3141-8DA4-11FE7BBFBF3F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  <a:ext uri="{96DAC541-7B7A-43D3-8B79-37D633B846F1}">
                        <asvg:svgBlip xmlns:asvg="http://schemas.microsoft.com/office/drawing/2016/SVG/main" r:embed="rId3"/>
                      </a:ext>
                    </a:extLst>
                  </a:blip>
                  <a:stretch>
                    <a:fillRect/>
                  </a:stretch>
                </p:blipFill>
                <p:spPr>
                  <a:xfrm>
                    <a:off x="4377535" y="2641136"/>
                    <a:ext cx="1009949" cy="301079"/>
                  </a:xfrm>
                  <a:prstGeom prst="rect">
                    <a:avLst/>
                  </a:prstGeom>
                </p:spPr>
              </p:pic>
              <p:cxnSp>
                <p:nvCxnSpPr>
                  <p:cNvPr id="339" name="Gerader Verbinder 338">
                    <a:extLst>
                      <a:ext uri="{FF2B5EF4-FFF2-40B4-BE49-F238E27FC236}">
                        <a16:creationId xmlns:a16="http://schemas.microsoft.com/office/drawing/2014/main" id="{412043E5-9FA1-F121-D5F4-A0DECA850A5E}"/>
                      </a:ext>
                    </a:extLst>
                  </p:cNvPr>
                  <p:cNvCxnSpPr/>
                  <p:nvPr/>
                </p:nvCxnSpPr>
                <p:spPr>
                  <a:xfrm>
                    <a:off x="4322578" y="2562889"/>
                    <a:ext cx="1137161" cy="0"/>
                  </a:xfrm>
                  <a:prstGeom prst="line">
                    <a:avLst/>
                  </a:prstGeom>
                  <a:ln>
                    <a:solidFill>
                      <a:schemeClr val="accent4"/>
                    </a:solidFill>
                  </a:ln>
                </p:spPr>
                <p:style>
                  <a:lnRef idx="1">
                    <a:schemeClr val="accent2"/>
                  </a:lnRef>
                  <a:fillRef idx="0">
                    <a:schemeClr val="accent2"/>
                  </a:fillRef>
                  <a:effectRef idx="0">
                    <a:schemeClr val="accent2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40" name="Textfeld 339">
                    <a:extLst>
                      <a:ext uri="{FF2B5EF4-FFF2-40B4-BE49-F238E27FC236}">
                        <a16:creationId xmlns:a16="http://schemas.microsoft.com/office/drawing/2014/main" id="{947CC866-F435-104E-7251-247D64CF5218}"/>
                      </a:ext>
                    </a:extLst>
                  </p:cNvPr>
                  <p:cNvSpPr txBox="1"/>
                  <p:nvPr/>
                </p:nvSpPr>
                <p:spPr>
                  <a:xfrm>
                    <a:off x="4667378" y="2401407"/>
                    <a:ext cx="447559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800" dirty="0">
                        <a:solidFill>
                          <a:schemeClr val="accent4"/>
                        </a:solidFill>
                      </a:rPr>
                      <a:t>online</a:t>
                    </a:r>
                  </a:p>
                </p:txBody>
              </p:sp>
              <p:sp>
                <p:nvSpPr>
                  <p:cNvPr id="341" name="Textfeld 340">
                    <a:extLst>
                      <a:ext uri="{FF2B5EF4-FFF2-40B4-BE49-F238E27FC236}">
                        <a16:creationId xmlns:a16="http://schemas.microsoft.com/office/drawing/2014/main" id="{939B0A94-D8D1-5747-0276-5A000C8D204C}"/>
                      </a:ext>
                    </a:extLst>
                  </p:cNvPr>
                  <p:cNvSpPr txBox="1"/>
                  <p:nvPr/>
                </p:nvSpPr>
                <p:spPr>
                  <a:xfrm>
                    <a:off x="5235122" y="2401407"/>
                    <a:ext cx="288861" cy="215444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800" dirty="0">
                        <a:solidFill>
                          <a:schemeClr val="accent4"/>
                        </a:solidFill>
                      </a:rPr>
                      <a:t>K1</a:t>
                    </a:r>
                  </a:p>
                </p:txBody>
              </p:sp>
            </p:grpSp>
            <p:pic>
              <p:nvPicPr>
                <p:cNvPr id="231" name="Grafik 230">
                  <a:extLst>
                    <a:ext uri="{FF2B5EF4-FFF2-40B4-BE49-F238E27FC236}">
                      <a16:creationId xmlns:a16="http://schemas.microsoft.com/office/drawing/2014/main" id="{1702A186-ABC1-466D-D757-ED613765A27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6847573" y="2747705"/>
                  <a:ext cx="1009949" cy="301079"/>
                </a:xfrm>
                <a:prstGeom prst="rect">
                  <a:avLst/>
                </a:prstGeom>
              </p:spPr>
            </p:pic>
            <p:cxnSp>
              <p:nvCxnSpPr>
                <p:cNvPr id="232" name="Gerader Verbinder 231">
                  <a:extLst>
                    <a:ext uri="{FF2B5EF4-FFF2-40B4-BE49-F238E27FC236}">
                      <a16:creationId xmlns:a16="http://schemas.microsoft.com/office/drawing/2014/main" id="{B78C3174-C4E7-4A36-284D-DABAF780D7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40609" y="2039467"/>
                  <a:ext cx="0" cy="1024374"/>
                </a:xfrm>
                <a:prstGeom prst="line">
                  <a:avLst/>
                </a:prstGeom>
                <a:ln w="19050">
                  <a:solidFill>
                    <a:srgbClr val="C9D58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Gerader Verbinder 232">
                  <a:extLst>
                    <a:ext uri="{FF2B5EF4-FFF2-40B4-BE49-F238E27FC236}">
                      <a16:creationId xmlns:a16="http://schemas.microsoft.com/office/drawing/2014/main" id="{3C0DBBF6-4CE5-ABB0-76C2-6C455FD463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317578" y="2039467"/>
                  <a:ext cx="0" cy="1024374"/>
                </a:xfrm>
                <a:prstGeom prst="line">
                  <a:avLst/>
                </a:prstGeom>
                <a:ln w="19050">
                  <a:solidFill>
                    <a:srgbClr val="C9D58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Gerader Verbinder 233">
                  <a:extLst>
                    <a:ext uri="{FF2B5EF4-FFF2-40B4-BE49-F238E27FC236}">
                      <a16:creationId xmlns:a16="http://schemas.microsoft.com/office/drawing/2014/main" id="{A338BF9D-164F-BF3A-5086-4613147A72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340609" y="2039467"/>
                  <a:ext cx="1976969" cy="5279"/>
                </a:xfrm>
                <a:prstGeom prst="line">
                  <a:avLst/>
                </a:prstGeom>
                <a:ln w="19050">
                  <a:solidFill>
                    <a:srgbClr val="C9D58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35" name="Ellipse 234">
                  <a:extLst>
                    <a:ext uri="{FF2B5EF4-FFF2-40B4-BE49-F238E27FC236}">
                      <a16:creationId xmlns:a16="http://schemas.microsoft.com/office/drawing/2014/main" id="{3EB0771C-4B27-1A7C-CE88-83A3501BD942}"/>
                    </a:ext>
                  </a:extLst>
                </p:cNvPr>
                <p:cNvSpPr/>
                <p:nvPr/>
              </p:nvSpPr>
              <p:spPr>
                <a:xfrm>
                  <a:off x="6771250" y="2188296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36" name="Ellipse 235">
                  <a:extLst>
                    <a:ext uri="{FF2B5EF4-FFF2-40B4-BE49-F238E27FC236}">
                      <a16:creationId xmlns:a16="http://schemas.microsoft.com/office/drawing/2014/main" id="{413EA91E-5937-35FA-5486-B108A941100B}"/>
                    </a:ext>
                  </a:extLst>
                </p:cNvPr>
                <p:cNvSpPr/>
                <p:nvPr/>
              </p:nvSpPr>
              <p:spPr>
                <a:xfrm>
                  <a:off x="7064800" y="2188296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37" name="Ellipse 236">
                  <a:extLst>
                    <a:ext uri="{FF2B5EF4-FFF2-40B4-BE49-F238E27FC236}">
                      <a16:creationId xmlns:a16="http://schemas.microsoft.com/office/drawing/2014/main" id="{48DA7FBE-29B6-840F-F4BE-A3651F7B0CB5}"/>
                    </a:ext>
                  </a:extLst>
                </p:cNvPr>
                <p:cNvSpPr/>
                <p:nvPr/>
              </p:nvSpPr>
              <p:spPr>
                <a:xfrm>
                  <a:off x="7358350" y="2188296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38" name="Ellipse 237">
                  <a:extLst>
                    <a:ext uri="{FF2B5EF4-FFF2-40B4-BE49-F238E27FC236}">
                      <a16:creationId xmlns:a16="http://schemas.microsoft.com/office/drawing/2014/main" id="{0D8618E6-A03D-2252-8E67-AF90DD7420D2}"/>
                    </a:ext>
                  </a:extLst>
                </p:cNvPr>
                <p:cNvSpPr/>
                <p:nvPr/>
              </p:nvSpPr>
              <p:spPr>
                <a:xfrm>
                  <a:off x="7651900" y="2188296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39" name="Ellipse 238">
                  <a:extLst>
                    <a:ext uri="{FF2B5EF4-FFF2-40B4-BE49-F238E27FC236}">
                      <a16:creationId xmlns:a16="http://schemas.microsoft.com/office/drawing/2014/main" id="{CC047727-3596-F0F0-9BF5-F9C5660C0E4B}"/>
                    </a:ext>
                  </a:extLst>
                </p:cNvPr>
                <p:cNvSpPr/>
                <p:nvPr/>
              </p:nvSpPr>
              <p:spPr>
                <a:xfrm>
                  <a:off x="6477700" y="2188296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0" name="Ellipse 239">
                  <a:extLst>
                    <a:ext uri="{FF2B5EF4-FFF2-40B4-BE49-F238E27FC236}">
                      <a16:creationId xmlns:a16="http://schemas.microsoft.com/office/drawing/2014/main" id="{332F8530-1A8C-EF86-7D65-A130002D9378}"/>
                    </a:ext>
                  </a:extLst>
                </p:cNvPr>
                <p:cNvSpPr/>
                <p:nvPr/>
              </p:nvSpPr>
              <p:spPr>
                <a:xfrm>
                  <a:off x="7945448" y="2188296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41" name="Textfeld 240">
                  <a:extLst>
                    <a:ext uri="{FF2B5EF4-FFF2-40B4-BE49-F238E27FC236}">
                      <a16:creationId xmlns:a16="http://schemas.microsoft.com/office/drawing/2014/main" id="{61661D55-D2E6-52AF-52E0-12713CDFF35D}"/>
                    </a:ext>
                  </a:extLst>
                </p:cNvPr>
                <p:cNvSpPr txBox="1"/>
                <p:nvPr/>
              </p:nvSpPr>
              <p:spPr>
                <a:xfrm rot="16200000">
                  <a:off x="6243296" y="2409762"/>
                  <a:ext cx="56310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RESET</a:t>
                  </a:r>
                </a:p>
              </p:txBody>
            </p:sp>
            <p:sp>
              <p:nvSpPr>
                <p:cNvPr id="242" name="Textfeld 241">
                  <a:extLst>
                    <a:ext uri="{FF2B5EF4-FFF2-40B4-BE49-F238E27FC236}">
                      <a16:creationId xmlns:a16="http://schemas.microsoft.com/office/drawing/2014/main" id="{E74C09A9-C43F-8AF1-F531-A69F3A885A47}"/>
                    </a:ext>
                  </a:extLst>
                </p:cNvPr>
                <p:cNvSpPr txBox="1"/>
                <p:nvPr/>
              </p:nvSpPr>
              <p:spPr>
                <a:xfrm rot="16200000">
                  <a:off x="6657390" y="2286846"/>
                  <a:ext cx="33374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S1</a:t>
                  </a:r>
                </a:p>
              </p:txBody>
            </p:sp>
            <p:sp>
              <p:nvSpPr>
                <p:cNvPr id="243" name="Textfeld 242">
                  <a:extLst>
                    <a:ext uri="{FF2B5EF4-FFF2-40B4-BE49-F238E27FC236}">
                      <a16:creationId xmlns:a16="http://schemas.microsoft.com/office/drawing/2014/main" id="{B14AE209-C8DE-3C51-97B5-9A3946DCFA72}"/>
                    </a:ext>
                  </a:extLst>
                </p:cNvPr>
                <p:cNvSpPr txBox="1"/>
                <p:nvPr/>
              </p:nvSpPr>
              <p:spPr>
                <a:xfrm rot="16200000">
                  <a:off x="6951460" y="2286846"/>
                  <a:ext cx="33374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S2</a:t>
                  </a:r>
                </a:p>
              </p:txBody>
            </p:sp>
            <p:sp>
              <p:nvSpPr>
                <p:cNvPr id="244" name="Textfeld 243">
                  <a:extLst>
                    <a:ext uri="{FF2B5EF4-FFF2-40B4-BE49-F238E27FC236}">
                      <a16:creationId xmlns:a16="http://schemas.microsoft.com/office/drawing/2014/main" id="{FEA2B4F4-D84E-673C-B406-ED6EC4260705}"/>
                    </a:ext>
                  </a:extLst>
                </p:cNvPr>
                <p:cNvSpPr txBox="1"/>
                <p:nvPr/>
              </p:nvSpPr>
              <p:spPr>
                <a:xfrm rot="16200000">
                  <a:off x="7249185" y="2286846"/>
                  <a:ext cx="33374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S3</a:t>
                  </a:r>
                </a:p>
              </p:txBody>
            </p:sp>
            <p:sp>
              <p:nvSpPr>
                <p:cNvPr id="245" name="Textfeld 244">
                  <a:extLst>
                    <a:ext uri="{FF2B5EF4-FFF2-40B4-BE49-F238E27FC236}">
                      <a16:creationId xmlns:a16="http://schemas.microsoft.com/office/drawing/2014/main" id="{0491FA44-0149-E571-36DD-D32FB41CC72C}"/>
                    </a:ext>
                  </a:extLst>
                </p:cNvPr>
                <p:cNvSpPr txBox="1"/>
                <p:nvPr/>
              </p:nvSpPr>
              <p:spPr>
                <a:xfrm rot="16200000">
                  <a:off x="7548548" y="2286846"/>
                  <a:ext cx="33374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S4</a:t>
                  </a:r>
                </a:p>
              </p:txBody>
            </p:sp>
            <p:sp>
              <p:nvSpPr>
                <p:cNvPr id="246" name="Textfeld 245">
                  <a:extLst>
                    <a:ext uri="{FF2B5EF4-FFF2-40B4-BE49-F238E27FC236}">
                      <a16:creationId xmlns:a16="http://schemas.microsoft.com/office/drawing/2014/main" id="{303A2123-D004-DC53-4362-6421A790EAC4}"/>
                    </a:ext>
                  </a:extLst>
                </p:cNvPr>
                <p:cNvSpPr txBox="1"/>
                <p:nvPr/>
              </p:nvSpPr>
              <p:spPr>
                <a:xfrm rot="16200000">
                  <a:off x="7809526" y="2317967"/>
                  <a:ext cx="38664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ON</a:t>
                  </a:r>
                </a:p>
              </p:txBody>
            </p:sp>
            <p:sp>
              <p:nvSpPr>
                <p:cNvPr id="247" name="Textfeld 246">
                  <a:extLst>
                    <a:ext uri="{FF2B5EF4-FFF2-40B4-BE49-F238E27FC236}">
                      <a16:creationId xmlns:a16="http://schemas.microsoft.com/office/drawing/2014/main" id="{216F39F8-F3DD-0A6F-1314-26A000FCA87E}"/>
                    </a:ext>
                  </a:extLst>
                </p:cNvPr>
                <p:cNvSpPr txBox="1"/>
                <p:nvPr/>
              </p:nvSpPr>
              <p:spPr>
                <a:xfrm>
                  <a:off x="5873561" y="1316438"/>
                  <a:ext cx="31290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J1</a:t>
                  </a:r>
                </a:p>
              </p:txBody>
            </p:sp>
            <p:sp>
              <p:nvSpPr>
                <p:cNvPr id="248" name="Textfeld 247">
                  <a:extLst>
                    <a:ext uri="{FF2B5EF4-FFF2-40B4-BE49-F238E27FC236}">
                      <a16:creationId xmlns:a16="http://schemas.microsoft.com/office/drawing/2014/main" id="{C4831A90-9521-0FBA-7489-782C30C6DAFA}"/>
                    </a:ext>
                  </a:extLst>
                </p:cNvPr>
                <p:cNvSpPr txBox="1"/>
                <p:nvPr/>
              </p:nvSpPr>
              <p:spPr>
                <a:xfrm>
                  <a:off x="8406096" y="1299684"/>
                  <a:ext cx="31290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J2</a:t>
                  </a:r>
                </a:p>
              </p:txBody>
            </p:sp>
            <p:sp>
              <p:nvSpPr>
                <p:cNvPr id="335" name="Textfeld 334">
                  <a:extLst>
                    <a:ext uri="{FF2B5EF4-FFF2-40B4-BE49-F238E27FC236}">
                      <a16:creationId xmlns:a16="http://schemas.microsoft.com/office/drawing/2014/main" id="{2DA025AE-07BF-CDA5-55A1-547263332F02}"/>
                    </a:ext>
                  </a:extLst>
                </p:cNvPr>
                <p:cNvSpPr txBox="1"/>
                <p:nvPr/>
              </p:nvSpPr>
              <p:spPr>
                <a:xfrm rot="16200000">
                  <a:off x="5163493" y="2291751"/>
                  <a:ext cx="79258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Extension</a:t>
                  </a:r>
                </a:p>
              </p:txBody>
            </p:sp>
            <p:sp>
              <p:nvSpPr>
                <p:cNvPr id="336" name="Rechteck 335">
                  <a:extLst>
                    <a:ext uri="{FF2B5EF4-FFF2-40B4-BE49-F238E27FC236}">
                      <a16:creationId xmlns:a16="http://schemas.microsoft.com/office/drawing/2014/main" id="{19BAD8A0-042E-399C-40AA-CD82565E4DE3}"/>
                    </a:ext>
                  </a:extLst>
                </p:cNvPr>
                <p:cNvSpPr/>
                <p:nvPr/>
              </p:nvSpPr>
              <p:spPr>
                <a:xfrm rot="16200000">
                  <a:off x="5139635" y="2431855"/>
                  <a:ext cx="1137161" cy="73152"/>
                </a:xfrm>
                <a:prstGeom prst="rect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64" name="Textfeld 863">
                  <a:extLst>
                    <a:ext uri="{FF2B5EF4-FFF2-40B4-BE49-F238E27FC236}">
                      <a16:creationId xmlns:a16="http://schemas.microsoft.com/office/drawing/2014/main" id="{AE8A8294-8686-2220-D7FE-0C57D13AF600}"/>
                    </a:ext>
                  </a:extLst>
                </p:cNvPr>
                <p:cNvSpPr txBox="1"/>
                <p:nvPr/>
              </p:nvSpPr>
              <p:spPr>
                <a:xfrm>
                  <a:off x="6908268" y="3492010"/>
                  <a:ext cx="79258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1200" dirty="0"/>
                    <a:t>Extension</a:t>
                  </a:r>
                </a:p>
              </p:txBody>
            </p:sp>
            <p:grpSp>
              <p:nvGrpSpPr>
                <p:cNvPr id="884" name="Gruppieren 883">
                  <a:extLst>
                    <a:ext uri="{FF2B5EF4-FFF2-40B4-BE49-F238E27FC236}">
                      <a16:creationId xmlns:a16="http://schemas.microsoft.com/office/drawing/2014/main" id="{CC6FF625-97BD-AB50-E984-5BB6910807BD}"/>
                    </a:ext>
                  </a:extLst>
                </p:cNvPr>
                <p:cNvGrpSpPr/>
                <p:nvPr/>
              </p:nvGrpSpPr>
              <p:grpSpPr>
                <a:xfrm>
                  <a:off x="6515396" y="3731156"/>
                  <a:ext cx="1550821" cy="1387496"/>
                  <a:chOff x="6530636" y="3731156"/>
                  <a:chExt cx="1550821" cy="1387496"/>
                </a:xfrm>
              </p:grpSpPr>
              <p:sp>
                <p:nvSpPr>
                  <p:cNvPr id="249" name="Rechteck 248">
                    <a:extLst>
                      <a:ext uri="{FF2B5EF4-FFF2-40B4-BE49-F238E27FC236}">
                        <a16:creationId xmlns:a16="http://schemas.microsoft.com/office/drawing/2014/main" id="{624B9909-1223-D073-6726-364A36B83BE4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643684" y="4241037"/>
                    <a:ext cx="1333173" cy="374456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 w="317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50" name="Rechteck 249">
                    <a:extLst>
                      <a:ext uri="{FF2B5EF4-FFF2-40B4-BE49-F238E27FC236}">
                        <a16:creationId xmlns:a16="http://schemas.microsoft.com/office/drawing/2014/main" id="{550769C1-0654-1691-1268-D60ED6B61C6B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46538" y="3813981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51" name="Rechteck 250">
                    <a:extLst>
                      <a:ext uri="{FF2B5EF4-FFF2-40B4-BE49-F238E27FC236}">
                        <a16:creationId xmlns:a16="http://schemas.microsoft.com/office/drawing/2014/main" id="{B0A3B221-587A-9B0B-C8C5-8C1BE88F6E83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46538" y="3997852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53" name="Rechteck 252">
                    <a:extLst>
                      <a:ext uri="{FF2B5EF4-FFF2-40B4-BE49-F238E27FC236}">
                        <a16:creationId xmlns:a16="http://schemas.microsoft.com/office/drawing/2014/main" id="{E7F5FC2E-81ED-791E-8F17-36D4E5BB549D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46538" y="4181723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54" name="Rechteck 253">
                    <a:extLst>
                      <a:ext uri="{FF2B5EF4-FFF2-40B4-BE49-F238E27FC236}">
                        <a16:creationId xmlns:a16="http://schemas.microsoft.com/office/drawing/2014/main" id="{974FD8E9-6E6E-39A0-1CE6-8AF57CFBADB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46538" y="436559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255" name="Rechteck 254">
                    <a:extLst>
                      <a:ext uri="{FF2B5EF4-FFF2-40B4-BE49-F238E27FC236}">
                        <a16:creationId xmlns:a16="http://schemas.microsoft.com/office/drawing/2014/main" id="{2762BF88-F1EC-C3AD-4092-25794CF0B02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46538" y="4549465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61" name="Rechteck 660">
                    <a:extLst>
                      <a:ext uri="{FF2B5EF4-FFF2-40B4-BE49-F238E27FC236}">
                        <a16:creationId xmlns:a16="http://schemas.microsoft.com/office/drawing/2014/main" id="{5801CFDC-04CA-D600-A52C-EA16D2D6A120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46538" y="4733336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68" name="Rechteck 667">
                    <a:extLst>
                      <a:ext uri="{FF2B5EF4-FFF2-40B4-BE49-F238E27FC236}">
                        <a16:creationId xmlns:a16="http://schemas.microsoft.com/office/drawing/2014/main" id="{419B850E-92EF-5DD4-3D1C-60E385532F9C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346538" y="4917207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688" name="Rechteck 687">
                    <a:extLst>
                      <a:ext uri="{FF2B5EF4-FFF2-40B4-BE49-F238E27FC236}">
                        <a16:creationId xmlns:a16="http://schemas.microsoft.com/office/drawing/2014/main" id="{333B04AA-C202-9DD6-BA05-2A9871EC112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81754" y="3814622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0" name="Rechteck 319">
                    <a:extLst>
                      <a:ext uri="{FF2B5EF4-FFF2-40B4-BE49-F238E27FC236}">
                        <a16:creationId xmlns:a16="http://schemas.microsoft.com/office/drawing/2014/main" id="{2877E1F7-5161-A95C-2651-745D8564D3D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81754" y="3998493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1" name="Rechteck 320">
                    <a:extLst>
                      <a:ext uri="{FF2B5EF4-FFF2-40B4-BE49-F238E27FC236}">
                        <a16:creationId xmlns:a16="http://schemas.microsoft.com/office/drawing/2014/main" id="{B85CC8ED-D7AB-613E-483A-09D83965D35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81754" y="4182364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2" name="Rechteck 321">
                    <a:extLst>
                      <a:ext uri="{FF2B5EF4-FFF2-40B4-BE49-F238E27FC236}">
                        <a16:creationId xmlns:a16="http://schemas.microsoft.com/office/drawing/2014/main" id="{20F2FE7A-EF09-8A3C-73B0-B7E91A2E3B8F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81754" y="4361155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3" name="Rechteck 322">
                    <a:extLst>
                      <a:ext uri="{FF2B5EF4-FFF2-40B4-BE49-F238E27FC236}">
                        <a16:creationId xmlns:a16="http://schemas.microsoft.com/office/drawing/2014/main" id="{3C5C0526-C2ED-7830-1C62-270D56B1549E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81754" y="4550106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4" name="Rechteck 323">
                    <a:extLst>
                      <a:ext uri="{FF2B5EF4-FFF2-40B4-BE49-F238E27FC236}">
                        <a16:creationId xmlns:a16="http://schemas.microsoft.com/office/drawing/2014/main" id="{D0074A97-2C1F-9608-1399-C8865ADA3E3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81754" y="4733977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5" name="Rechteck 324">
                    <a:extLst>
                      <a:ext uri="{FF2B5EF4-FFF2-40B4-BE49-F238E27FC236}">
                        <a16:creationId xmlns:a16="http://schemas.microsoft.com/office/drawing/2014/main" id="{28EF1D8A-C247-1E0C-43D2-2F912C29F477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7181754" y="4917848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6" name="Rechteck 325">
                    <a:extLst>
                      <a:ext uri="{FF2B5EF4-FFF2-40B4-BE49-F238E27FC236}">
                        <a16:creationId xmlns:a16="http://schemas.microsoft.com/office/drawing/2014/main" id="{859C379A-85B3-A392-E888-4AE946BDDDEA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6982965" y="4384244"/>
                    <a:ext cx="213360" cy="75806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327" name="Textfeld 326">
                    <a:extLst>
                      <a:ext uri="{FF2B5EF4-FFF2-40B4-BE49-F238E27FC236}">
                        <a16:creationId xmlns:a16="http://schemas.microsoft.com/office/drawing/2014/main" id="{52A3CA11-89CF-BC3D-449F-F38D9ECFCD9C}"/>
                      </a:ext>
                    </a:extLst>
                  </p:cNvPr>
                  <p:cNvSpPr txBox="1"/>
                  <p:nvPr/>
                </p:nvSpPr>
                <p:spPr>
                  <a:xfrm>
                    <a:off x="6700169" y="3731156"/>
                    <a:ext cx="47641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GND</a:t>
                    </a:r>
                  </a:p>
                </p:txBody>
              </p:sp>
              <p:sp>
                <p:nvSpPr>
                  <p:cNvPr id="328" name="Textfeld 327">
                    <a:extLst>
                      <a:ext uri="{FF2B5EF4-FFF2-40B4-BE49-F238E27FC236}">
                        <a16:creationId xmlns:a16="http://schemas.microsoft.com/office/drawing/2014/main" id="{43ABACC2-B34C-5F48-6A43-EF40691F91D0}"/>
                      </a:ext>
                    </a:extLst>
                  </p:cNvPr>
                  <p:cNvSpPr txBox="1"/>
                  <p:nvPr/>
                </p:nvSpPr>
                <p:spPr>
                  <a:xfrm>
                    <a:off x="6530636" y="4106677"/>
                    <a:ext cx="63767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SDA 3V</a:t>
                    </a:r>
                  </a:p>
                </p:txBody>
              </p:sp>
              <p:sp>
                <p:nvSpPr>
                  <p:cNvPr id="329" name="Textfeld 328">
                    <a:extLst>
                      <a:ext uri="{FF2B5EF4-FFF2-40B4-BE49-F238E27FC236}">
                        <a16:creationId xmlns:a16="http://schemas.microsoft.com/office/drawing/2014/main" id="{CC8FE5FF-02EA-DC39-5997-025A70CC8AB7}"/>
                      </a:ext>
                    </a:extLst>
                  </p:cNvPr>
                  <p:cNvSpPr txBox="1"/>
                  <p:nvPr/>
                </p:nvSpPr>
                <p:spPr>
                  <a:xfrm>
                    <a:off x="7449553" y="4106678"/>
                    <a:ext cx="6319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SDC 3V</a:t>
                    </a:r>
                  </a:p>
                </p:txBody>
              </p:sp>
              <p:sp>
                <p:nvSpPr>
                  <p:cNvPr id="330" name="Textfeld 329">
                    <a:extLst>
                      <a:ext uri="{FF2B5EF4-FFF2-40B4-BE49-F238E27FC236}">
                        <a16:creationId xmlns:a16="http://schemas.microsoft.com/office/drawing/2014/main" id="{ABF2CDDB-A1BE-8D4E-13CC-7A458BD7323A}"/>
                      </a:ext>
                    </a:extLst>
                  </p:cNvPr>
                  <p:cNvSpPr txBox="1"/>
                  <p:nvPr/>
                </p:nvSpPr>
                <p:spPr>
                  <a:xfrm>
                    <a:off x="6538256" y="4841652"/>
                    <a:ext cx="637675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SDA 5V</a:t>
                    </a:r>
                  </a:p>
                </p:txBody>
              </p:sp>
              <p:sp>
                <p:nvSpPr>
                  <p:cNvPr id="331" name="Textfeld 330">
                    <a:extLst>
                      <a:ext uri="{FF2B5EF4-FFF2-40B4-BE49-F238E27FC236}">
                        <a16:creationId xmlns:a16="http://schemas.microsoft.com/office/drawing/2014/main" id="{C6EAD349-D9A7-33FA-4E7D-68F75F863E4C}"/>
                      </a:ext>
                    </a:extLst>
                  </p:cNvPr>
                  <p:cNvSpPr txBox="1"/>
                  <p:nvPr/>
                </p:nvSpPr>
                <p:spPr>
                  <a:xfrm>
                    <a:off x="7449553" y="4841653"/>
                    <a:ext cx="631904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SDC 5V</a:t>
                    </a:r>
                  </a:p>
                </p:txBody>
              </p:sp>
              <p:sp>
                <p:nvSpPr>
                  <p:cNvPr id="332" name="Textfeld 331">
                    <a:extLst>
                      <a:ext uri="{FF2B5EF4-FFF2-40B4-BE49-F238E27FC236}">
                        <a16:creationId xmlns:a16="http://schemas.microsoft.com/office/drawing/2014/main" id="{C418D00B-2B8D-06DD-D069-511E8EADFB8E}"/>
                      </a:ext>
                    </a:extLst>
                  </p:cNvPr>
                  <p:cNvSpPr txBox="1"/>
                  <p:nvPr/>
                </p:nvSpPr>
                <p:spPr>
                  <a:xfrm>
                    <a:off x="6820491" y="4282595"/>
                    <a:ext cx="34977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3V</a:t>
                    </a:r>
                  </a:p>
                </p:txBody>
              </p:sp>
              <p:sp>
                <p:nvSpPr>
                  <p:cNvPr id="333" name="Textfeld 332">
                    <a:extLst>
                      <a:ext uri="{FF2B5EF4-FFF2-40B4-BE49-F238E27FC236}">
                        <a16:creationId xmlns:a16="http://schemas.microsoft.com/office/drawing/2014/main" id="{F0E4D838-1FC4-DF63-61B4-E3E3481D9D6A}"/>
                      </a:ext>
                    </a:extLst>
                  </p:cNvPr>
                  <p:cNvSpPr txBox="1"/>
                  <p:nvPr/>
                </p:nvSpPr>
                <p:spPr>
                  <a:xfrm>
                    <a:off x="7453457" y="4284085"/>
                    <a:ext cx="349776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5V</a:t>
                    </a:r>
                  </a:p>
                </p:txBody>
              </p:sp>
              <p:sp>
                <p:nvSpPr>
                  <p:cNvPr id="334" name="Textfeld 333">
                    <a:extLst>
                      <a:ext uri="{FF2B5EF4-FFF2-40B4-BE49-F238E27FC236}">
                        <a16:creationId xmlns:a16="http://schemas.microsoft.com/office/drawing/2014/main" id="{7E1EAA0A-28EA-83B6-9362-74FA37D913B7}"/>
                      </a:ext>
                    </a:extLst>
                  </p:cNvPr>
                  <p:cNvSpPr txBox="1"/>
                  <p:nvPr/>
                </p:nvSpPr>
                <p:spPr>
                  <a:xfrm>
                    <a:off x="6693741" y="4466878"/>
                    <a:ext cx="47641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GND</a:t>
                    </a:r>
                  </a:p>
                </p:txBody>
              </p:sp>
              <p:sp>
                <p:nvSpPr>
                  <p:cNvPr id="873" name="Textfeld 872">
                    <a:extLst>
                      <a:ext uri="{FF2B5EF4-FFF2-40B4-BE49-F238E27FC236}">
                        <a16:creationId xmlns:a16="http://schemas.microsoft.com/office/drawing/2014/main" id="{C2AD3027-9DBE-5563-DEEC-36F26B2CDD4C}"/>
                      </a:ext>
                    </a:extLst>
                  </p:cNvPr>
                  <p:cNvSpPr txBox="1"/>
                  <p:nvPr/>
                </p:nvSpPr>
                <p:spPr>
                  <a:xfrm>
                    <a:off x="7116541" y="3776341"/>
                    <a:ext cx="229550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700" dirty="0"/>
                      <a:t>1</a:t>
                    </a:r>
                  </a:p>
                </p:txBody>
              </p:sp>
              <p:sp>
                <p:nvSpPr>
                  <p:cNvPr id="875" name="Textfeld 874">
                    <a:extLst>
                      <a:ext uri="{FF2B5EF4-FFF2-40B4-BE49-F238E27FC236}">
                        <a16:creationId xmlns:a16="http://schemas.microsoft.com/office/drawing/2014/main" id="{71180071-4A10-D262-0B17-22B2DEB11300}"/>
                      </a:ext>
                    </a:extLst>
                  </p:cNvPr>
                  <p:cNvSpPr txBox="1"/>
                  <p:nvPr/>
                </p:nvSpPr>
                <p:spPr>
                  <a:xfrm>
                    <a:off x="7116540" y="4136765"/>
                    <a:ext cx="229551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700" dirty="0"/>
                      <a:t>5</a:t>
                    </a:r>
                  </a:p>
                </p:txBody>
              </p:sp>
              <p:sp>
                <p:nvSpPr>
                  <p:cNvPr id="876" name="Textfeld 875">
                    <a:extLst>
                      <a:ext uri="{FF2B5EF4-FFF2-40B4-BE49-F238E27FC236}">
                        <a16:creationId xmlns:a16="http://schemas.microsoft.com/office/drawing/2014/main" id="{6E52642D-DDE0-0ECC-5953-BB6CBDFB3DBE}"/>
                      </a:ext>
                    </a:extLst>
                  </p:cNvPr>
                  <p:cNvSpPr txBox="1"/>
                  <p:nvPr/>
                </p:nvSpPr>
                <p:spPr>
                  <a:xfrm>
                    <a:off x="7278815" y="4137202"/>
                    <a:ext cx="229550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700" dirty="0"/>
                      <a:t>6</a:t>
                    </a:r>
                  </a:p>
                </p:txBody>
              </p:sp>
              <p:sp>
                <p:nvSpPr>
                  <p:cNvPr id="879" name="Textfeld 878">
                    <a:extLst>
                      <a:ext uri="{FF2B5EF4-FFF2-40B4-BE49-F238E27FC236}">
                        <a16:creationId xmlns:a16="http://schemas.microsoft.com/office/drawing/2014/main" id="{17EE1863-61F3-1248-5221-011F5ED092D3}"/>
                      </a:ext>
                    </a:extLst>
                  </p:cNvPr>
                  <p:cNvSpPr txBox="1"/>
                  <p:nvPr/>
                </p:nvSpPr>
                <p:spPr>
                  <a:xfrm>
                    <a:off x="7113871" y="4324121"/>
                    <a:ext cx="229551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700" dirty="0"/>
                      <a:t>7</a:t>
                    </a:r>
                  </a:p>
                </p:txBody>
              </p:sp>
              <p:sp>
                <p:nvSpPr>
                  <p:cNvPr id="880" name="Textfeld 879">
                    <a:extLst>
                      <a:ext uri="{FF2B5EF4-FFF2-40B4-BE49-F238E27FC236}">
                        <a16:creationId xmlns:a16="http://schemas.microsoft.com/office/drawing/2014/main" id="{7F125831-D0B9-26B5-3F6D-31D5E6BA4260}"/>
                      </a:ext>
                    </a:extLst>
                  </p:cNvPr>
                  <p:cNvSpPr txBox="1"/>
                  <p:nvPr/>
                </p:nvSpPr>
                <p:spPr>
                  <a:xfrm>
                    <a:off x="7273734" y="4320082"/>
                    <a:ext cx="229551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700" dirty="0"/>
                      <a:t>8</a:t>
                    </a:r>
                  </a:p>
                </p:txBody>
              </p:sp>
              <p:sp>
                <p:nvSpPr>
                  <p:cNvPr id="881" name="Textfeld 880">
                    <a:extLst>
                      <a:ext uri="{FF2B5EF4-FFF2-40B4-BE49-F238E27FC236}">
                        <a16:creationId xmlns:a16="http://schemas.microsoft.com/office/drawing/2014/main" id="{620118B6-9D04-8A69-9355-27F14F1B649A}"/>
                      </a:ext>
                    </a:extLst>
                  </p:cNvPr>
                  <p:cNvSpPr txBox="1"/>
                  <p:nvPr/>
                </p:nvSpPr>
                <p:spPr>
                  <a:xfrm>
                    <a:off x="7089018" y="4873365"/>
                    <a:ext cx="274435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700" dirty="0"/>
                      <a:t>13</a:t>
                    </a:r>
                  </a:p>
                </p:txBody>
              </p:sp>
              <p:sp>
                <p:nvSpPr>
                  <p:cNvPr id="882" name="Textfeld 881">
                    <a:extLst>
                      <a:ext uri="{FF2B5EF4-FFF2-40B4-BE49-F238E27FC236}">
                        <a16:creationId xmlns:a16="http://schemas.microsoft.com/office/drawing/2014/main" id="{3B721DC6-EB2B-035D-17AC-6103B849F975}"/>
                      </a:ext>
                    </a:extLst>
                  </p:cNvPr>
                  <p:cNvSpPr txBox="1"/>
                  <p:nvPr/>
                </p:nvSpPr>
                <p:spPr>
                  <a:xfrm>
                    <a:off x="7251292" y="4873802"/>
                    <a:ext cx="274435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700" dirty="0"/>
                      <a:t>14</a:t>
                    </a:r>
                  </a:p>
                </p:txBody>
              </p:sp>
              <p:sp>
                <p:nvSpPr>
                  <p:cNvPr id="883" name="Textfeld 882">
                    <a:extLst>
                      <a:ext uri="{FF2B5EF4-FFF2-40B4-BE49-F238E27FC236}">
                        <a16:creationId xmlns:a16="http://schemas.microsoft.com/office/drawing/2014/main" id="{81644F94-0827-EA55-2CF7-0777A3BA5DD4}"/>
                      </a:ext>
                    </a:extLst>
                  </p:cNvPr>
                  <p:cNvSpPr txBox="1"/>
                  <p:nvPr/>
                </p:nvSpPr>
                <p:spPr>
                  <a:xfrm>
                    <a:off x="7111459" y="4507994"/>
                    <a:ext cx="229551" cy="20005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700" dirty="0"/>
                      <a:t>9</a:t>
                    </a:r>
                  </a:p>
                </p:txBody>
              </p:sp>
            </p:grpSp>
          </p:grpSp>
        </p:grpSp>
      </p:grpSp>
      <p:grpSp>
        <p:nvGrpSpPr>
          <p:cNvPr id="1052" name="Gruppieren 1051">
            <a:extLst>
              <a:ext uri="{FF2B5EF4-FFF2-40B4-BE49-F238E27FC236}">
                <a16:creationId xmlns:a16="http://schemas.microsoft.com/office/drawing/2014/main" id="{C6674B7E-5FF6-3A19-1B9E-8B7DF6E01F07}"/>
              </a:ext>
            </a:extLst>
          </p:cNvPr>
          <p:cNvGrpSpPr/>
          <p:nvPr/>
        </p:nvGrpSpPr>
        <p:grpSpPr>
          <a:xfrm>
            <a:off x="281515" y="243393"/>
            <a:ext cx="4454013" cy="5196304"/>
            <a:chOff x="281515" y="243393"/>
            <a:chExt cx="4454013" cy="5196304"/>
          </a:xfrm>
        </p:grpSpPr>
        <p:sp>
          <p:nvSpPr>
            <p:cNvPr id="252" name="Rechteck 251">
              <a:extLst>
                <a:ext uri="{FF2B5EF4-FFF2-40B4-BE49-F238E27FC236}">
                  <a16:creationId xmlns:a16="http://schemas.microsoft.com/office/drawing/2014/main" id="{B291F20B-09E6-659B-2667-01EE4610CE13}"/>
                </a:ext>
              </a:extLst>
            </p:cNvPr>
            <p:cNvSpPr/>
            <p:nvPr/>
          </p:nvSpPr>
          <p:spPr>
            <a:xfrm>
              <a:off x="281515" y="243393"/>
              <a:ext cx="4454013" cy="519630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940" name="Gruppieren 939">
              <a:extLst>
                <a:ext uri="{FF2B5EF4-FFF2-40B4-BE49-F238E27FC236}">
                  <a16:creationId xmlns:a16="http://schemas.microsoft.com/office/drawing/2014/main" id="{2E52509B-6869-460E-4272-587557E62B9B}"/>
                </a:ext>
              </a:extLst>
            </p:cNvPr>
            <p:cNvGrpSpPr/>
            <p:nvPr/>
          </p:nvGrpSpPr>
          <p:grpSpPr>
            <a:xfrm>
              <a:off x="414323" y="319564"/>
              <a:ext cx="4194000" cy="4477197"/>
              <a:chOff x="5971601" y="409263"/>
              <a:chExt cx="4194000" cy="4477197"/>
            </a:xfrm>
          </p:grpSpPr>
          <p:sp>
            <p:nvSpPr>
              <p:cNvPr id="941" name="Rechteck 940">
                <a:extLst>
                  <a:ext uri="{FF2B5EF4-FFF2-40B4-BE49-F238E27FC236}">
                    <a16:creationId xmlns:a16="http://schemas.microsoft.com/office/drawing/2014/main" id="{5CA33315-7A2E-F417-0165-6E212D0DB2F2}"/>
                  </a:ext>
                </a:extLst>
              </p:cNvPr>
              <p:cNvSpPr/>
              <p:nvPr/>
            </p:nvSpPr>
            <p:spPr>
              <a:xfrm>
                <a:off x="5971601" y="693987"/>
                <a:ext cx="4194000" cy="4192473"/>
              </a:xfrm>
              <a:prstGeom prst="rect">
                <a:avLst/>
              </a:prstGeom>
              <a:solidFill>
                <a:schemeClr val="bg1">
                  <a:lumMod val="65000"/>
                  <a:alpha val="59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sp>
            <p:nvSpPr>
              <p:cNvPr id="942" name="Rechteck 941">
                <a:extLst>
                  <a:ext uri="{FF2B5EF4-FFF2-40B4-BE49-F238E27FC236}">
                    <a16:creationId xmlns:a16="http://schemas.microsoft.com/office/drawing/2014/main" id="{B79BEBB0-7943-052C-0BB8-0E34404438CE}"/>
                  </a:ext>
                </a:extLst>
              </p:cNvPr>
              <p:cNvSpPr/>
              <p:nvPr/>
            </p:nvSpPr>
            <p:spPr>
              <a:xfrm>
                <a:off x="7790106" y="636732"/>
                <a:ext cx="396783" cy="45719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  <a:ln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43" name="Textfeld 942">
                <a:extLst>
                  <a:ext uri="{FF2B5EF4-FFF2-40B4-BE49-F238E27FC236}">
                    <a16:creationId xmlns:a16="http://schemas.microsoft.com/office/drawing/2014/main" id="{E59D4984-F792-9D59-F613-AF6B5744C786}"/>
                  </a:ext>
                </a:extLst>
              </p:cNvPr>
              <p:cNvSpPr txBox="1"/>
              <p:nvPr/>
            </p:nvSpPr>
            <p:spPr>
              <a:xfrm>
                <a:off x="7822933" y="409263"/>
                <a:ext cx="3497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9V</a:t>
                </a:r>
              </a:p>
            </p:txBody>
          </p:sp>
          <p:sp>
            <p:nvSpPr>
              <p:cNvPr id="944" name="Rechteck: abgerundete Ecken 943">
                <a:extLst>
                  <a:ext uri="{FF2B5EF4-FFF2-40B4-BE49-F238E27FC236}">
                    <a16:creationId xmlns:a16="http://schemas.microsoft.com/office/drawing/2014/main" id="{731D538D-8EE7-E364-759B-500399FCB694}"/>
                  </a:ext>
                </a:extLst>
              </p:cNvPr>
              <p:cNvSpPr/>
              <p:nvPr/>
            </p:nvSpPr>
            <p:spPr>
              <a:xfrm>
                <a:off x="6316428" y="629105"/>
                <a:ext cx="521305" cy="64882"/>
              </a:xfrm>
              <a:prstGeom prst="round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45" name="Textfeld 944">
                <a:extLst>
                  <a:ext uri="{FF2B5EF4-FFF2-40B4-BE49-F238E27FC236}">
                    <a16:creationId xmlns:a16="http://schemas.microsoft.com/office/drawing/2014/main" id="{C0A79CA3-9D33-6663-4B98-3D4677A09599}"/>
                  </a:ext>
                </a:extLst>
              </p:cNvPr>
              <p:cNvSpPr txBox="1"/>
              <p:nvPr/>
            </p:nvSpPr>
            <p:spPr>
              <a:xfrm>
                <a:off x="6340928" y="428129"/>
                <a:ext cx="510728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de-DE" sz="1200" dirty="0"/>
                  <a:t>USB</a:t>
                </a:r>
              </a:p>
            </p:txBody>
          </p:sp>
          <p:grpSp>
            <p:nvGrpSpPr>
              <p:cNvPr id="946" name="Gruppieren 945">
                <a:extLst>
                  <a:ext uri="{FF2B5EF4-FFF2-40B4-BE49-F238E27FC236}">
                    <a16:creationId xmlns:a16="http://schemas.microsoft.com/office/drawing/2014/main" id="{4AC393A0-C41B-8FF1-4014-C599D7C88847}"/>
                  </a:ext>
                </a:extLst>
              </p:cNvPr>
              <p:cNvGrpSpPr/>
              <p:nvPr/>
            </p:nvGrpSpPr>
            <p:grpSpPr>
              <a:xfrm rot="10800000">
                <a:off x="9223669" y="854538"/>
                <a:ext cx="450697" cy="114625"/>
                <a:chOff x="9313353" y="1692829"/>
                <a:chExt cx="450697" cy="114625"/>
              </a:xfrm>
            </p:grpSpPr>
            <p:sp>
              <p:nvSpPr>
                <p:cNvPr id="1048" name="Ellipse 1047">
                  <a:extLst>
                    <a:ext uri="{FF2B5EF4-FFF2-40B4-BE49-F238E27FC236}">
                      <a16:creationId xmlns:a16="http://schemas.microsoft.com/office/drawing/2014/main" id="{2E90E8D3-6F43-3687-9F7F-6D3111A236AB}"/>
                    </a:ext>
                  </a:extLst>
                </p:cNvPr>
                <p:cNvSpPr/>
                <p:nvPr/>
              </p:nvSpPr>
              <p:spPr>
                <a:xfrm>
                  <a:off x="9313353" y="1692829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49" name="Ellipse 1048">
                  <a:extLst>
                    <a:ext uri="{FF2B5EF4-FFF2-40B4-BE49-F238E27FC236}">
                      <a16:creationId xmlns:a16="http://schemas.microsoft.com/office/drawing/2014/main" id="{20DFA9ED-8E37-2772-A3BD-810675A574C9}"/>
                    </a:ext>
                  </a:extLst>
                </p:cNvPr>
                <p:cNvSpPr/>
                <p:nvPr/>
              </p:nvSpPr>
              <p:spPr>
                <a:xfrm>
                  <a:off x="9648633" y="1692829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  <p:grpSp>
            <p:nvGrpSpPr>
              <p:cNvPr id="947" name="Gruppieren 946">
                <a:extLst>
                  <a:ext uri="{FF2B5EF4-FFF2-40B4-BE49-F238E27FC236}">
                    <a16:creationId xmlns:a16="http://schemas.microsoft.com/office/drawing/2014/main" id="{F184EA87-267F-1016-EFB0-5ABA68CDCA91}"/>
                  </a:ext>
                </a:extLst>
              </p:cNvPr>
              <p:cNvGrpSpPr/>
              <p:nvPr/>
            </p:nvGrpSpPr>
            <p:grpSpPr>
              <a:xfrm>
                <a:off x="6127610" y="2386675"/>
                <a:ext cx="3913852" cy="2435691"/>
                <a:chOff x="6127610" y="2394295"/>
                <a:chExt cx="3913852" cy="2435691"/>
              </a:xfrm>
            </p:grpSpPr>
            <p:sp>
              <p:nvSpPr>
                <p:cNvPr id="996" name="Ellipse 995">
                  <a:extLst>
                    <a:ext uri="{FF2B5EF4-FFF2-40B4-BE49-F238E27FC236}">
                      <a16:creationId xmlns:a16="http://schemas.microsoft.com/office/drawing/2014/main" id="{BB00F5CE-D408-27DA-17BB-2DBF83F94019}"/>
                    </a:ext>
                  </a:extLst>
                </p:cNvPr>
                <p:cNvSpPr/>
                <p:nvPr/>
              </p:nvSpPr>
              <p:spPr>
                <a:xfrm>
                  <a:off x="6136566" y="4327623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97" name="Ellipse 996">
                  <a:extLst>
                    <a:ext uri="{FF2B5EF4-FFF2-40B4-BE49-F238E27FC236}">
                      <a16:creationId xmlns:a16="http://schemas.microsoft.com/office/drawing/2014/main" id="{E850679A-1295-91C7-5F50-4B3EE90CA885}"/>
                    </a:ext>
                  </a:extLst>
                </p:cNvPr>
                <p:cNvSpPr/>
                <p:nvPr/>
              </p:nvSpPr>
              <p:spPr>
                <a:xfrm>
                  <a:off x="6136566" y="4632336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98" name="Ellipse 997">
                  <a:extLst>
                    <a:ext uri="{FF2B5EF4-FFF2-40B4-BE49-F238E27FC236}">
                      <a16:creationId xmlns:a16="http://schemas.microsoft.com/office/drawing/2014/main" id="{E7C180AE-DF51-56CC-CF82-35A9B2552084}"/>
                    </a:ext>
                  </a:extLst>
                </p:cNvPr>
                <p:cNvSpPr/>
                <p:nvPr/>
              </p:nvSpPr>
              <p:spPr>
                <a:xfrm>
                  <a:off x="6136566" y="3718197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99" name="Ellipse 998">
                  <a:extLst>
                    <a:ext uri="{FF2B5EF4-FFF2-40B4-BE49-F238E27FC236}">
                      <a16:creationId xmlns:a16="http://schemas.microsoft.com/office/drawing/2014/main" id="{F5A1C445-0A52-2693-952D-3FAC9BD0C996}"/>
                    </a:ext>
                  </a:extLst>
                </p:cNvPr>
                <p:cNvSpPr/>
                <p:nvPr/>
              </p:nvSpPr>
              <p:spPr>
                <a:xfrm>
                  <a:off x="6136566" y="4022910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00" name="Ellipse 999">
                  <a:extLst>
                    <a:ext uri="{FF2B5EF4-FFF2-40B4-BE49-F238E27FC236}">
                      <a16:creationId xmlns:a16="http://schemas.microsoft.com/office/drawing/2014/main" id="{A3305CC5-D2AC-A212-A809-5464E544615E}"/>
                    </a:ext>
                  </a:extLst>
                </p:cNvPr>
                <p:cNvSpPr/>
                <p:nvPr/>
              </p:nvSpPr>
              <p:spPr>
                <a:xfrm>
                  <a:off x="6517566" y="4327623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01" name="Ellipse 1000">
                  <a:extLst>
                    <a:ext uri="{FF2B5EF4-FFF2-40B4-BE49-F238E27FC236}">
                      <a16:creationId xmlns:a16="http://schemas.microsoft.com/office/drawing/2014/main" id="{85A81B4B-AA5D-DB11-AA4D-34F0C5A3E562}"/>
                    </a:ext>
                  </a:extLst>
                </p:cNvPr>
                <p:cNvSpPr/>
                <p:nvPr/>
              </p:nvSpPr>
              <p:spPr>
                <a:xfrm>
                  <a:off x="6517566" y="4632336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02" name="Ellipse 1001">
                  <a:extLst>
                    <a:ext uri="{FF2B5EF4-FFF2-40B4-BE49-F238E27FC236}">
                      <a16:creationId xmlns:a16="http://schemas.microsoft.com/office/drawing/2014/main" id="{D189DB6A-025B-B85C-19C0-82AA2566388B}"/>
                    </a:ext>
                  </a:extLst>
                </p:cNvPr>
                <p:cNvSpPr/>
                <p:nvPr/>
              </p:nvSpPr>
              <p:spPr>
                <a:xfrm>
                  <a:off x="6517566" y="3718197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03" name="Ellipse 1002">
                  <a:extLst>
                    <a:ext uri="{FF2B5EF4-FFF2-40B4-BE49-F238E27FC236}">
                      <a16:creationId xmlns:a16="http://schemas.microsoft.com/office/drawing/2014/main" id="{F674FE79-B9F3-0E1F-EF3B-80A5359F09E0}"/>
                    </a:ext>
                  </a:extLst>
                </p:cNvPr>
                <p:cNvSpPr/>
                <p:nvPr/>
              </p:nvSpPr>
              <p:spPr>
                <a:xfrm>
                  <a:off x="6517566" y="4022910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04" name="Ellipse 1003">
                  <a:extLst>
                    <a:ext uri="{FF2B5EF4-FFF2-40B4-BE49-F238E27FC236}">
                      <a16:creationId xmlns:a16="http://schemas.microsoft.com/office/drawing/2014/main" id="{28634783-368C-335A-81C1-EE5B439F50DE}"/>
                    </a:ext>
                  </a:extLst>
                </p:cNvPr>
                <p:cNvSpPr/>
                <p:nvPr/>
              </p:nvSpPr>
              <p:spPr>
                <a:xfrm>
                  <a:off x="6127610" y="3094433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05" name="Ellipse 1004">
                  <a:extLst>
                    <a:ext uri="{FF2B5EF4-FFF2-40B4-BE49-F238E27FC236}">
                      <a16:creationId xmlns:a16="http://schemas.microsoft.com/office/drawing/2014/main" id="{9CBEC98C-2DE7-4FC7-2147-F47F2CE039EF}"/>
                    </a:ext>
                  </a:extLst>
                </p:cNvPr>
                <p:cNvSpPr/>
                <p:nvPr/>
              </p:nvSpPr>
              <p:spPr>
                <a:xfrm>
                  <a:off x="6127610" y="3399146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06" name="Ellipse 1005">
                  <a:extLst>
                    <a:ext uri="{FF2B5EF4-FFF2-40B4-BE49-F238E27FC236}">
                      <a16:creationId xmlns:a16="http://schemas.microsoft.com/office/drawing/2014/main" id="{EFAA621B-6EA0-3D01-6131-534ABB8AC87C}"/>
                    </a:ext>
                  </a:extLst>
                </p:cNvPr>
                <p:cNvSpPr/>
                <p:nvPr/>
              </p:nvSpPr>
              <p:spPr>
                <a:xfrm>
                  <a:off x="6127610" y="2485007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07" name="Ellipse 1006">
                  <a:extLst>
                    <a:ext uri="{FF2B5EF4-FFF2-40B4-BE49-F238E27FC236}">
                      <a16:creationId xmlns:a16="http://schemas.microsoft.com/office/drawing/2014/main" id="{5616423B-6699-BD10-573B-8BA021F1B804}"/>
                    </a:ext>
                  </a:extLst>
                </p:cNvPr>
                <p:cNvSpPr/>
                <p:nvPr/>
              </p:nvSpPr>
              <p:spPr>
                <a:xfrm>
                  <a:off x="6127610" y="2789720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08" name="Ellipse 1007">
                  <a:extLst>
                    <a:ext uri="{FF2B5EF4-FFF2-40B4-BE49-F238E27FC236}">
                      <a16:creationId xmlns:a16="http://schemas.microsoft.com/office/drawing/2014/main" id="{753CA988-DC76-816A-FE80-32E6D8D0743F}"/>
                    </a:ext>
                  </a:extLst>
                </p:cNvPr>
                <p:cNvSpPr/>
                <p:nvPr/>
              </p:nvSpPr>
              <p:spPr>
                <a:xfrm>
                  <a:off x="6508610" y="3094433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09" name="Ellipse 1008">
                  <a:extLst>
                    <a:ext uri="{FF2B5EF4-FFF2-40B4-BE49-F238E27FC236}">
                      <a16:creationId xmlns:a16="http://schemas.microsoft.com/office/drawing/2014/main" id="{7C28919D-2991-5579-AE3F-CCD48752636C}"/>
                    </a:ext>
                  </a:extLst>
                </p:cNvPr>
                <p:cNvSpPr/>
                <p:nvPr/>
              </p:nvSpPr>
              <p:spPr>
                <a:xfrm>
                  <a:off x="6508610" y="3399146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10" name="Ellipse 1009">
                  <a:extLst>
                    <a:ext uri="{FF2B5EF4-FFF2-40B4-BE49-F238E27FC236}">
                      <a16:creationId xmlns:a16="http://schemas.microsoft.com/office/drawing/2014/main" id="{12E1AB3A-F5A7-4D5B-C406-DCB3AD634879}"/>
                    </a:ext>
                  </a:extLst>
                </p:cNvPr>
                <p:cNvSpPr/>
                <p:nvPr/>
              </p:nvSpPr>
              <p:spPr>
                <a:xfrm>
                  <a:off x="6508610" y="2485007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11" name="Ellipse 1010">
                  <a:extLst>
                    <a:ext uri="{FF2B5EF4-FFF2-40B4-BE49-F238E27FC236}">
                      <a16:creationId xmlns:a16="http://schemas.microsoft.com/office/drawing/2014/main" id="{75D139E0-ABE0-911C-81C1-D0BE7CADCAA6}"/>
                    </a:ext>
                  </a:extLst>
                </p:cNvPr>
                <p:cNvSpPr/>
                <p:nvPr/>
              </p:nvSpPr>
              <p:spPr>
                <a:xfrm>
                  <a:off x="6508610" y="2789720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12" name="Ellipse 1011">
                  <a:extLst>
                    <a:ext uri="{FF2B5EF4-FFF2-40B4-BE49-F238E27FC236}">
                      <a16:creationId xmlns:a16="http://schemas.microsoft.com/office/drawing/2014/main" id="{EB7BEEF4-8EF1-5E7A-9CBE-BAB96CD0F76A}"/>
                    </a:ext>
                  </a:extLst>
                </p:cNvPr>
                <p:cNvSpPr/>
                <p:nvPr/>
              </p:nvSpPr>
              <p:spPr>
                <a:xfrm rot="10800000">
                  <a:off x="9917089" y="2799959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13" name="Ellipse 1012">
                  <a:extLst>
                    <a:ext uri="{FF2B5EF4-FFF2-40B4-BE49-F238E27FC236}">
                      <a16:creationId xmlns:a16="http://schemas.microsoft.com/office/drawing/2014/main" id="{A8E1BF8F-28AB-6EF8-2CD3-B8698B83698A}"/>
                    </a:ext>
                  </a:extLst>
                </p:cNvPr>
                <p:cNvSpPr/>
                <p:nvPr/>
              </p:nvSpPr>
              <p:spPr>
                <a:xfrm rot="10800000">
                  <a:off x="9917089" y="2495246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14" name="Ellipse 1013">
                  <a:extLst>
                    <a:ext uri="{FF2B5EF4-FFF2-40B4-BE49-F238E27FC236}">
                      <a16:creationId xmlns:a16="http://schemas.microsoft.com/office/drawing/2014/main" id="{EC815B4B-C40F-EB30-3B56-B3AA22E8474B}"/>
                    </a:ext>
                  </a:extLst>
                </p:cNvPr>
                <p:cNvSpPr/>
                <p:nvPr/>
              </p:nvSpPr>
              <p:spPr>
                <a:xfrm rot="10800000">
                  <a:off x="9917089" y="3409385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15" name="Ellipse 1014">
                  <a:extLst>
                    <a:ext uri="{FF2B5EF4-FFF2-40B4-BE49-F238E27FC236}">
                      <a16:creationId xmlns:a16="http://schemas.microsoft.com/office/drawing/2014/main" id="{4C5E0385-575F-DD0F-2F1B-E719B790F069}"/>
                    </a:ext>
                  </a:extLst>
                </p:cNvPr>
                <p:cNvSpPr/>
                <p:nvPr/>
              </p:nvSpPr>
              <p:spPr>
                <a:xfrm rot="10800000">
                  <a:off x="9917089" y="3104672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16" name="Ellipse 1015">
                  <a:extLst>
                    <a:ext uri="{FF2B5EF4-FFF2-40B4-BE49-F238E27FC236}">
                      <a16:creationId xmlns:a16="http://schemas.microsoft.com/office/drawing/2014/main" id="{E6B2B6C1-1312-8D0C-CBA1-C38D8242E59B}"/>
                    </a:ext>
                  </a:extLst>
                </p:cNvPr>
                <p:cNvSpPr/>
                <p:nvPr/>
              </p:nvSpPr>
              <p:spPr>
                <a:xfrm rot="10800000">
                  <a:off x="9536089" y="2799959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17" name="Ellipse 1016">
                  <a:extLst>
                    <a:ext uri="{FF2B5EF4-FFF2-40B4-BE49-F238E27FC236}">
                      <a16:creationId xmlns:a16="http://schemas.microsoft.com/office/drawing/2014/main" id="{DA3FDB8C-D51E-F490-5DAD-5232A409021E}"/>
                    </a:ext>
                  </a:extLst>
                </p:cNvPr>
                <p:cNvSpPr/>
                <p:nvPr/>
              </p:nvSpPr>
              <p:spPr>
                <a:xfrm rot="10800000">
                  <a:off x="9536089" y="2495246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18" name="Ellipse 1017">
                  <a:extLst>
                    <a:ext uri="{FF2B5EF4-FFF2-40B4-BE49-F238E27FC236}">
                      <a16:creationId xmlns:a16="http://schemas.microsoft.com/office/drawing/2014/main" id="{8930CBD4-EE43-6F53-2BCC-37E1FE0FADFE}"/>
                    </a:ext>
                  </a:extLst>
                </p:cNvPr>
                <p:cNvSpPr/>
                <p:nvPr/>
              </p:nvSpPr>
              <p:spPr>
                <a:xfrm rot="10800000">
                  <a:off x="9536089" y="3409385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19" name="Ellipse 1018">
                  <a:extLst>
                    <a:ext uri="{FF2B5EF4-FFF2-40B4-BE49-F238E27FC236}">
                      <a16:creationId xmlns:a16="http://schemas.microsoft.com/office/drawing/2014/main" id="{9006C932-30EF-2495-34DE-B138F2EC122D}"/>
                    </a:ext>
                  </a:extLst>
                </p:cNvPr>
                <p:cNvSpPr/>
                <p:nvPr/>
              </p:nvSpPr>
              <p:spPr>
                <a:xfrm rot="10800000">
                  <a:off x="9536089" y="3104672"/>
                  <a:ext cx="115417" cy="114625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20" name="Ellipse 1019">
                  <a:extLst>
                    <a:ext uri="{FF2B5EF4-FFF2-40B4-BE49-F238E27FC236}">
                      <a16:creationId xmlns:a16="http://schemas.microsoft.com/office/drawing/2014/main" id="{209B6F8E-0260-D551-C879-AC2C7CBAA345}"/>
                    </a:ext>
                  </a:extLst>
                </p:cNvPr>
                <p:cNvSpPr/>
                <p:nvPr/>
              </p:nvSpPr>
              <p:spPr>
                <a:xfrm rot="10800000">
                  <a:off x="9926045" y="4033149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21" name="Ellipse 1020">
                  <a:extLst>
                    <a:ext uri="{FF2B5EF4-FFF2-40B4-BE49-F238E27FC236}">
                      <a16:creationId xmlns:a16="http://schemas.microsoft.com/office/drawing/2014/main" id="{D32ECA64-F928-B3F2-BC8D-48A530625144}"/>
                    </a:ext>
                  </a:extLst>
                </p:cNvPr>
                <p:cNvSpPr/>
                <p:nvPr/>
              </p:nvSpPr>
              <p:spPr>
                <a:xfrm rot="10800000">
                  <a:off x="9926045" y="3728436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22" name="Ellipse 1021">
                  <a:extLst>
                    <a:ext uri="{FF2B5EF4-FFF2-40B4-BE49-F238E27FC236}">
                      <a16:creationId xmlns:a16="http://schemas.microsoft.com/office/drawing/2014/main" id="{A906FF81-896B-1128-7403-5F435892CFD6}"/>
                    </a:ext>
                  </a:extLst>
                </p:cNvPr>
                <p:cNvSpPr/>
                <p:nvPr/>
              </p:nvSpPr>
              <p:spPr>
                <a:xfrm rot="10800000">
                  <a:off x="9926045" y="4642575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23" name="Ellipse 1022">
                  <a:extLst>
                    <a:ext uri="{FF2B5EF4-FFF2-40B4-BE49-F238E27FC236}">
                      <a16:creationId xmlns:a16="http://schemas.microsoft.com/office/drawing/2014/main" id="{D6DB6065-0F58-612C-E748-F6F98F395179}"/>
                    </a:ext>
                  </a:extLst>
                </p:cNvPr>
                <p:cNvSpPr/>
                <p:nvPr/>
              </p:nvSpPr>
              <p:spPr>
                <a:xfrm rot="10800000">
                  <a:off x="9926045" y="4337862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24" name="Ellipse 1023">
                  <a:extLst>
                    <a:ext uri="{FF2B5EF4-FFF2-40B4-BE49-F238E27FC236}">
                      <a16:creationId xmlns:a16="http://schemas.microsoft.com/office/drawing/2014/main" id="{81EE094D-7759-6E05-70A8-67EDFB76FBC0}"/>
                    </a:ext>
                  </a:extLst>
                </p:cNvPr>
                <p:cNvSpPr/>
                <p:nvPr/>
              </p:nvSpPr>
              <p:spPr>
                <a:xfrm rot="10800000">
                  <a:off x="9545045" y="4033149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25" name="Ellipse 1024">
                  <a:extLst>
                    <a:ext uri="{FF2B5EF4-FFF2-40B4-BE49-F238E27FC236}">
                      <a16:creationId xmlns:a16="http://schemas.microsoft.com/office/drawing/2014/main" id="{45742586-5900-D521-4C47-B088C5E0B5A7}"/>
                    </a:ext>
                  </a:extLst>
                </p:cNvPr>
                <p:cNvSpPr/>
                <p:nvPr/>
              </p:nvSpPr>
              <p:spPr>
                <a:xfrm rot="10800000">
                  <a:off x="9545045" y="3728436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26" name="Ellipse 1025">
                  <a:extLst>
                    <a:ext uri="{FF2B5EF4-FFF2-40B4-BE49-F238E27FC236}">
                      <a16:creationId xmlns:a16="http://schemas.microsoft.com/office/drawing/2014/main" id="{A532A599-F7D8-BC7E-D2C8-73525E3673BD}"/>
                    </a:ext>
                  </a:extLst>
                </p:cNvPr>
                <p:cNvSpPr/>
                <p:nvPr/>
              </p:nvSpPr>
              <p:spPr>
                <a:xfrm rot="10800000">
                  <a:off x="9545045" y="4642575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27" name="Ellipse 1026">
                  <a:extLst>
                    <a:ext uri="{FF2B5EF4-FFF2-40B4-BE49-F238E27FC236}">
                      <a16:creationId xmlns:a16="http://schemas.microsoft.com/office/drawing/2014/main" id="{7E63D7E7-A7D2-5EEE-005A-89344BA8C458}"/>
                    </a:ext>
                  </a:extLst>
                </p:cNvPr>
                <p:cNvSpPr/>
                <p:nvPr/>
              </p:nvSpPr>
              <p:spPr>
                <a:xfrm rot="10800000">
                  <a:off x="9545045" y="4337862"/>
                  <a:ext cx="115417" cy="114625"/>
                </a:xfrm>
                <a:prstGeom prst="ellipse">
                  <a:avLst/>
                </a:prstGeom>
                <a:solidFill>
                  <a:srgbClr val="00B050"/>
                </a:solidFill>
                <a:ln>
                  <a:solidFill>
                    <a:srgbClr val="00B05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28" name="Ellipse 1027">
                  <a:extLst>
                    <a:ext uri="{FF2B5EF4-FFF2-40B4-BE49-F238E27FC236}">
                      <a16:creationId xmlns:a16="http://schemas.microsoft.com/office/drawing/2014/main" id="{BB90A9DE-DD4B-CFC5-59C2-8F41475D1095}"/>
                    </a:ext>
                  </a:extLst>
                </p:cNvPr>
                <p:cNvSpPr/>
                <p:nvPr/>
              </p:nvSpPr>
              <p:spPr>
                <a:xfrm>
                  <a:off x="6875706" y="4639136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29" name="Ellipse 1028">
                  <a:extLst>
                    <a:ext uri="{FF2B5EF4-FFF2-40B4-BE49-F238E27FC236}">
                      <a16:creationId xmlns:a16="http://schemas.microsoft.com/office/drawing/2014/main" id="{AF7F6E91-7594-903F-4711-7D5572761867}"/>
                    </a:ext>
                  </a:extLst>
                </p:cNvPr>
                <p:cNvSpPr/>
                <p:nvPr/>
              </p:nvSpPr>
              <p:spPr>
                <a:xfrm>
                  <a:off x="9184294" y="4650574"/>
                  <a:ext cx="115417" cy="114625"/>
                </a:xfrm>
                <a:prstGeom prst="ellipse">
                  <a:avLst/>
                </a:prstGeom>
                <a:solidFill>
                  <a:srgbClr val="C00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30" name="Textfeld 1029">
                  <a:extLst>
                    <a:ext uri="{FF2B5EF4-FFF2-40B4-BE49-F238E27FC236}">
                      <a16:creationId xmlns:a16="http://schemas.microsoft.com/office/drawing/2014/main" id="{5C2C5982-0A2C-D050-FD61-C8353E77054A}"/>
                    </a:ext>
                  </a:extLst>
                </p:cNvPr>
                <p:cNvSpPr txBox="1"/>
                <p:nvPr/>
              </p:nvSpPr>
              <p:spPr>
                <a:xfrm>
                  <a:off x="6762155" y="4405161"/>
                  <a:ext cx="34977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9V</a:t>
                  </a:r>
                </a:p>
              </p:txBody>
            </p:sp>
            <p:sp>
              <p:nvSpPr>
                <p:cNvPr id="1031" name="Textfeld 1030">
                  <a:extLst>
                    <a:ext uri="{FF2B5EF4-FFF2-40B4-BE49-F238E27FC236}">
                      <a16:creationId xmlns:a16="http://schemas.microsoft.com/office/drawing/2014/main" id="{AF1F835B-3C8F-A543-B9EC-F62C6F09F612}"/>
                    </a:ext>
                  </a:extLst>
                </p:cNvPr>
                <p:cNvSpPr txBox="1"/>
                <p:nvPr/>
              </p:nvSpPr>
              <p:spPr>
                <a:xfrm>
                  <a:off x="9072602" y="4410793"/>
                  <a:ext cx="34977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9V</a:t>
                  </a:r>
                </a:p>
              </p:txBody>
            </p:sp>
            <p:sp>
              <p:nvSpPr>
                <p:cNvPr id="1032" name="Textfeld 1031">
                  <a:extLst>
                    <a:ext uri="{FF2B5EF4-FFF2-40B4-BE49-F238E27FC236}">
                      <a16:creationId xmlns:a16="http://schemas.microsoft.com/office/drawing/2014/main" id="{6F4C8AE3-83D3-AD1B-8A83-CBC4B8A0B075}"/>
                    </a:ext>
                  </a:extLst>
                </p:cNvPr>
                <p:cNvSpPr txBox="1"/>
                <p:nvPr/>
              </p:nvSpPr>
              <p:spPr>
                <a:xfrm>
                  <a:off x="6197025" y="2394295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A1</a:t>
                  </a:r>
                </a:p>
              </p:txBody>
            </p:sp>
            <p:sp>
              <p:nvSpPr>
                <p:cNvPr id="1033" name="Textfeld 1032">
                  <a:extLst>
                    <a:ext uri="{FF2B5EF4-FFF2-40B4-BE49-F238E27FC236}">
                      <a16:creationId xmlns:a16="http://schemas.microsoft.com/office/drawing/2014/main" id="{E26B8EF2-B6BC-16EC-1C36-888C642B0A75}"/>
                    </a:ext>
                  </a:extLst>
                </p:cNvPr>
                <p:cNvSpPr txBox="1"/>
                <p:nvPr/>
              </p:nvSpPr>
              <p:spPr>
                <a:xfrm>
                  <a:off x="6195763" y="2698736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A2</a:t>
                  </a:r>
                </a:p>
              </p:txBody>
            </p:sp>
            <p:sp>
              <p:nvSpPr>
                <p:cNvPr id="1034" name="Textfeld 1033">
                  <a:extLst>
                    <a:ext uri="{FF2B5EF4-FFF2-40B4-BE49-F238E27FC236}">
                      <a16:creationId xmlns:a16="http://schemas.microsoft.com/office/drawing/2014/main" id="{1951E9E9-CF84-4838-5B7B-10038633C9AC}"/>
                    </a:ext>
                  </a:extLst>
                </p:cNvPr>
                <p:cNvSpPr txBox="1"/>
                <p:nvPr/>
              </p:nvSpPr>
              <p:spPr>
                <a:xfrm>
                  <a:off x="6195763" y="3003177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A3</a:t>
                  </a:r>
                </a:p>
              </p:txBody>
            </p:sp>
            <p:sp>
              <p:nvSpPr>
                <p:cNvPr id="1035" name="Textfeld 1034">
                  <a:extLst>
                    <a:ext uri="{FF2B5EF4-FFF2-40B4-BE49-F238E27FC236}">
                      <a16:creationId xmlns:a16="http://schemas.microsoft.com/office/drawing/2014/main" id="{3EAB87C9-8A81-C7DB-03DD-8FB7769BE5AE}"/>
                    </a:ext>
                  </a:extLst>
                </p:cNvPr>
                <p:cNvSpPr txBox="1"/>
                <p:nvPr/>
              </p:nvSpPr>
              <p:spPr>
                <a:xfrm>
                  <a:off x="6197259" y="3309970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A4</a:t>
                  </a:r>
                </a:p>
              </p:txBody>
            </p:sp>
            <p:sp>
              <p:nvSpPr>
                <p:cNvPr id="1036" name="Textfeld 1035">
                  <a:extLst>
                    <a:ext uri="{FF2B5EF4-FFF2-40B4-BE49-F238E27FC236}">
                      <a16:creationId xmlns:a16="http://schemas.microsoft.com/office/drawing/2014/main" id="{C37A9A5C-B159-7396-752D-4063484E9601}"/>
                    </a:ext>
                  </a:extLst>
                </p:cNvPr>
                <p:cNvSpPr txBox="1"/>
                <p:nvPr/>
              </p:nvSpPr>
              <p:spPr>
                <a:xfrm>
                  <a:off x="6204930" y="3629996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A5</a:t>
                  </a:r>
                </a:p>
              </p:txBody>
            </p:sp>
            <p:sp>
              <p:nvSpPr>
                <p:cNvPr id="1037" name="Textfeld 1036">
                  <a:extLst>
                    <a:ext uri="{FF2B5EF4-FFF2-40B4-BE49-F238E27FC236}">
                      <a16:creationId xmlns:a16="http://schemas.microsoft.com/office/drawing/2014/main" id="{53740DBE-D28B-D8CB-676D-33AB159F3EAF}"/>
                    </a:ext>
                  </a:extLst>
                </p:cNvPr>
                <p:cNvSpPr txBox="1"/>
                <p:nvPr/>
              </p:nvSpPr>
              <p:spPr>
                <a:xfrm>
                  <a:off x="6197310" y="3937797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A6</a:t>
                  </a:r>
                </a:p>
              </p:txBody>
            </p:sp>
            <p:sp>
              <p:nvSpPr>
                <p:cNvPr id="1038" name="Textfeld 1037">
                  <a:extLst>
                    <a:ext uri="{FF2B5EF4-FFF2-40B4-BE49-F238E27FC236}">
                      <a16:creationId xmlns:a16="http://schemas.microsoft.com/office/drawing/2014/main" id="{F27DD309-F21E-37E3-E5D2-E44E0A7EE804}"/>
                    </a:ext>
                  </a:extLst>
                </p:cNvPr>
                <p:cNvSpPr txBox="1"/>
                <p:nvPr/>
              </p:nvSpPr>
              <p:spPr>
                <a:xfrm>
                  <a:off x="6204930" y="4245588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A7</a:t>
                  </a:r>
                </a:p>
              </p:txBody>
            </p:sp>
            <p:sp>
              <p:nvSpPr>
                <p:cNvPr id="1039" name="Textfeld 1038">
                  <a:extLst>
                    <a:ext uri="{FF2B5EF4-FFF2-40B4-BE49-F238E27FC236}">
                      <a16:creationId xmlns:a16="http://schemas.microsoft.com/office/drawing/2014/main" id="{69DBA730-D397-8906-DEF6-B8205F796B4C}"/>
                    </a:ext>
                  </a:extLst>
                </p:cNvPr>
                <p:cNvSpPr txBox="1"/>
                <p:nvPr/>
              </p:nvSpPr>
              <p:spPr>
                <a:xfrm>
                  <a:off x="6197025" y="4552476"/>
                  <a:ext cx="35298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A8</a:t>
                  </a:r>
                </a:p>
              </p:txBody>
            </p:sp>
            <p:sp>
              <p:nvSpPr>
                <p:cNvPr id="1040" name="Textfeld 1039">
                  <a:extLst>
                    <a:ext uri="{FF2B5EF4-FFF2-40B4-BE49-F238E27FC236}">
                      <a16:creationId xmlns:a16="http://schemas.microsoft.com/office/drawing/2014/main" id="{AA343051-659E-6EAA-7C38-CB76D97DB6E1}"/>
                    </a:ext>
                  </a:extLst>
                </p:cNvPr>
                <p:cNvSpPr txBox="1"/>
                <p:nvPr/>
              </p:nvSpPr>
              <p:spPr>
                <a:xfrm>
                  <a:off x="9584942" y="2411439"/>
                  <a:ext cx="3946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M1</a:t>
                  </a:r>
                </a:p>
              </p:txBody>
            </p:sp>
            <p:sp>
              <p:nvSpPr>
                <p:cNvPr id="1041" name="Textfeld 1040">
                  <a:extLst>
                    <a:ext uri="{FF2B5EF4-FFF2-40B4-BE49-F238E27FC236}">
                      <a16:creationId xmlns:a16="http://schemas.microsoft.com/office/drawing/2014/main" id="{1976EDF7-B89D-EA73-CA50-C5268FAE4C5A}"/>
                    </a:ext>
                  </a:extLst>
                </p:cNvPr>
                <p:cNvSpPr txBox="1"/>
                <p:nvPr/>
              </p:nvSpPr>
              <p:spPr>
                <a:xfrm>
                  <a:off x="9584942" y="2706637"/>
                  <a:ext cx="3946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M2</a:t>
                  </a:r>
                </a:p>
              </p:txBody>
            </p:sp>
            <p:sp>
              <p:nvSpPr>
                <p:cNvPr id="1042" name="Textfeld 1041">
                  <a:extLst>
                    <a:ext uri="{FF2B5EF4-FFF2-40B4-BE49-F238E27FC236}">
                      <a16:creationId xmlns:a16="http://schemas.microsoft.com/office/drawing/2014/main" id="{BCDDAD1B-4FE8-7E3E-7AEB-79FD3DC2CCF6}"/>
                    </a:ext>
                  </a:extLst>
                </p:cNvPr>
                <p:cNvSpPr txBox="1"/>
                <p:nvPr/>
              </p:nvSpPr>
              <p:spPr>
                <a:xfrm>
                  <a:off x="9586177" y="3019894"/>
                  <a:ext cx="3946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M3</a:t>
                  </a:r>
                </a:p>
              </p:txBody>
            </p:sp>
            <p:sp>
              <p:nvSpPr>
                <p:cNvPr id="1043" name="Textfeld 1042">
                  <a:extLst>
                    <a:ext uri="{FF2B5EF4-FFF2-40B4-BE49-F238E27FC236}">
                      <a16:creationId xmlns:a16="http://schemas.microsoft.com/office/drawing/2014/main" id="{3CA666AE-E82C-F516-6BE6-070927222A0E}"/>
                    </a:ext>
                  </a:extLst>
                </p:cNvPr>
                <p:cNvSpPr txBox="1"/>
                <p:nvPr/>
              </p:nvSpPr>
              <p:spPr>
                <a:xfrm>
                  <a:off x="9587513" y="3317958"/>
                  <a:ext cx="3946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M4</a:t>
                  </a:r>
                </a:p>
              </p:txBody>
            </p:sp>
            <p:sp>
              <p:nvSpPr>
                <p:cNvPr id="1044" name="Textfeld 1043">
                  <a:extLst>
                    <a:ext uri="{FF2B5EF4-FFF2-40B4-BE49-F238E27FC236}">
                      <a16:creationId xmlns:a16="http://schemas.microsoft.com/office/drawing/2014/main" id="{1E816801-F0FD-9251-9297-B587D4184142}"/>
                    </a:ext>
                  </a:extLst>
                </p:cNvPr>
                <p:cNvSpPr txBox="1"/>
                <p:nvPr/>
              </p:nvSpPr>
              <p:spPr>
                <a:xfrm>
                  <a:off x="9614347" y="3645839"/>
                  <a:ext cx="3449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C1</a:t>
                  </a:r>
                </a:p>
              </p:txBody>
            </p:sp>
            <p:sp>
              <p:nvSpPr>
                <p:cNvPr id="1045" name="Textfeld 1044">
                  <a:extLst>
                    <a:ext uri="{FF2B5EF4-FFF2-40B4-BE49-F238E27FC236}">
                      <a16:creationId xmlns:a16="http://schemas.microsoft.com/office/drawing/2014/main" id="{43154E4A-B3E1-1959-1B9C-040B6BB8DC5C}"/>
                    </a:ext>
                  </a:extLst>
                </p:cNvPr>
                <p:cNvSpPr txBox="1"/>
                <p:nvPr/>
              </p:nvSpPr>
              <p:spPr>
                <a:xfrm>
                  <a:off x="9614347" y="3942337"/>
                  <a:ext cx="3449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C2</a:t>
                  </a:r>
                </a:p>
              </p:txBody>
            </p:sp>
            <p:sp>
              <p:nvSpPr>
                <p:cNvPr id="1046" name="Textfeld 1045">
                  <a:extLst>
                    <a:ext uri="{FF2B5EF4-FFF2-40B4-BE49-F238E27FC236}">
                      <a16:creationId xmlns:a16="http://schemas.microsoft.com/office/drawing/2014/main" id="{12920EF3-A825-3C33-98D0-752C727ECBCF}"/>
                    </a:ext>
                  </a:extLst>
                </p:cNvPr>
                <p:cNvSpPr txBox="1"/>
                <p:nvPr/>
              </p:nvSpPr>
              <p:spPr>
                <a:xfrm>
                  <a:off x="9629831" y="4255282"/>
                  <a:ext cx="3449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C3</a:t>
                  </a:r>
                </a:p>
              </p:txBody>
            </p:sp>
            <p:sp>
              <p:nvSpPr>
                <p:cNvPr id="1047" name="Textfeld 1046">
                  <a:extLst>
                    <a:ext uri="{FF2B5EF4-FFF2-40B4-BE49-F238E27FC236}">
                      <a16:creationId xmlns:a16="http://schemas.microsoft.com/office/drawing/2014/main" id="{E609273E-8FCF-88F0-5B39-B05C0C283225}"/>
                    </a:ext>
                  </a:extLst>
                </p:cNvPr>
                <p:cNvSpPr txBox="1"/>
                <p:nvPr/>
              </p:nvSpPr>
              <p:spPr>
                <a:xfrm>
                  <a:off x="9629831" y="4552987"/>
                  <a:ext cx="34496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C4</a:t>
                  </a:r>
                </a:p>
              </p:txBody>
            </p:sp>
          </p:grpSp>
          <p:grpSp>
            <p:nvGrpSpPr>
              <p:cNvPr id="948" name="Gruppieren 947">
                <a:extLst>
                  <a:ext uri="{FF2B5EF4-FFF2-40B4-BE49-F238E27FC236}">
                    <a16:creationId xmlns:a16="http://schemas.microsoft.com/office/drawing/2014/main" id="{810ED112-AFE0-E9DB-90AA-B4C9599D702B}"/>
                  </a:ext>
                </a:extLst>
              </p:cNvPr>
              <p:cNvGrpSpPr/>
              <p:nvPr/>
            </p:nvGrpSpPr>
            <p:grpSpPr>
              <a:xfrm>
                <a:off x="7228450" y="2046016"/>
                <a:ext cx="2267167" cy="2838433"/>
                <a:chOff x="9076944" y="725459"/>
                <a:chExt cx="2267167" cy="2838433"/>
              </a:xfrm>
            </p:grpSpPr>
            <p:sp>
              <p:nvSpPr>
                <p:cNvPr id="950" name="Rechteck 949">
                  <a:extLst>
                    <a:ext uri="{FF2B5EF4-FFF2-40B4-BE49-F238E27FC236}">
                      <a16:creationId xmlns:a16="http://schemas.microsoft.com/office/drawing/2014/main" id="{A6C3E334-DA05-F41A-6A8A-21302136FF1D}"/>
                    </a:ext>
                  </a:extLst>
                </p:cNvPr>
                <p:cNvSpPr/>
                <p:nvPr/>
              </p:nvSpPr>
              <p:spPr>
                <a:xfrm>
                  <a:off x="9076944" y="725459"/>
                  <a:ext cx="1650997" cy="2838433"/>
                </a:xfrm>
                <a:prstGeom prst="rect">
                  <a:avLst/>
                </a:prstGeom>
                <a:solidFill>
                  <a:schemeClr val="bg1">
                    <a:lumMod val="65000"/>
                    <a:alpha val="75000"/>
                  </a:schemeClr>
                </a:solidFill>
                <a:ln w="12700">
                  <a:solidFill>
                    <a:schemeClr val="bg1">
                      <a:lumMod val="6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951" name="Gruppieren 950">
                  <a:extLst>
                    <a:ext uri="{FF2B5EF4-FFF2-40B4-BE49-F238E27FC236}">
                      <a16:creationId xmlns:a16="http://schemas.microsoft.com/office/drawing/2014/main" id="{6123BF3E-A5DD-062A-4F5B-8FB2FBA93B69}"/>
                    </a:ext>
                  </a:extLst>
                </p:cNvPr>
                <p:cNvGrpSpPr/>
                <p:nvPr/>
              </p:nvGrpSpPr>
              <p:grpSpPr>
                <a:xfrm rot="10800000">
                  <a:off x="10289934" y="1717601"/>
                  <a:ext cx="433247" cy="720140"/>
                  <a:chOff x="7462666" y="2009937"/>
                  <a:chExt cx="433247" cy="720140"/>
                </a:xfrm>
              </p:grpSpPr>
              <p:sp>
                <p:nvSpPr>
                  <p:cNvPr id="983" name="Rechteck 982">
                    <a:extLst>
                      <a:ext uri="{FF2B5EF4-FFF2-40B4-BE49-F238E27FC236}">
                        <a16:creationId xmlns:a16="http://schemas.microsoft.com/office/drawing/2014/main" id="{071E9195-8851-3AD1-FFE0-EE0FEF09885A}"/>
                      </a:ext>
                    </a:extLst>
                  </p:cNvPr>
                  <p:cNvSpPr/>
                  <p:nvPr/>
                </p:nvSpPr>
                <p:spPr>
                  <a:xfrm>
                    <a:off x="7463913" y="2009937"/>
                    <a:ext cx="432000" cy="72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984" name="Ellipse 983">
                    <a:extLst>
                      <a:ext uri="{FF2B5EF4-FFF2-40B4-BE49-F238E27FC236}">
                        <a16:creationId xmlns:a16="http://schemas.microsoft.com/office/drawing/2014/main" id="{2C239826-AE6A-AC56-6B68-72CA9E7B0CCC}"/>
                      </a:ext>
                    </a:extLst>
                  </p:cNvPr>
                  <p:cNvSpPr/>
                  <p:nvPr/>
                </p:nvSpPr>
                <p:spPr>
                  <a:xfrm>
                    <a:off x="7649823" y="2028825"/>
                    <a:ext cx="144000" cy="144000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85" name="Ellipse 984">
                    <a:extLst>
                      <a:ext uri="{FF2B5EF4-FFF2-40B4-BE49-F238E27FC236}">
                        <a16:creationId xmlns:a16="http://schemas.microsoft.com/office/drawing/2014/main" id="{6E97BA4B-1C48-21B7-F2AC-D9743C8EE119}"/>
                      </a:ext>
                    </a:extLst>
                  </p:cNvPr>
                  <p:cNvSpPr/>
                  <p:nvPr/>
                </p:nvSpPr>
                <p:spPr>
                  <a:xfrm>
                    <a:off x="7649823" y="2205000"/>
                    <a:ext cx="144000" cy="144000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86" name="Ellipse 985">
                    <a:extLst>
                      <a:ext uri="{FF2B5EF4-FFF2-40B4-BE49-F238E27FC236}">
                        <a16:creationId xmlns:a16="http://schemas.microsoft.com/office/drawing/2014/main" id="{DF5F4545-C3D0-59F6-D8B2-942ADA8AFBCD}"/>
                      </a:ext>
                    </a:extLst>
                  </p:cNvPr>
                  <p:cNvSpPr/>
                  <p:nvPr/>
                </p:nvSpPr>
                <p:spPr>
                  <a:xfrm>
                    <a:off x="7649823" y="2381175"/>
                    <a:ext cx="144000" cy="144000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87" name="Ellipse 986">
                    <a:extLst>
                      <a:ext uri="{FF2B5EF4-FFF2-40B4-BE49-F238E27FC236}">
                        <a16:creationId xmlns:a16="http://schemas.microsoft.com/office/drawing/2014/main" id="{55BF8977-28C4-432B-6AA5-CD6B62C202FB}"/>
                      </a:ext>
                    </a:extLst>
                  </p:cNvPr>
                  <p:cNvSpPr/>
                  <p:nvPr/>
                </p:nvSpPr>
                <p:spPr>
                  <a:xfrm>
                    <a:off x="7649823" y="2565000"/>
                    <a:ext cx="144000" cy="144000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88" name="Rechteck 987">
                    <a:extLst>
                      <a:ext uri="{FF2B5EF4-FFF2-40B4-BE49-F238E27FC236}">
                        <a16:creationId xmlns:a16="http://schemas.microsoft.com/office/drawing/2014/main" id="{B826CF82-91FC-3848-85F0-7A0FB703D5CE}"/>
                      </a:ext>
                    </a:extLst>
                  </p:cNvPr>
                  <p:cNvSpPr/>
                  <p:nvPr/>
                </p:nvSpPr>
                <p:spPr>
                  <a:xfrm>
                    <a:off x="7462666" y="2010797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989" name="Rechteck 988">
                    <a:extLst>
                      <a:ext uri="{FF2B5EF4-FFF2-40B4-BE49-F238E27FC236}">
                        <a16:creationId xmlns:a16="http://schemas.microsoft.com/office/drawing/2014/main" id="{A8BFE2FC-9D3D-E73C-818D-AC1973A9E8DE}"/>
                      </a:ext>
                    </a:extLst>
                  </p:cNvPr>
                  <p:cNvSpPr/>
                  <p:nvPr/>
                </p:nvSpPr>
                <p:spPr>
                  <a:xfrm>
                    <a:off x="7462666" y="2550077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990" name="Rechteck 989">
                    <a:extLst>
                      <a:ext uri="{FF2B5EF4-FFF2-40B4-BE49-F238E27FC236}">
                        <a16:creationId xmlns:a16="http://schemas.microsoft.com/office/drawing/2014/main" id="{8A1C6217-AD34-D47E-EAFF-6EC77C74EB16}"/>
                      </a:ext>
                    </a:extLst>
                  </p:cNvPr>
                  <p:cNvSpPr/>
                  <p:nvPr/>
                </p:nvSpPr>
                <p:spPr>
                  <a:xfrm>
                    <a:off x="7462666" y="2370317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991" name="Rechteck 990">
                    <a:extLst>
                      <a:ext uri="{FF2B5EF4-FFF2-40B4-BE49-F238E27FC236}">
                        <a16:creationId xmlns:a16="http://schemas.microsoft.com/office/drawing/2014/main" id="{5E69E47D-7B7A-45B2-A816-809FE1513AD3}"/>
                      </a:ext>
                    </a:extLst>
                  </p:cNvPr>
                  <p:cNvSpPr/>
                  <p:nvPr/>
                </p:nvSpPr>
                <p:spPr>
                  <a:xfrm>
                    <a:off x="7462666" y="2190557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cxnSp>
                <p:nvCxnSpPr>
                  <p:cNvPr id="992" name="Gerader Verbinder 991">
                    <a:extLst>
                      <a:ext uri="{FF2B5EF4-FFF2-40B4-BE49-F238E27FC236}">
                        <a16:creationId xmlns:a16="http://schemas.microsoft.com/office/drawing/2014/main" id="{488FD26F-7B24-9285-81A7-6C551BEAAD3F}"/>
                      </a:ext>
                    </a:extLst>
                  </p:cNvPr>
                  <p:cNvCxnSpPr>
                    <a:cxnSpLocks/>
                    <a:stCxn id="984" idx="3"/>
                    <a:endCxn id="984" idx="7"/>
                  </p:cNvCxnSpPr>
                  <p:nvPr/>
                </p:nvCxnSpPr>
                <p:spPr>
                  <a:xfrm flipV="1">
                    <a:off x="7670911" y="2049913"/>
                    <a:ext cx="101824" cy="101824"/>
                  </a:xfrm>
                  <a:prstGeom prst="line">
                    <a:avLst/>
                  </a:prstGeom>
                  <a:ln w="25400">
                    <a:solidFill>
                      <a:schemeClr val="bg1">
                        <a:lumMod val="75000"/>
                      </a:schemeClr>
                    </a:solidFill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3" name="Gerader Verbinder 992">
                    <a:extLst>
                      <a:ext uri="{FF2B5EF4-FFF2-40B4-BE49-F238E27FC236}">
                        <a16:creationId xmlns:a16="http://schemas.microsoft.com/office/drawing/2014/main" id="{9B733EE2-1CC2-056A-F5DC-1833B3A047FE}"/>
                      </a:ext>
                    </a:extLst>
                  </p:cNvPr>
                  <p:cNvCxnSpPr>
                    <a:cxnSpLocks/>
                    <a:stCxn id="985" idx="1"/>
                    <a:endCxn id="985" idx="5"/>
                  </p:cNvCxnSpPr>
                  <p:nvPr/>
                </p:nvCxnSpPr>
                <p:spPr>
                  <a:xfrm>
                    <a:off x="7670911" y="2226088"/>
                    <a:ext cx="101824" cy="101824"/>
                  </a:xfrm>
                  <a:prstGeom prst="line">
                    <a:avLst/>
                  </a:prstGeom>
                  <a:ln w="25400">
                    <a:solidFill>
                      <a:schemeClr val="bg1">
                        <a:lumMod val="75000"/>
                      </a:schemeClr>
                    </a:solidFill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4" name="Gerader Verbinder 993">
                    <a:extLst>
                      <a:ext uri="{FF2B5EF4-FFF2-40B4-BE49-F238E27FC236}">
                        <a16:creationId xmlns:a16="http://schemas.microsoft.com/office/drawing/2014/main" id="{CE037232-A971-92E3-B86F-85527ACBF8E8}"/>
                      </a:ext>
                    </a:extLst>
                  </p:cNvPr>
                  <p:cNvCxnSpPr>
                    <a:cxnSpLocks/>
                    <a:stCxn id="986" idx="2"/>
                    <a:endCxn id="986" idx="6"/>
                  </p:cNvCxnSpPr>
                  <p:nvPr/>
                </p:nvCxnSpPr>
                <p:spPr>
                  <a:xfrm>
                    <a:off x="7649823" y="2453175"/>
                    <a:ext cx="144000" cy="0"/>
                  </a:xfrm>
                  <a:prstGeom prst="line">
                    <a:avLst/>
                  </a:prstGeom>
                  <a:ln w="25400">
                    <a:solidFill>
                      <a:schemeClr val="bg1">
                        <a:lumMod val="75000"/>
                      </a:schemeClr>
                    </a:solidFill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995" name="Gerader Verbinder 994">
                    <a:extLst>
                      <a:ext uri="{FF2B5EF4-FFF2-40B4-BE49-F238E27FC236}">
                        <a16:creationId xmlns:a16="http://schemas.microsoft.com/office/drawing/2014/main" id="{CB834F37-21A0-6D49-B29C-DECEA1276B64}"/>
                      </a:ext>
                    </a:extLst>
                  </p:cNvPr>
                  <p:cNvCxnSpPr>
                    <a:cxnSpLocks/>
                    <a:stCxn id="987" idx="4"/>
                    <a:endCxn id="987" idx="0"/>
                  </p:cNvCxnSpPr>
                  <p:nvPr/>
                </p:nvCxnSpPr>
                <p:spPr>
                  <a:xfrm flipV="1">
                    <a:off x="7721823" y="2565000"/>
                    <a:ext cx="0" cy="144000"/>
                  </a:xfrm>
                  <a:prstGeom prst="line">
                    <a:avLst/>
                  </a:prstGeom>
                  <a:ln w="25400">
                    <a:solidFill>
                      <a:schemeClr val="bg1">
                        <a:lumMod val="75000"/>
                      </a:schemeClr>
                    </a:solidFill>
                  </a:ln>
                  <a:effectLst>
                    <a:innerShdw blurRad="63500" dist="50800" dir="13500000">
                      <a:prstClr val="black">
                        <a:alpha val="50000"/>
                      </a:prstClr>
                    </a:innerShdw>
                  </a:effectLst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952" name="Gruppieren 951">
                  <a:extLst>
                    <a:ext uri="{FF2B5EF4-FFF2-40B4-BE49-F238E27FC236}">
                      <a16:creationId xmlns:a16="http://schemas.microsoft.com/office/drawing/2014/main" id="{5FEF9F70-89BD-C768-FC24-A44E067E51A8}"/>
                    </a:ext>
                  </a:extLst>
                </p:cNvPr>
                <p:cNvGrpSpPr/>
                <p:nvPr/>
              </p:nvGrpSpPr>
              <p:grpSpPr>
                <a:xfrm rot="16200000">
                  <a:off x="9941677" y="2057422"/>
                  <a:ext cx="359745" cy="180000"/>
                  <a:chOff x="7869855" y="3898992"/>
                  <a:chExt cx="359745" cy="180000"/>
                </a:xfrm>
              </p:grpSpPr>
              <p:sp>
                <p:nvSpPr>
                  <p:cNvPr id="980" name="Rechteck 979">
                    <a:extLst>
                      <a:ext uri="{FF2B5EF4-FFF2-40B4-BE49-F238E27FC236}">
                        <a16:creationId xmlns:a16="http://schemas.microsoft.com/office/drawing/2014/main" id="{4003C0A6-F9C5-A025-DB5A-0A55EBEF80D9}"/>
                      </a:ext>
                    </a:extLst>
                  </p:cNvPr>
                  <p:cNvSpPr/>
                  <p:nvPr/>
                </p:nvSpPr>
                <p:spPr>
                  <a:xfrm>
                    <a:off x="7869855" y="3898992"/>
                    <a:ext cx="359745" cy="18000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81" name="Rechteck 980">
                    <a:extLst>
                      <a:ext uri="{FF2B5EF4-FFF2-40B4-BE49-F238E27FC236}">
                        <a16:creationId xmlns:a16="http://schemas.microsoft.com/office/drawing/2014/main" id="{D7DB1A44-864B-ECBF-6667-FD07E2263AA6}"/>
                      </a:ext>
                    </a:extLst>
                  </p:cNvPr>
                  <p:cNvSpPr/>
                  <p:nvPr/>
                </p:nvSpPr>
                <p:spPr>
                  <a:xfrm>
                    <a:off x="7914640" y="3929897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82" name="Rechteck 981">
                    <a:extLst>
                      <a:ext uri="{FF2B5EF4-FFF2-40B4-BE49-F238E27FC236}">
                        <a16:creationId xmlns:a16="http://schemas.microsoft.com/office/drawing/2014/main" id="{87D22B48-2373-72CD-D01B-ACE470016BAD}"/>
                      </a:ext>
                    </a:extLst>
                  </p:cNvPr>
                  <p:cNvSpPr/>
                  <p:nvPr/>
                </p:nvSpPr>
                <p:spPr>
                  <a:xfrm>
                    <a:off x="8094238" y="3929897"/>
                    <a:ext cx="91440" cy="111825"/>
                  </a:xfrm>
                  <a:prstGeom prst="rect">
                    <a:avLst/>
                  </a:prstGeom>
                  <a:solidFill>
                    <a:schemeClr val="accent4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</p:grpSp>
            <p:sp>
              <p:nvSpPr>
                <p:cNvPr id="953" name="Textfeld 952">
                  <a:extLst>
                    <a:ext uri="{FF2B5EF4-FFF2-40B4-BE49-F238E27FC236}">
                      <a16:creationId xmlns:a16="http://schemas.microsoft.com/office/drawing/2014/main" id="{3B3DA1B7-45D4-426A-E494-B72C61EA76EF}"/>
                    </a:ext>
                  </a:extLst>
                </p:cNvPr>
                <p:cNvSpPr txBox="1"/>
                <p:nvPr/>
              </p:nvSpPr>
              <p:spPr>
                <a:xfrm>
                  <a:off x="10688611" y="2211663"/>
                  <a:ext cx="65550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RS485B</a:t>
                  </a:r>
                </a:p>
              </p:txBody>
            </p:sp>
            <p:sp>
              <p:nvSpPr>
                <p:cNvPr id="954" name="Textfeld 953">
                  <a:extLst>
                    <a:ext uri="{FF2B5EF4-FFF2-40B4-BE49-F238E27FC236}">
                      <a16:creationId xmlns:a16="http://schemas.microsoft.com/office/drawing/2014/main" id="{11A6D296-19A5-525A-EEE1-F53337B920F9}"/>
                    </a:ext>
                  </a:extLst>
                </p:cNvPr>
                <p:cNvSpPr txBox="1"/>
                <p:nvPr/>
              </p:nvSpPr>
              <p:spPr>
                <a:xfrm>
                  <a:off x="10682199" y="1680986"/>
                  <a:ext cx="66191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RS485A</a:t>
                  </a:r>
                </a:p>
              </p:txBody>
            </p:sp>
            <p:sp>
              <p:nvSpPr>
                <p:cNvPr id="955" name="Textfeld 954">
                  <a:extLst>
                    <a:ext uri="{FF2B5EF4-FFF2-40B4-BE49-F238E27FC236}">
                      <a16:creationId xmlns:a16="http://schemas.microsoft.com/office/drawing/2014/main" id="{5BBF0985-6178-19F8-6F59-78E3D3E0DB33}"/>
                    </a:ext>
                  </a:extLst>
                </p:cNvPr>
                <p:cNvSpPr txBox="1"/>
                <p:nvPr/>
              </p:nvSpPr>
              <p:spPr>
                <a:xfrm>
                  <a:off x="10688611" y="1857442"/>
                  <a:ext cx="65550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RS485B</a:t>
                  </a:r>
                </a:p>
              </p:txBody>
            </p:sp>
            <p:sp>
              <p:nvSpPr>
                <p:cNvPr id="956" name="Textfeld 955">
                  <a:extLst>
                    <a:ext uri="{FF2B5EF4-FFF2-40B4-BE49-F238E27FC236}">
                      <a16:creationId xmlns:a16="http://schemas.microsoft.com/office/drawing/2014/main" id="{47A5C13C-95C5-E4A7-EC6D-A5E9E3AB594A}"/>
                    </a:ext>
                  </a:extLst>
                </p:cNvPr>
                <p:cNvSpPr txBox="1"/>
                <p:nvPr/>
              </p:nvSpPr>
              <p:spPr>
                <a:xfrm>
                  <a:off x="10682199" y="2040266"/>
                  <a:ext cx="66191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RS485A</a:t>
                  </a:r>
                </a:p>
              </p:txBody>
            </p:sp>
            <p:sp>
              <p:nvSpPr>
                <p:cNvPr id="957" name="Textfeld 956">
                  <a:extLst>
                    <a:ext uri="{FF2B5EF4-FFF2-40B4-BE49-F238E27FC236}">
                      <a16:creationId xmlns:a16="http://schemas.microsoft.com/office/drawing/2014/main" id="{F0ECFFFF-947D-0AA2-7D14-04616C8C3114}"/>
                    </a:ext>
                  </a:extLst>
                </p:cNvPr>
                <p:cNvSpPr txBox="1"/>
                <p:nvPr/>
              </p:nvSpPr>
              <p:spPr>
                <a:xfrm>
                  <a:off x="10682199" y="2423591"/>
                  <a:ext cx="349776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9V</a:t>
                  </a:r>
                </a:p>
              </p:txBody>
            </p:sp>
            <p:grpSp>
              <p:nvGrpSpPr>
                <p:cNvPr id="958" name="Gruppieren 957">
                  <a:extLst>
                    <a:ext uri="{FF2B5EF4-FFF2-40B4-BE49-F238E27FC236}">
                      <a16:creationId xmlns:a16="http://schemas.microsoft.com/office/drawing/2014/main" id="{8D37E252-457D-BE6A-044D-0B2B00601CFF}"/>
                    </a:ext>
                  </a:extLst>
                </p:cNvPr>
                <p:cNvGrpSpPr/>
                <p:nvPr/>
              </p:nvGrpSpPr>
              <p:grpSpPr>
                <a:xfrm>
                  <a:off x="9162394" y="2826856"/>
                  <a:ext cx="1508654" cy="529887"/>
                  <a:chOff x="5585559" y="992874"/>
                  <a:chExt cx="1508654" cy="529887"/>
                </a:xfrm>
              </p:grpSpPr>
              <p:sp>
                <p:nvSpPr>
                  <p:cNvPr id="974" name="Ellipse 973">
                    <a:extLst>
                      <a:ext uri="{FF2B5EF4-FFF2-40B4-BE49-F238E27FC236}">
                        <a16:creationId xmlns:a16="http://schemas.microsoft.com/office/drawing/2014/main" id="{2807EE0C-D924-6A33-ECEC-1FBD4B9E3278}"/>
                      </a:ext>
                    </a:extLst>
                  </p:cNvPr>
                  <p:cNvSpPr/>
                  <p:nvPr/>
                </p:nvSpPr>
                <p:spPr>
                  <a:xfrm>
                    <a:off x="6251530" y="1240202"/>
                    <a:ext cx="180000" cy="180000"/>
                  </a:xfrm>
                  <a:prstGeom prst="ellipse">
                    <a:avLst/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75" name="Ellipse 974">
                    <a:extLst>
                      <a:ext uri="{FF2B5EF4-FFF2-40B4-BE49-F238E27FC236}">
                        <a16:creationId xmlns:a16="http://schemas.microsoft.com/office/drawing/2014/main" id="{DE441973-86A8-621B-7D50-DA0980B43A47}"/>
                      </a:ext>
                    </a:extLst>
                  </p:cNvPr>
                  <p:cNvSpPr/>
                  <p:nvPr/>
                </p:nvSpPr>
                <p:spPr>
                  <a:xfrm>
                    <a:off x="5660485" y="1150202"/>
                    <a:ext cx="360000" cy="360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76" name="Ellipse 975">
                    <a:extLst>
                      <a:ext uri="{FF2B5EF4-FFF2-40B4-BE49-F238E27FC236}">
                        <a16:creationId xmlns:a16="http://schemas.microsoft.com/office/drawing/2014/main" id="{839789DE-C61D-ADB2-E293-F3760561C4F7}"/>
                      </a:ext>
                    </a:extLst>
                  </p:cNvPr>
                  <p:cNvSpPr/>
                  <p:nvPr/>
                </p:nvSpPr>
                <p:spPr>
                  <a:xfrm>
                    <a:off x="6662575" y="1162761"/>
                    <a:ext cx="360000" cy="360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77" name="Textfeld 976">
                    <a:extLst>
                      <a:ext uri="{FF2B5EF4-FFF2-40B4-BE49-F238E27FC236}">
                        <a16:creationId xmlns:a16="http://schemas.microsoft.com/office/drawing/2014/main" id="{0754AAD5-F30A-EAAF-36EF-55657B55DCEC}"/>
                      </a:ext>
                    </a:extLst>
                  </p:cNvPr>
                  <p:cNvSpPr txBox="1"/>
                  <p:nvPr/>
                </p:nvSpPr>
                <p:spPr>
                  <a:xfrm>
                    <a:off x="6063722" y="992874"/>
                    <a:ext cx="563103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RESET</a:t>
                    </a:r>
                  </a:p>
                </p:txBody>
              </p:sp>
              <p:sp>
                <p:nvSpPr>
                  <p:cNvPr id="978" name="Textfeld 977">
                    <a:extLst>
                      <a:ext uri="{FF2B5EF4-FFF2-40B4-BE49-F238E27FC236}">
                        <a16:creationId xmlns:a16="http://schemas.microsoft.com/office/drawing/2014/main" id="{DEF77498-F543-F3E1-7440-22C44932D6D9}"/>
                      </a:ext>
                    </a:extLst>
                  </p:cNvPr>
                  <p:cNvSpPr txBox="1"/>
                  <p:nvPr/>
                </p:nvSpPr>
                <p:spPr>
                  <a:xfrm>
                    <a:off x="6596961" y="1203894"/>
                    <a:ext cx="49725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LED2</a:t>
                    </a:r>
                  </a:p>
                </p:txBody>
              </p:sp>
              <p:sp>
                <p:nvSpPr>
                  <p:cNvPr id="979" name="Textfeld 978">
                    <a:extLst>
                      <a:ext uri="{FF2B5EF4-FFF2-40B4-BE49-F238E27FC236}">
                        <a16:creationId xmlns:a16="http://schemas.microsoft.com/office/drawing/2014/main" id="{1C5FFE42-DFB1-C6CB-EA95-290F1BA183D3}"/>
                      </a:ext>
                    </a:extLst>
                  </p:cNvPr>
                  <p:cNvSpPr txBox="1"/>
                  <p:nvPr/>
                </p:nvSpPr>
                <p:spPr>
                  <a:xfrm>
                    <a:off x="5585559" y="1197408"/>
                    <a:ext cx="497252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LED1</a:t>
                    </a:r>
                  </a:p>
                </p:txBody>
              </p:sp>
            </p:grpSp>
            <p:sp>
              <p:nvSpPr>
                <p:cNvPr id="959" name="Textfeld 958">
                  <a:extLst>
                    <a:ext uri="{FF2B5EF4-FFF2-40B4-BE49-F238E27FC236}">
                      <a16:creationId xmlns:a16="http://schemas.microsoft.com/office/drawing/2014/main" id="{E1DBC2D3-D214-EC73-7854-F63F54F5A157}"/>
                    </a:ext>
                  </a:extLst>
                </p:cNvPr>
                <p:cNvSpPr txBox="1"/>
                <p:nvPr/>
              </p:nvSpPr>
              <p:spPr>
                <a:xfrm rot="16200000">
                  <a:off x="9650329" y="2012659"/>
                  <a:ext cx="57214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RS485</a:t>
                  </a:r>
                </a:p>
              </p:txBody>
            </p:sp>
            <p:sp>
              <p:nvSpPr>
                <p:cNvPr id="960" name="Rechteck: abgerundete Ecken 959">
                  <a:extLst>
                    <a:ext uri="{FF2B5EF4-FFF2-40B4-BE49-F238E27FC236}">
                      <a16:creationId xmlns:a16="http://schemas.microsoft.com/office/drawing/2014/main" id="{BD0EFB5D-85F4-7110-0F01-5B9110FA403E}"/>
                    </a:ext>
                  </a:extLst>
                </p:cNvPr>
                <p:cNvSpPr/>
                <p:nvPr/>
              </p:nvSpPr>
              <p:spPr>
                <a:xfrm>
                  <a:off x="9623217" y="863494"/>
                  <a:ext cx="90000" cy="1620000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61" name="Rechteck: abgerundete Ecken 960">
                  <a:extLst>
                    <a:ext uri="{FF2B5EF4-FFF2-40B4-BE49-F238E27FC236}">
                      <a16:creationId xmlns:a16="http://schemas.microsoft.com/office/drawing/2014/main" id="{7A8717E4-C1B0-11B3-CFA9-C43D2C60742B}"/>
                    </a:ext>
                  </a:extLst>
                </p:cNvPr>
                <p:cNvSpPr/>
                <p:nvPr/>
              </p:nvSpPr>
              <p:spPr>
                <a:xfrm>
                  <a:off x="9437873" y="863494"/>
                  <a:ext cx="90000" cy="1620000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grpSp>
              <p:nvGrpSpPr>
                <p:cNvPr id="962" name="Gruppieren 961">
                  <a:extLst>
                    <a:ext uri="{FF2B5EF4-FFF2-40B4-BE49-F238E27FC236}">
                      <a16:creationId xmlns:a16="http://schemas.microsoft.com/office/drawing/2014/main" id="{F56A843D-29A8-2EF7-57F7-B2FAC6F65C96}"/>
                    </a:ext>
                  </a:extLst>
                </p:cNvPr>
                <p:cNvGrpSpPr/>
                <p:nvPr/>
              </p:nvGrpSpPr>
              <p:grpSpPr>
                <a:xfrm>
                  <a:off x="10275371" y="863273"/>
                  <a:ext cx="521306" cy="576000"/>
                  <a:chOff x="5522556" y="3472601"/>
                  <a:chExt cx="521306" cy="576000"/>
                </a:xfrm>
              </p:grpSpPr>
              <p:sp>
                <p:nvSpPr>
                  <p:cNvPr id="972" name="Rechteck: abgerundete Ecken 971">
                    <a:extLst>
                      <a:ext uri="{FF2B5EF4-FFF2-40B4-BE49-F238E27FC236}">
                        <a16:creationId xmlns:a16="http://schemas.microsoft.com/office/drawing/2014/main" id="{1D5F4F15-F2AE-C856-F4B6-68BF66919CA2}"/>
                      </a:ext>
                    </a:extLst>
                  </p:cNvPr>
                  <p:cNvSpPr/>
                  <p:nvPr/>
                </p:nvSpPr>
                <p:spPr>
                  <a:xfrm>
                    <a:off x="5522556" y="3472601"/>
                    <a:ext cx="521305" cy="576000"/>
                  </a:xfrm>
                  <a:prstGeom prst="roundRect">
                    <a:avLst/>
                  </a:prstGeom>
                  <a:solidFill>
                    <a:srgbClr val="76717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73" name="Textfeld 972">
                    <a:extLst>
                      <a:ext uri="{FF2B5EF4-FFF2-40B4-BE49-F238E27FC236}">
                        <a16:creationId xmlns:a16="http://schemas.microsoft.com/office/drawing/2014/main" id="{B5BD144E-8BFB-ED20-D1BB-CAADE117C834}"/>
                      </a:ext>
                    </a:extLst>
                  </p:cNvPr>
                  <p:cNvSpPr txBox="1"/>
                  <p:nvPr/>
                </p:nvSpPr>
                <p:spPr>
                  <a:xfrm>
                    <a:off x="5533134" y="3622102"/>
                    <a:ext cx="510728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de-DE" sz="1200" dirty="0"/>
                      <a:t>USB</a:t>
                    </a:r>
                  </a:p>
                </p:txBody>
              </p:sp>
            </p:grpSp>
            <p:grpSp>
              <p:nvGrpSpPr>
                <p:cNvPr id="963" name="Gruppieren 962">
                  <a:extLst>
                    <a:ext uri="{FF2B5EF4-FFF2-40B4-BE49-F238E27FC236}">
                      <a16:creationId xmlns:a16="http://schemas.microsoft.com/office/drawing/2014/main" id="{BE1CC974-AC84-19AA-78E2-4A6038CBFB3C}"/>
                    </a:ext>
                  </a:extLst>
                </p:cNvPr>
                <p:cNvGrpSpPr/>
                <p:nvPr/>
              </p:nvGrpSpPr>
              <p:grpSpPr>
                <a:xfrm rot="10800000">
                  <a:off x="10293953" y="2479609"/>
                  <a:ext cx="433247" cy="360620"/>
                  <a:chOff x="8238632" y="1988930"/>
                  <a:chExt cx="433247" cy="360620"/>
                </a:xfrm>
              </p:grpSpPr>
              <p:sp>
                <p:nvSpPr>
                  <p:cNvPr id="967" name="Rechteck 966">
                    <a:extLst>
                      <a:ext uri="{FF2B5EF4-FFF2-40B4-BE49-F238E27FC236}">
                        <a16:creationId xmlns:a16="http://schemas.microsoft.com/office/drawing/2014/main" id="{A7647895-74F3-E0A2-5355-59E8CA56A0CC}"/>
                      </a:ext>
                    </a:extLst>
                  </p:cNvPr>
                  <p:cNvSpPr/>
                  <p:nvPr/>
                </p:nvSpPr>
                <p:spPr>
                  <a:xfrm>
                    <a:off x="8239879" y="1988930"/>
                    <a:ext cx="432000" cy="36007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968" name="Ellipse 967">
                    <a:extLst>
                      <a:ext uri="{FF2B5EF4-FFF2-40B4-BE49-F238E27FC236}">
                        <a16:creationId xmlns:a16="http://schemas.microsoft.com/office/drawing/2014/main" id="{30CC1A39-B0C7-B0FC-F372-3A84A57DA7B7}"/>
                      </a:ext>
                    </a:extLst>
                  </p:cNvPr>
                  <p:cNvSpPr/>
                  <p:nvPr/>
                </p:nvSpPr>
                <p:spPr>
                  <a:xfrm>
                    <a:off x="8425789" y="2007818"/>
                    <a:ext cx="144000" cy="144000"/>
                  </a:xfrm>
                  <a:prstGeom prst="ellipse">
                    <a:avLst/>
                  </a:prstGeom>
                  <a:solidFill>
                    <a:srgbClr val="92D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69" name="Ellipse 968">
                    <a:extLst>
                      <a:ext uri="{FF2B5EF4-FFF2-40B4-BE49-F238E27FC236}">
                        <a16:creationId xmlns:a16="http://schemas.microsoft.com/office/drawing/2014/main" id="{FAF9B10A-F4F3-07AD-A107-07EF4EA86956}"/>
                      </a:ext>
                    </a:extLst>
                  </p:cNvPr>
                  <p:cNvSpPr/>
                  <p:nvPr/>
                </p:nvSpPr>
                <p:spPr>
                  <a:xfrm>
                    <a:off x="8425789" y="2183993"/>
                    <a:ext cx="144000" cy="144000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/>
                  </a:p>
                </p:txBody>
              </p:sp>
              <p:sp>
                <p:nvSpPr>
                  <p:cNvPr id="970" name="Rechteck 969">
                    <a:extLst>
                      <a:ext uri="{FF2B5EF4-FFF2-40B4-BE49-F238E27FC236}">
                        <a16:creationId xmlns:a16="http://schemas.microsoft.com/office/drawing/2014/main" id="{662882E1-E174-3644-A6C6-FB6B53D69000}"/>
                      </a:ext>
                    </a:extLst>
                  </p:cNvPr>
                  <p:cNvSpPr/>
                  <p:nvPr/>
                </p:nvSpPr>
                <p:spPr>
                  <a:xfrm>
                    <a:off x="8238632" y="1989790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  <p:sp>
                <p:nvSpPr>
                  <p:cNvPr id="971" name="Rechteck 970">
                    <a:extLst>
                      <a:ext uri="{FF2B5EF4-FFF2-40B4-BE49-F238E27FC236}">
                        <a16:creationId xmlns:a16="http://schemas.microsoft.com/office/drawing/2014/main" id="{5F57F489-B9E8-2AD4-6B2E-5955CDB42D4E}"/>
                      </a:ext>
                    </a:extLst>
                  </p:cNvPr>
                  <p:cNvSpPr/>
                  <p:nvPr/>
                </p:nvSpPr>
                <p:spPr>
                  <a:xfrm>
                    <a:off x="8238632" y="2169550"/>
                    <a:ext cx="90000" cy="180000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chemeClr val="bg2">
                        <a:lumMod val="50000"/>
                      </a:schemeClr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>
                      <a:noFill/>
                    </a:endParaRPr>
                  </a:p>
                </p:txBody>
              </p:sp>
            </p:grpSp>
            <p:sp>
              <p:nvSpPr>
                <p:cNvPr id="964" name="Rechteck: abgerundete Ecken 963">
                  <a:extLst>
                    <a:ext uri="{FF2B5EF4-FFF2-40B4-BE49-F238E27FC236}">
                      <a16:creationId xmlns:a16="http://schemas.microsoft.com/office/drawing/2014/main" id="{0468DA66-4110-B48E-E9E8-3FEC524A4D64}"/>
                    </a:ext>
                  </a:extLst>
                </p:cNvPr>
                <p:cNvSpPr/>
                <p:nvPr/>
              </p:nvSpPr>
              <p:spPr>
                <a:xfrm>
                  <a:off x="10021397" y="863494"/>
                  <a:ext cx="90000" cy="1023345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65" name="Rechteck: abgerundete Ecken 964">
                  <a:extLst>
                    <a:ext uri="{FF2B5EF4-FFF2-40B4-BE49-F238E27FC236}">
                      <a16:creationId xmlns:a16="http://schemas.microsoft.com/office/drawing/2014/main" id="{23781117-9341-4F49-1763-A683E4B7332B}"/>
                    </a:ext>
                  </a:extLst>
                </p:cNvPr>
                <p:cNvSpPr/>
                <p:nvPr/>
              </p:nvSpPr>
              <p:spPr>
                <a:xfrm>
                  <a:off x="9836053" y="863494"/>
                  <a:ext cx="90000" cy="1023345"/>
                </a:xfrm>
                <a:prstGeom prst="round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66" name="Textfeld 965">
                  <a:extLst>
                    <a:ext uri="{FF2B5EF4-FFF2-40B4-BE49-F238E27FC236}">
                      <a16:creationId xmlns:a16="http://schemas.microsoft.com/office/drawing/2014/main" id="{E6BEF564-261C-7EE2-C3F2-F59347DCAE79}"/>
                    </a:ext>
                  </a:extLst>
                </p:cNvPr>
                <p:cNvSpPr txBox="1"/>
                <p:nvPr/>
              </p:nvSpPr>
              <p:spPr>
                <a:xfrm>
                  <a:off x="10682199" y="2582581"/>
                  <a:ext cx="476413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1200" dirty="0"/>
                    <a:t>GND</a:t>
                  </a:r>
                </a:p>
              </p:txBody>
            </p:sp>
          </p:grpSp>
          <p:sp>
            <p:nvSpPr>
              <p:cNvPr id="949" name="Textfeld 948">
                <a:extLst>
                  <a:ext uri="{FF2B5EF4-FFF2-40B4-BE49-F238E27FC236}">
                    <a16:creationId xmlns:a16="http://schemas.microsoft.com/office/drawing/2014/main" id="{295046C4-F9B5-9A85-A790-649C92A4E554}"/>
                  </a:ext>
                </a:extLst>
              </p:cNvPr>
              <p:cNvSpPr txBox="1"/>
              <p:nvPr/>
            </p:nvSpPr>
            <p:spPr>
              <a:xfrm>
                <a:off x="9189881" y="929324"/>
                <a:ext cx="52290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1200" dirty="0"/>
                  <a:t>9V IN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9567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AB282AB2-A7A8-4F5C-360F-F4C548BC80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48" y="619805"/>
            <a:ext cx="5364945" cy="290347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98F4A187-FA47-F40F-7E82-7E7140331B3F}"/>
              </a:ext>
            </a:extLst>
          </p:cNvPr>
          <p:cNvGrpSpPr/>
          <p:nvPr/>
        </p:nvGrpSpPr>
        <p:grpSpPr>
          <a:xfrm>
            <a:off x="5974735" y="619805"/>
            <a:ext cx="5364945" cy="2903472"/>
            <a:chOff x="5974735" y="619805"/>
            <a:chExt cx="5364945" cy="2903472"/>
          </a:xfrm>
        </p:grpSpPr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41CCFC62-6C4C-943B-8D12-5B8A7F7E23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74735" y="619805"/>
              <a:ext cx="5364945" cy="2903472"/>
            </a:xfrm>
            <a:prstGeom prst="rect">
              <a:avLst/>
            </a:prstGeom>
            <a:ln>
              <a:noFill/>
            </a:ln>
          </p:spPr>
        </p:pic>
        <p:pic>
          <p:nvPicPr>
            <p:cNvPr id="10" name="Grafik 9" descr="Ein Bild, das Symbol, Logo, Schrift, Design enthält.&#10;&#10;Automatisch generierte Beschreibung">
              <a:extLst>
                <a:ext uri="{FF2B5EF4-FFF2-40B4-BE49-F238E27FC236}">
                  <a16:creationId xmlns:a16="http://schemas.microsoft.com/office/drawing/2014/main" id="{C705EF26-C29B-7680-5A83-677838CB1F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165" t="30246" r="25165" b="32356"/>
            <a:stretch/>
          </p:blipFill>
          <p:spPr>
            <a:xfrm>
              <a:off x="7232475" y="1902430"/>
              <a:ext cx="2637388" cy="162084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668315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Rechteck 327">
            <a:extLst>
              <a:ext uri="{FF2B5EF4-FFF2-40B4-BE49-F238E27FC236}">
                <a16:creationId xmlns:a16="http://schemas.microsoft.com/office/drawing/2014/main" id="{7556D57F-61A3-1CDF-FA1A-31B25697AA2A}"/>
              </a:ext>
            </a:extLst>
          </p:cNvPr>
          <p:cNvSpPr/>
          <p:nvPr/>
        </p:nvSpPr>
        <p:spPr>
          <a:xfrm>
            <a:off x="6000348" y="219075"/>
            <a:ext cx="5370830" cy="3543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9" name="Rechteck 138">
            <a:extLst>
              <a:ext uri="{FF2B5EF4-FFF2-40B4-BE49-F238E27FC236}">
                <a16:creationId xmlns:a16="http://schemas.microsoft.com/office/drawing/2014/main" id="{8008970D-5C9E-7BE6-2B45-FD2F7766F65B}"/>
              </a:ext>
            </a:extLst>
          </p:cNvPr>
          <p:cNvSpPr/>
          <p:nvPr/>
        </p:nvSpPr>
        <p:spPr>
          <a:xfrm>
            <a:off x="331470" y="219075"/>
            <a:ext cx="5370830" cy="35433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grpSp>
        <p:nvGrpSpPr>
          <p:cNvPr id="138" name="Gruppieren 137">
            <a:extLst>
              <a:ext uri="{FF2B5EF4-FFF2-40B4-BE49-F238E27FC236}">
                <a16:creationId xmlns:a16="http://schemas.microsoft.com/office/drawing/2014/main" id="{766539ED-2727-959F-1B3E-F3A24F3B4A5D}"/>
              </a:ext>
            </a:extLst>
          </p:cNvPr>
          <p:cNvGrpSpPr/>
          <p:nvPr/>
        </p:nvGrpSpPr>
        <p:grpSpPr>
          <a:xfrm>
            <a:off x="547370" y="359492"/>
            <a:ext cx="4977130" cy="3225083"/>
            <a:chOff x="3823970" y="940517"/>
            <a:chExt cx="4977130" cy="3225083"/>
          </a:xfrm>
        </p:grpSpPr>
        <p:sp>
          <p:nvSpPr>
            <p:cNvPr id="137" name="Rechteck 136">
              <a:extLst>
                <a:ext uri="{FF2B5EF4-FFF2-40B4-BE49-F238E27FC236}">
                  <a16:creationId xmlns:a16="http://schemas.microsoft.com/office/drawing/2014/main" id="{7D635A9E-84CA-1059-0B99-3C4C27B1A5C8}"/>
                </a:ext>
              </a:extLst>
            </p:cNvPr>
            <p:cNvSpPr/>
            <p:nvPr/>
          </p:nvSpPr>
          <p:spPr>
            <a:xfrm>
              <a:off x="3823970" y="940517"/>
              <a:ext cx="4977130" cy="32250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46" name="Grafik 45">
              <a:extLst>
                <a:ext uri="{FF2B5EF4-FFF2-40B4-BE49-F238E27FC236}">
                  <a16:creationId xmlns:a16="http://schemas.microsoft.com/office/drawing/2014/main" id="{DF04E161-FC9A-1E09-DB68-DE62B50A970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87619" y="1255887"/>
              <a:ext cx="1987778" cy="2413730"/>
            </a:xfrm>
            <a:prstGeom prst="rect">
              <a:avLst/>
            </a:prstGeom>
          </p:spPr>
        </p:pic>
        <p:cxnSp>
          <p:nvCxnSpPr>
            <p:cNvPr id="50" name="Gerader Verbinder 49">
              <a:extLst>
                <a:ext uri="{FF2B5EF4-FFF2-40B4-BE49-F238E27FC236}">
                  <a16:creationId xmlns:a16="http://schemas.microsoft.com/office/drawing/2014/main" id="{703DB1D5-9F89-1339-3B0A-FA5C8F04E28D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34" y="1776209"/>
              <a:ext cx="896400" cy="0"/>
            </a:xfrm>
            <a:prstGeom prst="line">
              <a:avLst/>
            </a:prstGeom>
            <a:ln w="31750" cap="sq">
              <a:solidFill>
                <a:srgbClr val="00B05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Textfeld 58">
              <a:extLst>
                <a:ext uri="{FF2B5EF4-FFF2-40B4-BE49-F238E27FC236}">
                  <a16:creationId xmlns:a16="http://schemas.microsoft.com/office/drawing/2014/main" id="{75C83C88-D752-08EC-D9C7-6721DABDFBCA}"/>
                </a:ext>
              </a:extLst>
            </p:cNvPr>
            <p:cNvSpPr txBox="1"/>
            <p:nvPr/>
          </p:nvSpPr>
          <p:spPr>
            <a:xfrm>
              <a:off x="4508365" y="1012406"/>
              <a:ext cx="9462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de-DE"/>
              </a:defPPr>
              <a:lvl1pPr algn="ctr">
                <a:defRPr/>
              </a:lvl1pPr>
            </a:lstStyle>
            <a:p>
              <a:r>
                <a:rPr lang="de-DE" sz="1200" dirty="0"/>
                <a:t>ftSwarm200</a:t>
              </a:r>
            </a:p>
          </p:txBody>
        </p:sp>
        <p:cxnSp>
          <p:nvCxnSpPr>
            <p:cNvPr id="29" name="Gerader Verbinder 28">
              <a:extLst>
                <a:ext uri="{FF2B5EF4-FFF2-40B4-BE49-F238E27FC236}">
                  <a16:creationId xmlns:a16="http://schemas.microsoft.com/office/drawing/2014/main" id="{2A35341C-CBE7-4098-5D02-A56F4D917D87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34" y="1635937"/>
              <a:ext cx="896400" cy="0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3" name="Gruppieren 62">
              <a:extLst>
                <a:ext uri="{FF2B5EF4-FFF2-40B4-BE49-F238E27FC236}">
                  <a16:creationId xmlns:a16="http://schemas.microsoft.com/office/drawing/2014/main" id="{96556DC1-D277-DFCB-832A-A937A59A99E3}"/>
                </a:ext>
              </a:extLst>
            </p:cNvPr>
            <p:cNvGrpSpPr/>
            <p:nvPr/>
          </p:nvGrpSpPr>
          <p:grpSpPr>
            <a:xfrm>
              <a:off x="6886776" y="1522379"/>
              <a:ext cx="360000" cy="360000"/>
              <a:chOff x="6467676" y="1527142"/>
              <a:chExt cx="360000" cy="360000"/>
            </a:xfrm>
          </p:grpSpPr>
          <p:sp>
            <p:nvSpPr>
              <p:cNvPr id="4" name="Rechteck 3">
                <a:extLst>
                  <a:ext uri="{FF2B5EF4-FFF2-40B4-BE49-F238E27FC236}">
                    <a16:creationId xmlns:a16="http://schemas.microsoft.com/office/drawing/2014/main" id="{03C5CC1C-DFD1-CEF8-AF80-C0D4F9EA0045}"/>
                  </a:ext>
                </a:extLst>
              </p:cNvPr>
              <p:cNvSpPr/>
              <p:nvPr/>
            </p:nvSpPr>
            <p:spPr>
              <a:xfrm>
                <a:off x="6467676" y="1527142"/>
                <a:ext cx="360000" cy="36000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61" name="Gruppieren 60">
                <a:extLst>
                  <a:ext uri="{FF2B5EF4-FFF2-40B4-BE49-F238E27FC236}">
                    <a16:creationId xmlns:a16="http://schemas.microsoft.com/office/drawing/2014/main" id="{2D4B99A4-2D16-1C50-ACAE-82203D31BEDA}"/>
                  </a:ext>
                </a:extLst>
              </p:cNvPr>
              <p:cNvGrpSpPr/>
              <p:nvPr/>
            </p:nvGrpSpPr>
            <p:grpSpPr>
              <a:xfrm>
                <a:off x="6551326" y="1565234"/>
                <a:ext cx="180000" cy="283816"/>
                <a:chOff x="7280199" y="1306975"/>
                <a:chExt cx="180000" cy="283816"/>
              </a:xfrm>
            </p:grpSpPr>
            <p:sp>
              <p:nvSpPr>
                <p:cNvPr id="60" name="Rechteck 59">
                  <a:extLst>
                    <a:ext uri="{FF2B5EF4-FFF2-40B4-BE49-F238E27FC236}">
                      <a16:creationId xmlns:a16="http://schemas.microsoft.com/office/drawing/2014/main" id="{28B8BEC1-77C7-8C1D-EDC5-9ADF41A3CB17}"/>
                    </a:ext>
                  </a:extLst>
                </p:cNvPr>
                <p:cNvSpPr/>
                <p:nvPr/>
              </p:nvSpPr>
              <p:spPr>
                <a:xfrm>
                  <a:off x="7322549" y="1306975"/>
                  <a:ext cx="108000" cy="139817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8" name="Rechteck 7">
                  <a:extLst>
                    <a:ext uri="{FF2B5EF4-FFF2-40B4-BE49-F238E27FC236}">
                      <a16:creationId xmlns:a16="http://schemas.microsoft.com/office/drawing/2014/main" id="{122E9C47-EEF8-DF92-8E75-D62AF9E942E9}"/>
                    </a:ext>
                  </a:extLst>
                </p:cNvPr>
                <p:cNvSpPr/>
                <p:nvPr/>
              </p:nvSpPr>
              <p:spPr>
                <a:xfrm>
                  <a:off x="7322549" y="1450974"/>
                  <a:ext cx="108000" cy="13981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7" name="Ellipse 6">
                  <a:extLst>
                    <a:ext uri="{FF2B5EF4-FFF2-40B4-BE49-F238E27FC236}">
                      <a16:creationId xmlns:a16="http://schemas.microsoft.com/office/drawing/2014/main" id="{5A1A4FE1-577A-2871-1247-FD46B58AB840}"/>
                    </a:ext>
                  </a:extLst>
                </p:cNvPr>
                <p:cNvSpPr/>
                <p:nvPr/>
              </p:nvSpPr>
              <p:spPr>
                <a:xfrm>
                  <a:off x="7280199" y="1358883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87" name="Rechteck 86">
              <a:extLst>
                <a:ext uri="{FF2B5EF4-FFF2-40B4-BE49-F238E27FC236}">
                  <a16:creationId xmlns:a16="http://schemas.microsoft.com/office/drawing/2014/main" id="{888B60E2-C6F8-FAF4-EDD0-6749A1B7C7DD}"/>
                </a:ext>
              </a:extLst>
            </p:cNvPr>
            <p:cNvSpPr/>
            <p:nvPr/>
          </p:nvSpPr>
          <p:spPr>
            <a:xfrm>
              <a:off x="7364313" y="1083171"/>
              <a:ext cx="133350" cy="1674317"/>
            </a:xfrm>
            <a:prstGeom prst="rect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grpSp>
          <p:nvGrpSpPr>
            <p:cNvPr id="89" name="Gruppieren 88">
              <a:extLst>
                <a:ext uri="{FF2B5EF4-FFF2-40B4-BE49-F238E27FC236}">
                  <a16:creationId xmlns:a16="http://schemas.microsoft.com/office/drawing/2014/main" id="{779F1F37-7A4D-CB69-4AEB-6AC02E2E5804}"/>
                </a:ext>
              </a:extLst>
            </p:cNvPr>
            <p:cNvGrpSpPr/>
            <p:nvPr/>
          </p:nvGrpSpPr>
          <p:grpSpPr>
            <a:xfrm>
              <a:off x="7621088" y="1972471"/>
              <a:ext cx="360000" cy="360000"/>
              <a:chOff x="6467676" y="1527142"/>
              <a:chExt cx="360000" cy="360000"/>
            </a:xfrm>
          </p:grpSpPr>
          <p:sp>
            <p:nvSpPr>
              <p:cNvPr id="90" name="Rechteck 89">
                <a:extLst>
                  <a:ext uri="{FF2B5EF4-FFF2-40B4-BE49-F238E27FC236}">
                    <a16:creationId xmlns:a16="http://schemas.microsoft.com/office/drawing/2014/main" id="{8415931B-0C0C-DA80-F1ED-85E7B9044BAC}"/>
                  </a:ext>
                </a:extLst>
              </p:cNvPr>
              <p:cNvSpPr/>
              <p:nvPr/>
            </p:nvSpPr>
            <p:spPr>
              <a:xfrm>
                <a:off x="6467676" y="1527142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91" name="Gruppieren 90">
                <a:extLst>
                  <a:ext uri="{FF2B5EF4-FFF2-40B4-BE49-F238E27FC236}">
                    <a16:creationId xmlns:a16="http://schemas.microsoft.com/office/drawing/2014/main" id="{0BA60531-C977-BFF0-4EDB-12777DECA022}"/>
                  </a:ext>
                </a:extLst>
              </p:cNvPr>
              <p:cNvGrpSpPr/>
              <p:nvPr/>
            </p:nvGrpSpPr>
            <p:grpSpPr>
              <a:xfrm>
                <a:off x="6557676" y="1565234"/>
                <a:ext cx="180000" cy="283816"/>
                <a:chOff x="7286549" y="1306975"/>
                <a:chExt cx="180000" cy="283816"/>
              </a:xfrm>
            </p:grpSpPr>
            <p:sp>
              <p:nvSpPr>
                <p:cNvPr id="92" name="Rechteck 91">
                  <a:extLst>
                    <a:ext uri="{FF2B5EF4-FFF2-40B4-BE49-F238E27FC236}">
                      <a16:creationId xmlns:a16="http://schemas.microsoft.com/office/drawing/2014/main" id="{E1530BB8-F322-FDB3-BA62-7E8ABB113452}"/>
                    </a:ext>
                  </a:extLst>
                </p:cNvPr>
                <p:cNvSpPr/>
                <p:nvPr/>
              </p:nvSpPr>
              <p:spPr>
                <a:xfrm>
                  <a:off x="7322549" y="1306975"/>
                  <a:ext cx="108000" cy="139817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3" name="Rechteck 92">
                  <a:extLst>
                    <a:ext uri="{FF2B5EF4-FFF2-40B4-BE49-F238E27FC236}">
                      <a16:creationId xmlns:a16="http://schemas.microsoft.com/office/drawing/2014/main" id="{34D03913-86E7-3E65-0212-CE89DF022C16}"/>
                    </a:ext>
                  </a:extLst>
                </p:cNvPr>
                <p:cNvSpPr/>
                <p:nvPr/>
              </p:nvSpPr>
              <p:spPr>
                <a:xfrm>
                  <a:off x="7322549" y="1450974"/>
                  <a:ext cx="108000" cy="13981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4" name="Ellipse 93">
                  <a:extLst>
                    <a:ext uri="{FF2B5EF4-FFF2-40B4-BE49-F238E27FC236}">
                      <a16:creationId xmlns:a16="http://schemas.microsoft.com/office/drawing/2014/main" id="{A572B841-3295-41FF-CF22-461ED829BEF4}"/>
                    </a:ext>
                  </a:extLst>
                </p:cNvPr>
                <p:cNvSpPr/>
                <p:nvPr/>
              </p:nvSpPr>
              <p:spPr>
                <a:xfrm>
                  <a:off x="7286549" y="1358883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grpSp>
          <p:nvGrpSpPr>
            <p:cNvPr id="95" name="Gruppieren 94">
              <a:extLst>
                <a:ext uri="{FF2B5EF4-FFF2-40B4-BE49-F238E27FC236}">
                  <a16:creationId xmlns:a16="http://schemas.microsoft.com/office/drawing/2014/main" id="{BE485D25-8043-692B-BE82-8DD260CACFDD}"/>
                </a:ext>
              </a:extLst>
            </p:cNvPr>
            <p:cNvGrpSpPr/>
            <p:nvPr/>
          </p:nvGrpSpPr>
          <p:grpSpPr>
            <a:xfrm>
              <a:off x="7621088" y="1522379"/>
              <a:ext cx="360000" cy="360000"/>
              <a:chOff x="6467676" y="1527142"/>
              <a:chExt cx="360000" cy="360000"/>
            </a:xfrm>
          </p:grpSpPr>
          <p:sp>
            <p:nvSpPr>
              <p:cNvPr id="96" name="Rechteck 95">
                <a:extLst>
                  <a:ext uri="{FF2B5EF4-FFF2-40B4-BE49-F238E27FC236}">
                    <a16:creationId xmlns:a16="http://schemas.microsoft.com/office/drawing/2014/main" id="{133AC779-6310-5B4C-DFF8-B306AC2D1F14}"/>
                  </a:ext>
                </a:extLst>
              </p:cNvPr>
              <p:cNvSpPr/>
              <p:nvPr/>
            </p:nvSpPr>
            <p:spPr>
              <a:xfrm>
                <a:off x="6467676" y="1527142"/>
                <a:ext cx="360000" cy="360000"/>
              </a:xfrm>
              <a:prstGeom prst="rect">
                <a:avLst/>
              </a:prstGeom>
              <a:solidFill>
                <a:schemeClr val="bg2">
                  <a:lumMod val="50000"/>
                </a:schemeClr>
              </a:solidFill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97" name="Gruppieren 96">
                <a:extLst>
                  <a:ext uri="{FF2B5EF4-FFF2-40B4-BE49-F238E27FC236}">
                    <a16:creationId xmlns:a16="http://schemas.microsoft.com/office/drawing/2014/main" id="{EC2BA148-28A2-A3CD-C9BD-D04F819F88A4}"/>
                  </a:ext>
                </a:extLst>
              </p:cNvPr>
              <p:cNvGrpSpPr/>
              <p:nvPr/>
            </p:nvGrpSpPr>
            <p:grpSpPr>
              <a:xfrm>
                <a:off x="6557676" y="1565234"/>
                <a:ext cx="180000" cy="283816"/>
                <a:chOff x="7286549" y="1306975"/>
                <a:chExt cx="180000" cy="283816"/>
              </a:xfrm>
            </p:grpSpPr>
            <p:sp>
              <p:nvSpPr>
                <p:cNvPr id="98" name="Rechteck 97">
                  <a:extLst>
                    <a:ext uri="{FF2B5EF4-FFF2-40B4-BE49-F238E27FC236}">
                      <a16:creationId xmlns:a16="http://schemas.microsoft.com/office/drawing/2014/main" id="{0A4F6722-E8AE-5090-94F9-B045F039B35D}"/>
                    </a:ext>
                  </a:extLst>
                </p:cNvPr>
                <p:cNvSpPr/>
                <p:nvPr/>
              </p:nvSpPr>
              <p:spPr>
                <a:xfrm>
                  <a:off x="7322549" y="1306975"/>
                  <a:ext cx="108000" cy="139817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99" name="Rechteck 98">
                  <a:extLst>
                    <a:ext uri="{FF2B5EF4-FFF2-40B4-BE49-F238E27FC236}">
                      <a16:creationId xmlns:a16="http://schemas.microsoft.com/office/drawing/2014/main" id="{CE8F2601-3FCB-F830-72F7-00FE1C950790}"/>
                    </a:ext>
                  </a:extLst>
                </p:cNvPr>
                <p:cNvSpPr/>
                <p:nvPr/>
              </p:nvSpPr>
              <p:spPr>
                <a:xfrm>
                  <a:off x="7322549" y="1450974"/>
                  <a:ext cx="108000" cy="13981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100" name="Ellipse 99">
                  <a:extLst>
                    <a:ext uri="{FF2B5EF4-FFF2-40B4-BE49-F238E27FC236}">
                      <a16:creationId xmlns:a16="http://schemas.microsoft.com/office/drawing/2014/main" id="{85EB019F-9319-9D26-1B13-DA14041A706D}"/>
                    </a:ext>
                  </a:extLst>
                </p:cNvPr>
                <p:cNvSpPr/>
                <p:nvPr/>
              </p:nvSpPr>
              <p:spPr>
                <a:xfrm>
                  <a:off x="7286549" y="1358883"/>
                  <a:ext cx="180000" cy="180000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cxnSp>
          <p:nvCxnSpPr>
            <p:cNvPr id="103" name="Gerader Verbinder 102">
              <a:extLst>
                <a:ext uri="{FF2B5EF4-FFF2-40B4-BE49-F238E27FC236}">
                  <a16:creationId xmlns:a16="http://schemas.microsoft.com/office/drawing/2014/main" id="{82992743-09FE-1BE7-E235-B333C18583F7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34" y="2035963"/>
              <a:ext cx="544466" cy="0"/>
            </a:xfrm>
            <a:prstGeom prst="line">
              <a:avLst/>
            </a:prstGeom>
            <a:ln w="31750" cap="sq">
              <a:solidFill>
                <a:srgbClr val="00B05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Gerader Verbinder 103">
              <a:extLst>
                <a:ext uri="{FF2B5EF4-FFF2-40B4-BE49-F238E27FC236}">
                  <a16:creationId xmlns:a16="http://schemas.microsoft.com/office/drawing/2014/main" id="{C7B42DB0-1B69-E558-1502-C0F5F20773FB}"/>
                </a:ext>
              </a:extLst>
            </p:cNvPr>
            <p:cNvCxnSpPr>
              <a:cxnSpLocks/>
            </p:cNvCxnSpPr>
            <p:nvPr/>
          </p:nvCxnSpPr>
          <p:spPr>
            <a:xfrm>
              <a:off x="5970634" y="1895691"/>
              <a:ext cx="653036" cy="0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Gerader Verbinder 110">
              <a:extLst>
                <a:ext uri="{FF2B5EF4-FFF2-40B4-BE49-F238E27FC236}">
                  <a16:creationId xmlns:a16="http://schemas.microsoft.com/office/drawing/2014/main" id="{D1AE42FE-5401-1E33-93C4-51508FAEFEA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624290" y="1895477"/>
              <a:ext cx="0" cy="166994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Gerader Verbinder 109">
              <a:extLst>
                <a:ext uri="{FF2B5EF4-FFF2-40B4-BE49-F238E27FC236}">
                  <a16:creationId xmlns:a16="http://schemas.microsoft.com/office/drawing/2014/main" id="{EA2E4B8D-FCC2-BD72-D4D1-C3CF2DD49F46}"/>
                </a:ext>
              </a:extLst>
            </p:cNvPr>
            <p:cNvCxnSpPr>
              <a:cxnSpLocks/>
            </p:cNvCxnSpPr>
            <p:nvPr/>
          </p:nvCxnSpPr>
          <p:spPr>
            <a:xfrm>
              <a:off x="6623670" y="2064852"/>
              <a:ext cx="243364" cy="0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Gerader Verbinder 116">
              <a:extLst>
                <a:ext uri="{FF2B5EF4-FFF2-40B4-BE49-F238E27FC236}">
                  <a16:creationId xmlns:a16="http://schemas.microsoft.com/office/drawing/2014/main" id="{4D0D2F73-B2C4-2FAC-41A5-4737967A17BB}"/>
                </a:ext>
              </a:extLst>
            </p:cNvPr>
            <p:cNvCxnSpPr>
              <a:cxnSpLocks/>
            </p:cNvCxnSpPr>
            <p:nvPr/>
          </p:nvCxnSpPr>
          <p:spPr>
            <a:xfrm>
              <a:off x="6515100" y="2038344"/>
              <a:ext cx="0" cy="186125"/>
            </a:xfrm>
            <a:prstGeom prst="line">
              <a:avLst/>
            </a:prstGeom>
            <a:ln w="31750" cap="sq">
              <a:solidFill>
                <a:srgbClr val="00B05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Gerader Verbinder 114">
              <a:extLst>
                <a:ext uri="{FF2B5EF4-FFF2-40B4-BE49-F238E27FC236}">
                  <a16:creationId xmlns:a16="http://schemas.microsoft.com/office/drawing/2014/main" id="{0DB1D953-0DC6-1895-55C6-7092235D4E63}"/>
                </a:ext>
              </a:extLst>
            </p:cNvPr>
            <p:cNvCxnSpPr>
              <a:cxnSpLocks/>
            </p:cNvCxnSpPr>
            <p:nvPr/>
          </p:nvCxnSpPr>
          <p:spPr>
            <a:xfrm>
              <a:off x="6517481" y="2226851"/>
              <a:ext cx="351934" cy="0"/>
            </a:xfrm>
            <a:prstGeom prst="line">
              <a:avLst/>
            </a:prstGeom>
            <a:ln w="31750" cap="sq">
              <a:solidFill>
                <a:srgbClr val="00B05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4" name="Gruppieren 63">
              <a:extLst>
                <a:ext uri="{FF2B5EF4-FFF2-40B4-BE49-F238E27FC236}">
                  <a16:creationId xmlns:a16="http://schemas.microsoft.com/office/drawing/2014/main" id="{DD632C44-9970-A50F-6810-796917019BEE}"/>
                </a:ext>
              </a:extLst>
            </p:cNvPr>
            <p:cNvGrpSpPr/>
            <p:nvPr/>
          </p:nvGrpSpPr>
          <p:grpSpPr>
            <a:xfrm>
              <a:off x="6886776" y="1972471"/>
              <a:ext cx="360000" cy="360000"/>
              <a:chOff x="6467676" y="1527142"/>
              <a:chExt cx="360000" cy="360000"/>
            </a:xfrm>
          </p:grpSpPr>
          <p:sp>
            <p:nvSpPr>
              <p:cNvPr id="65" name="Rechteck 64">
                <a:extLst>
                  <a:ext uri="{FF2B5EF4-FFF2-40B4-BE49-F238E27FC236}">
                    <a16:creationId xmlns:a16="http://schemas.microsoft.com/office/drawing/2014/main" id="{067D6DD7-E635-E1DE-7415-A6F842621CF0}"/>
                  </a:ext>
                </a:extLst>
              </p:cNvPr>
              <p:cNvSpPr/>
              <p:nvPr/>
            </p:nvSpPr>
            <p:spPr>
              <a:xfrm>
                <a:off x="6467676" y="1527142"/>
                <a:ext cx="360000" cy="360000"/>
              </a:xfrm>
              <a:prstGeom prst="rect">
                <a:avLst/>
              </a:prstGeom>
            </p:spPr>
            <p:style>
              <a:lnRef idx="2">
                <a:schemeClr val="accent4">
                  <a:shade val="15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66" name="Gruppieren 65">
                <a:extLst>
                  <a:ext uri="{FF2B5EF4-FFF2-40B4-BE49-F238E27FC236}">
                    <a16:creationId xmlns:a16="http://schemas.microsoft.com/office/drawing/2014/main" id="{DA007479-C9C8-BAD9-136B-D27EC6FCE4C9}"/>
                  </a:ext>
                </a:extLst>
              </p:cNvPr>
              <p:cNvGrpSpPr/>
              <p:nvPr/>
            </p:nvGrpSpPr>
            <p:grpSpPr>
              <a:xfrm>
                <a:off x="6557676" y="1565234"/>
                <a:ext cx="180000" cy="283816"/>
                <a:chOff x="7286549" y="1306975"/>
                <a:chExt cx="180000" cy="283816"/>
              </a:xfrm>
            </p:grpSpPr>
            <p:sp>
              <p:nvSpPr>
                <p:cNvPr id="67" name="Rechteck 66">
                  <a:extLst>
                    <a:ext uri="{FF2B5EF4-FFF2-40B4-BE49-F238E27FC236}">
                      <a16:creationId xmlns:a16="http://schemas.microsoft.com/office/drawing/2014/main" id="{F071413F-2A0A-35DC-E37F-F14CA488DBF5}"/>
                    </a:ext>
                  </a:extLst>
                </p:cNvPr>
                <p:cNvSpPr/>
                <p:nvPr/>
              </p:nvSpPr>
              <p:spPr>
                <a:xfrm>
                  <a:off x="7322549" y="1306975"/>
                  <a:ext cx="108000" cy="139817"/>
                </a:xfrm>
                <a:prstGeom prst="rect">
                  <a:avLst/>
                </a:prstGeom>
                <a:solidFill>
                  <a:srgbClr val="FF0000"/>
                </a:solidFill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8" name="Rechteck 67">
                  <a:extLst>
                    <a:ext uri="{FF2B5EF4-FFF2-40B4-BE49-F238E27FC236}">
                      <a16:creationId xmlns:a16="http://schemas.microsoft.com/office/drawing/2014/main" id="{C5A3FCC4-648F-48D7-0BA6-98DEB814D1CF}"/>
                    </a:ext>
                  </a:extLst>
                </p:cNvPr>
                <p:cNvSpPr/>
                <p:nvPr/>
              </p:nvSpPr>
              <p:spPr>
                <a:xfrm>
                  <a:off x="7322549" y="1450974"/>
                  <a:ext cx="108000" cy="139817"/>
                </a:xfrm>
                <a:prstGeom prst="rect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69" name="Ellipse 68">
                  <a:extLst>
                    <a:ext uri="{FF2B5EF4-FFF2-40B4-BE49-F238E27FC236}">
                      <a16:creationId xmlns:a16="http://schemas.microsoft.com/office/drawing/2014/main" id="{8E8E4ABF-3487-BC20-4DD4-730A155E7700}"/>
                    </a:ext>
                  </a:extLst>
                </p:cNvPr>
                <p:cNvSpPr/>
                <p:nvPr/>
              </p:nvSpPr>
              <p:spPr>
                <a:xfrm>
                  <a:off x="7286549" y="1358883"/>
                  <a:ext cx="180000" cy="180000"/>
                </a:xfrm>
                <a:prstGeom prst="ellipse">
                  <a:avLst/>
                </a:prstGeom>
              </p:spPr>
              <p:style>
                <a:lnRef idx="2">
                  <a:schemeClr val="accent3">
                    <a:shade val="15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</p:grpSp>
        </p:grpSp>
        <p:sp>
          <p:nvSpPr>
            <p:cNvPr id="121" name="Textfeld 120">
              <a:extLst>
                <a:ext uri="{FF2B5EF4-FFF2-40B4-BE49-F238E27FC236}">
                  <a16:creationId xmlns:a16="http://schemas.microsoft.com/office/drawing/2014/main" id="{92BDE8C5-658D-23CA-95AD-7411333DF4EA}"/>
                </a:ext>
              </a:extLst>
            </p:cNvPr>
            <p:cNvSpPr txBox="1"/>
            <p:nvPr/>
          </p:nvSpPr>
          <p:spPr>
            <a:xfrm>
              <a:off x="7525079" y="1079760"/>
              <a:ext cx="1159420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Lichtschranken-</a:t>
              </a:r>
            </a:p>
            <a:p>
              <a:r>
                <a:rPr lang="de-DE" sz="1200" dirty="0"/>
                <a:t>LEDs</a:t>
              </a:r>
            </a:p>
          </p:txBody>
        </p:sp>
        <p:sp>
          <p:nvSpPr>
            <p:cNvPr id="126" name="Textfeld 125">
              <a:extLst>
                <a:ext uri="{FF2B5EF4-FFF2-40B4-BE49-F238E27FC236}">
                  <a16:creationId xmlns:a16="http://schemas.microsoft.com/office/drawing/2014/main" id="{63D3CBD2-4D85-8D2C-1586-A6AC39C0924D}"/>
                </a:ext>
              </a:extLst>
            </p:cNvPr>
            <p:cNvSpPr txBox="1"/>
            <p:nvPr/>
          </p:nvSpPr>
          <p:spPr>
            <a:xfrm>
              <a:off x="6392545" y="1073645"/>
              <a:ext cx="9489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de-DE" sz="1200" dirty="0"/>
                <a:t>Foto-</a:t>
              </a:r>
            </a:p>
            <a:p>
              <a:pPr algn="r"/>
              <a:r>
                <a:rPr lang="de-DE" sz="1200" dirty="0"/>
                <a:t>Transistoren</a:t>
              </a:r>
            </a:p>
          </p:txBody>
        </p:sp>
        <p:sp>
          <p:nvSpPr>
            <p:cNvPr id="127" name="Textfeld 126">
              <a:extLst>
                <a:ext uri="{FF2B5EF4-FFF2-40B4-BE49-F238E27FC236}">
                  <a16:creationId xmlns:a16="http://schemas.microsoft.com/office/drawing/2014/main" id="{5D2CC740-35AF-F53F-A89E-4DF4D2CBF0EE}"/>
                </a:ext>
              </a:extLst>
            </p:cNvPr>
            <p:cNvSpPr txBox="1"/>
            <p:nvPr/>
          </p:nvSpPr>
          <p:spPr>
            <a:xfrm rot="16200000">
              <a:off x="5277654" y="1731129"/>
              <a:ext cx="58862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dirty="0"/>
                <a:t>A2      A1</a:t>
              </a:r>
            </a:p>
          </p:txBody>
        </p:sp>
        <p:sp>
          <p:nvSpPr>
            <p:cNvPr id="128" name="Textfeld 127">
              <a:extLst>
                <a:ext uri="{FF2B5EF4-FFF2-40B4-BE49-F238E27FC236}">
                  <a16:creationId xmlns:a16="http://schemas.microsoft.com/office/drawing/2014/main" id="{30837A8C-04E8-DCC3-3375-6E5144262609}"/>
                </a:ext>
              </a:extLst>
            </p:cNvPr>
            <p:cNvSpPr txBox="1"/>
            <p:nvPr/>
          </p:nvSpPr>
          <p:spPr>
            <a:xfrm>
              <a:off x="7450151" y="2551443"/>
              <a:ext cx="11556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Drehscheibe 60</a:t>
              </a:r>
            </a:p>
          </p:txBody>
        </p:sp>
        <p:sp>
          <p:nvSpPr>
            <p:cNvPr id="129" name="Rechteck 128">
              <a:extLst>
                <a:ext uri="{FF2B5EF4-FFF2-40B4-BE49-F238E27FC236}">
                  <a16:creationId xmlns:a16="http://schemas.microsoft.com/office/drawing/2014/main" id="{83B0D70E-4C91-BD16-C1B5-5AD8B19B90E2}"/>
                </a:ext>
              </a:extLst>
            </p:cNvPr>
            <p:cNvSpPr/>
            <p:nvPr/>
          </p:nvSpPr>
          <p:spPr>
            <a:xfrm>
              <a:off x="7364270" y="2510381"/>
              <a:ext cx="133350" cy="886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0" name="Rechteck 129">
              <a:extLst>
                <a:ext uri="{FF2B5EF4-FFF2-40B4-BE49-F238E27FC236}">
                  <a16:creationId xmlns:a16="http://schemas.microsoft.com/office/drawing/2014/main" id="{2D035F5E-3A6D-769E-A7F4-1124283A8FB6}"/>
                </a:ext>
              </a:extLst>
            </p:cNvPr>
            <p:cNvSpPr/>
            <p:nvPr/>
          </p:nvSpPr>
          <p:spPr>
            <a:xfrm>
              <a:off x="7364270" y="2298317"/>
              <a:ext cx="133350" cy="886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1" name="Rechteck 130">
              <a:extLst>
                <a:ext uri="{FF2B5EF4-FFF2-40B4-BE49-F238E27FC236}">
                  <a16:creationId xmlns:a16="http://schemas.microsoft.com/office/drawing/2014/main" id="{4D076A8F-D0FF-33A6-9917-1407BB3CB170}"/>
                </a:ext>
              </a:extLst>
            </p:cNvPr>
            <p:cNvSpPr/>
            <p:nvPr/>
          </p:nvSpPr>
          <p:spPr>
            <a:xfrm>
              <a:off x="7364270" y="2086254"/>
              <a:ext cx="133350" cy="886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2" name="Rechteck 131">
              <a:extLst>
                <a:ext uri="{FF2B5EF4-FFF2-40B4-BE49-F238E27FC236}">
                  <a16:creationId xmlns:a16="http://schemas.microsoft.com/office/drawing/2014/main" id="{6F927D8E-68EF-B0F0-2A41-C0DCA9D7D000}"/>
                </a:ext>
              </a:extLst>
            </p:cNvPr>
            <p:cNvSpPr/>
            <p:nvPr/>
          </p:nvSpPr>
          <p:spPr>
            <a:xfrm>
              <a:off x="7364270" y="1874191"/>
              <a:ext cx="133350" cy="886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3" name="Rechteck 132">
              <a:extLst>
                <a:ext uri="{FF2B5EF4-FFF2-40B4-BE49-F238E27FC236}">
                  <a16:creationId xmlns:a16="http://schemas.microsoft.com/office/drawing/2014/main" id="{C9593ED9-1290-A875-9AEF-4D06C87C8D15}"/>
                </a:ext>
              </a:extLst>
            </p:cNvPr>
            <p:cNvSpPr/>
            <p:nvPr/>
          </p:nvSpPr>
          <p:spPr>
            <a:xfrm>
              <a:off x="7364270" y="1662128"/>
              <a:ext cx="133350" cy="886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4" name="Rechteck 133">
              <a:extLst>
                <a:ext uri="{FF2B5EF4-FFF2-40B4-BE49-F238E27FC236}">
                  <a16:creationId xmlns:a16="http://schemas.microsoft.com/office/drawing/2014/main" id="{BA6108D5-D3AC-E388-E1F1-BD411B516AC9}"/>
                </a:ext>
              </a:extLst>
            </p:cNvPr>
            <p:cNvSpPr/>
            <p:nvPr/>
          </p:nvSpPr>
          <p:spPr>
            <a:xfrm>
              <a:off x="7364270" y="1450065"/>
              <a:ext cx="133350" cy="886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5" name="Rechteck 134">
              <a:extLst>
                <a:ext uri="{FF2B5EF4-FFF2-40B4-BE49-F238E27FC236}">
                  <a16:creationId xmlns:a16="http://schemas.microsoft.com/office/drawing/2014/main" id="{90121007-1296-8DB5-A7A5-842E855E11A2}"/>
                </a:ext>
              </a:extLst>
            </p:cNvPr>
            <p:cNvSpPr/>
            <p:nvPr/>
          </p:nvSpPr>
          <p:spPr>
            <a:xfrm>
              <a:off x="7364270" y="1238002"/>
              <a:ext cx="133350" cy="88691"/>
            </a:xfrm>
            <a:prstGeom prst="rect">
              <a:avLst/>
            </a:prstGeom>
            <a:solidFill>
              <a:schemeClr val="bg2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36" name="Textfeld 135">
              <a:extLst>
                <a:ext uri="{FF2B5EF4-FFF2-40B4-BE49-F238E27FC236}">
                  <a16:creationId xmlns:a16="http://schemas.microsoft.com/office/drawing/2014/main" id="{06AD9345-CC9A-63FD-79E3-85A5B5822470}"/>
                </a:ext>
              </a:extLst>
            </p:cNvPr>
            <p:cNvSpPr txBox="1"/>
            <p:nvPr/>
          </p:nvSpPr>
          <p:spPr>
            <a:xfrm>
              <a:off x="4219654" y="3785871"/>
              <a:ext cx="4185761" cy="246221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>
              <a:defPPr>
                <a:defRPr lang="de-DE"/>
              </a:defPPr>
              <a:lvl1pPr algn="ctr">
                <a:defRPr/>
              </a:lvl1pPr>
            </a:lstStyle>
            <a:p>
              <a:r>
                <a:rPr lang="de-DE" sz="10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Rotary = </a:t>
              </a:r>
              <a:r>
                <a:rPr lang="de-DE" sz="10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new</a:t>
              </a:r>
              <a:r>
                <a:rPr lang="de-DE" sz="10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de-DE" sz="10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ftSwarmRotaryEncoder</a:t>
              </a:r>
              <a:r>
                <a:rPr lang="de-DE" sz="10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( 200, FTSWARM_A1 )</a:t>
              </a:r>
            </a:p>
          </p:txBody>
        </p:sp>
      </p:grpSp>
      <p:grpSp>
        <p:nvGrpSpPr>
          <p:cNvPr id="329" name="Gruppieren 328">
            <a:extLst>
              <a:ext uri="{FF2B5EF4-FFF2-40B4-BE49-F238E27FC236}">
                <a16:creationId xmlns:a16="http://schemas.microsoft.com/office/drawing/2014/main" id="{13F115EA-1BE8-F67B-3F0C-352D061453F4}"/>
              </a:ext>
            </a:extLst>
          </p:cNvPr>
          <p:cNvGrpSpPr/>
          <p:nvPr/>
        </p:nvGrpSpPr>
        <p:grpSpPr>
          <a:xfrm>
            <a:off x="6197198" y="357876"/>
            <a:ext cx="4977130" cy="3225083"/>
            <a:chOff x="6197198" y="357876"/>
            <a:chExt cx="4977130" cy="3225083"/>
          </a:xfrm>
        </p:grpSpPr>
        <p:sp>
          <p:nvSpPr>
            <p:cNvPr id="327" name="Rechteck 326">
              <a:extLst>
                <a:ext uri="{FF2B5EF4-FFF2-40B4-BE49-F238E27FC236}">
                  <a16:creationId xmlns:a16="http://schemas.microsoft.com/office/drawing/2014/main" id="{AE2C26AC-E1D2-D2E6-BACE-3208EF592457}"/>
                </a:ext>
              </a:extLst>
            </p:cNvPr>
            <p:cNvSpPr/>
            <p:nvPr/>
          </p:nvSpPr>
          <p:spPr>
            <a:xfrm>
              <a:off x="6197198" y="357876"/>
              <a:ext cx="4977130" cy="32250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pic>
          <p:nvPicPr>
            <p:cNvPr id="143" name="Grafik 142">
              <a:extLst>
                <a:ext uri="{FF2B5EF4-FFF2-40B4-BE49-F238E27FC236}">
                  <a16:creationId xmlns:a16="http://schemas.microsoft.com/office/drawing/2014/main" id="{CF839CEB-8028-45DD-6B66-F9B09588F64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365101" y="674862"/>
              <a:ext cx="1987778" cy="2413730"/>
            </a:xfrm>
            <a:prstGeom prst="rect">
              <a:avLst/>
            </a:prstGeom>
          </p:spPr>
        </p:pic>
        <p:sp>
          <p:nvSpPr>
            <p:cNvPr id="145" name="Textfeld 144">
              <a:extLst>
                <a:ext uri="{FF2B5EF4-FFF2-40B4-BE49-F238E27FC236}">
                  <a16:creationId xmlns:a16="http://schemas.microsoft.com/office/drawing/2014/main" id="{A3F3D2B4-4F07-8A50-BBCA-AA5A03D8B302}"/>
                </a:ext>
              </a:extLst>
            </p:cNvPr>
            <p:cNvSpPr txBox="1"/>
            <p:nvPr/>
          </p:nvSpPr>
          <p:spPr>
            <a:xfrm>
              <a:off x="6885847" y="431381"/>
              <a:ext cx="94628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de-DE"/>
              </a:defPPr>
              <a:lvl1pPr algn="ctr">
                <a:defRPr/>
              </a:lvl1pPr>
            </a:lstStyle>
            <a:p>
              <a:r>
                <a:rPr lang="de-DE" sz="1200" dirty="0"/>
                <a:t>ftSwarm200</a:t>
              </a:r>
            </a:p>
          </p:txBody>
        </p:sp>
        <p:sp>
          <p:nvSpPr>
            <p:cNvPr id="160" name="Textfeld 159">
              <a:extLst>
                <a:ext uri="{FF2B5EF4-FFF2-40B4-BE49-F238E27FC236}">
                  <a16:creationId xmlns:a16="http://schemas.microsoft.com/office/drawing/2014/main" id="{36C49883-DF8B-F851-3B6D-31F56DBF7D27}"/>
                </a:ext>
              </a:extLst>
            </p:cNvPr>
            <p:cNvSpPr txBox="1"/>
            <p:nvPr/>
          </p:nvSpPr>
          <p:spPr>
            <a:xfrm rot="16200000">
              <a:off x="7655136" y="1150104"/>
              <a:ext cx="58862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dirty="0"/>
                <a:t>A2      A1</a:t>
              </a:r>
            </a:p>
          </p:txBody>
        </p:sp>
        <p:sp>
          <p:nvSpPr>
            <p:cNvPr id="169" name="Textfeld 168">
              <a:extLst>
                <a:ext uri="{FF2B5EF4-FFF2-40B4-BE49-F238E27FC236}">
                  <a16:creationId xmlns:a16="http://schemas.microsoft.com/office/drawing/2014/main" id="{99524A43-7E00-EC6A-5A61-70E8FE2EB0DF}"/>
                </a:ext>
              </a:extLst>
            </p:cNvPr>
            <p:cNvSpPr txBox="1"/>
            <p:nvPr/>
          </p:nvSpPr>
          <p:spPr>
            <a:xfrm>
              <a:off x="6597136" y="3204846"/>
              <a:ext cx="4185761" cy="246221"/>
            </a:xfrm>
            <a:prstGeom prst="rect">
              <a:avLst/>
            </a:prstGeom>
            <a:solidFill>
              <a:schemeClr val="tx1"/>
            </a:solidFill>
          </p:spPr>
          <p:txBody>
            <a:bodyPr wrap="none" rtlCol="0">
              <a:spAutoFit/>
            </a:bodyPr>
            <a:lstStyle>
              <a:defPPr>
                <a:defRPr lang="de-DE"/>
              </a:defPPr>
              <a:lvl1pPr algn="ctr">
                <a:defRPr/>
              </a:lvl1pPr>
            </a:lstStyle>
            <a:p>
              <a:r>
                <a:rPr lang="de-DE" sz="10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Rotary = </a:t>
              </a:r>
              <a:r>
                <a:rPr lang="de-DE" sz="10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new</a:t>
              </a:r>
              <a:r>
                <a:rPr lang="de-DE" sz="10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 </a:t>
              </a:r>
              <a:r>
                <a:rPr lang="de-DE" sz="1000" b="1" dirty="0" err="1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ftSwarmRotaryEncoder</a:t>
              </a:r>
              <a:r>
                <a:rPr lang="de-DE" sz="1000" b="1" dirty="0">
                  <a:solidFill>
                    <a:schemeClr val="bg1"/>
                  </a:solidFill>
                  <a:latin typeface="Courier New" panose="02070309020205020404" pitchFamily="49" charset="0"/>
                  <a:cs typeface="Courier New" panose="02070309020205020404" pitchFamily="49" charset="0"/>
                </a:rPr>
                <a:t>( 200, FTSWARM_A5 )</a:t>
              </a:r>
            </a:p>
          </p:txBody>
        </p:sp>
        <p:grpSp>
          <p:nvGrpSpPr>
            <p:cNvPr id="226" name="Gruppieren 225">
              <a:extLst>
                <a:ext uri="{FF2B5EF4-FFF2-40B4-BE49-F238E27FC236}">
                  <a16:creationId xmlns:a16="http://schemas.microsoft.com/office/drawing/2014/main" id="{6118D490-FD91-7913-C032-2B76D1D527A9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9415680" y="390538"/>
              <a:ext cx="986736" cy="985873"/>
              <a:chOff x="10556491" y="621603"/>
              <a:chExt cx="805835" cy="805130"/>
            </a:xfrm>
          </p:grpSpPr>
          <p:grpSp>
            <p:nvGrpSpPr>
              <p:cNvPr id="206" name="Gruppieren 205">
                <a:extLst>
                  <a:ext uri="{FF2B5EF4-FFF2-40B4-BE49-F238E27FC236}">
                    <a16:creationId xmlns:a16="http://schemas.microsoft.com/office/drawing/2014/main" id="{1C89F9EC-2D91-CC0E-F849-5D3508DD13B5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0719539" y="1272646"/>
                <a:ext cx="479737" cy="118800"/>
                <a:chOff x="4358907" y="4067767"/>
                <a:chExt cx="804262" cy="199164"/>
              </a:xfrm>
            </p:grpSpPr>
            <p:sp>
              <p:nvSpPr>
                <p:cNvPr id="197" name="Halbbogen 196">
                  <a:extLst>
                    <a:ext uri="{FF2B5EF4-FFF2-40B4-BE49-F238E27FC236}">
                      <a16:creationId xmlns:a16="http://schemas.microsoft.com/office/drawing/2014/main" id="{E2E89D96-F0D3-31D6-D071-EC0698E1C666}"/>
                    </a:ext>
                  </a:extLst>
                </p:cNvPr>
                <p:cNvSpPr/>
                <p:nvPr/>
              </p:nvSpPr>
              <p:spPr>
                <a:xfrm>
                  <a:off x="4470488" y="4067767"/>
                  <a:ext cx="144000" cy="199164"/>
                </a:xfrm>
                <a:prstGeom prst="blockArc">
                  <a:avLst>
                    <a:gd name="adj1" fmla="val 10800000"/>
                    <a:gd name="adj2" fmla="val 270783"/>
                    <a:gd name="adj3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8" name="Halbbogen 197">
                  <a:extLst>
                    <a:ext uri="{FF2B5EF4-FFF2-40B4-BE49-F238E27FC236}">
                      <a16:creationId xmlns:a16="http://schemas.microsoft.com/office/drawing/2014/main" id="{904A8DEB-F7EE-BBFB-8E76-B634EA29C130}"/>
                    </a:ext>
                  </a:extLst>
                </p:cNvPr>
                <p:cNvSpPr/>
                <p:nvPr/>
              </p:nvSpPr>
              <p:spPr>
                <a:xfrm>
                  <a:off x="4614488" y="4067767"/>
                  <a:ext cx="144000" cy="199164"/>
                </a:xfrm>
                <a:prstGeom prst="blockArc">
                  <a:avLst>
                    <a:gd name="adj1" fmla="val 10800000"/>
                    <a:gd name="adj2" fmla="val 270783"/>
                    <a:gd name="adj3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99" name="Halbbogen 198">
                  <a:extLst>
                    <a:ext uri="{FF2B5EF4-FFF2-40B4-BE49-F238E27FC236}">
                      <a16:creationId xmlns:a16="http://schemas.microsoft.com/office/drawing/2014/main" id="{B605C167-F8D8-20D5-0C30-03EA0ABAFAA7}"/>
                    </a:ext>
                  </a:extLst>
                </p:cNvPr>
                <p:cNvSpPr/>
                <p:nvPr/>
              </p:nvSpPr>
              <p:spPr>
                <a:xfrm>
                  <a:off x="4758488" y="4067767"/>
                  <a:ext cx="144000" cy="199164"/>
                </a:xfrm>
                <a:prstGeom prst="blockArc">
                  <a:avLst>
                    <a:gd name="adj1" fmla="val 10800000"/>
                    <a:gd name="adj2" fmla="val 270783"/>
                    <a:gd name="adj3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0" name="Halbbogen 199">
                  <a:extLst>
                    <a:ext uri="{FF2B5EF4-FFF2-40B4-BE49-F238E27FC236}">
                      <a16:creationId xmlns:a16="http://schemas.microsoft.com/office/drawing/2014/main" id="{4806FF4C-E888-4597-8E18-CB01CDFB6EE1}"/>
                    </a:ext>
                  </a:extLst>
                </p:cNvPr>
                <p:cNvSpPr/>
                <p:nvPr/>
              </p:nvSpPr>
              <p:spPr>
                <a:xfrm>
                  <a:off x="4902488" y="4067767"/>
                  <a:ext cx="144000" cy="199164"/>
                </a:xfrm>
                <a:prstGeom prst="blockArc">
                  <a:avLst>
                    <a:gd name="adj1" fmla="val 10800000"/>
                    <a:gd name="adj2" fmla="val 270783"/>
                    <a:gd name="adj3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04" name="Gerader Verbinder 203">
                  <a:extLst>
                    <a:ext uri="{FF2B5EF4-FFF2-40B4-BE49-F238E27FC236}">
                      <a16:creationId xmlns:a16="http://schemas.microsoft.com/office/drawing/2014/main" id="{9E9950A4-FAA9-FDE0-D646-EB45FC76CB6B}"/>
                    </a:ext>
                  </a:extLst>
                </p:cNvPr>
                <p:cNvCxnSpPr/>
                <p:nvPr/>
              </p:nvCxnSpPr>
              <p:spPr>
                <a:xfrm>
                  <a:off x="5046488" y="4174492"/>
                  <a:ext cx="116681" cy="0"/>
                </a:xfrm>
                <a:prstGeom prst="lin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05" name="Gerader Verbinder 204">
                  <a:extLst>
                    <a:ext uri="{FF2B5EF4-FFF2-40B4-BE49-F238E27FC236}">
                      <a16:creationId xmlns:a16="http://schemas.microsoft.com/office/drawing/2014/main" id="{85916BFA-6152-AF50-6A7D-7AD1C67F3516}"/>
                    </a:ext>
                  </a:extLst>
                </p:cNvPr>
                <p:cNvCxnSpPr/>
                <p:nvPr/>
              </p:nvCxnSpPr>
              <p:spPr>
                <a:xfrm>
                  <a:off x="4358907" y="4167349"/>
                  <a:ext cx="116681" cy="0"/>
                </a:xfrm>
                <a:prstGeom prst="lin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grpSp>
            <p:nvGrpSpPr>
              <p:cNvPr id="207" name="Gruppieren 206">
                <a:extLst>
                  <a:ext uri="{FF2B5EF4-FFF2-40B4-BE49-F238E27FC236}">
                    <a16:creationId xmlns:a16="http://schemas.microsoft.com/office/drawing/2014/main" id="{A2CF4AB8-2DF8-86E2-8C19-7B4B7605CF0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 rot="5400000">
                <a:off x="10420271" y="940379"/>
                <a:ext cx="479737" cy="118800"/>
                <a:chOff x="4358907" y="4067767"/>
                <a:chExt cx="804262" cy="199164"/>
              </a:xfrm>
            </p:grpSpPr>
            <p:sp>
              <p:nvSpPr>
                <p:cNvPr id="208" name="Halbbogen 207">
                  <a:extLst>
                    <a:ext uri="{FF2B5EF4-FFF2-40B4-BE49-F238E27FC236}">
                      <a16:creationId xmlns:a16="http://schemas.microsoft.com/office/drawing/2014/main" id="{B30829C8-FB7A-A93C-E9D8-F1570D77C994}"/>
                    </a:ext>
                  </a:extLst>
                </p:cNvPr>
                <p:cNvSpPr/>
                <p:nvPr/>
              </p:nvSpPr>
              <p:spPr>
                <a:xfrm>
                  <a:off x="4470488" y="4067767"/>
                  <a:ext cx="144000" cy="199164"/>
                </a:xfrm>
                <a:prstGeom prst="blockArc">
                  <a:avLst>
                    <a:gd name="adj1" fmla="val 10800000"/>
                    <a:gd name="adj2" fmla="val 270783"/>
                    <a:gd name="adj3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9" name="Halbbogen 208">
                  <a:extLst>
                    <a:ext uri="{FF2B5EF4-FFF2-40B4-BE49-F238E27FC236}">
                      <a16:creationId xmlns:a16="http://schemas.microsoft.com/office/drawing/2014/main" id="{0BB94A41-0BFE-53EE-7972-E69F4A4AEA11}"/>
                    </a:ext>
                  </a:extLst>
                </p:cNvPr>
                <p:cNvSpPr/>
                <p:nvPr/>
              </p:nvSpPr>
              <p:spPr>
                <a:xfrm>
                  <a:off x="4614488" y="4067767"/>
                  <a:ext cx="144000" cy="199164"/>
                </a:xfrm>
                <a:prstGeom prst="blockArc">
                  <a:avLst>
                    <a:gd name="adj1" fmla="val 10800000"/>
                    <a:gd name="adj2" fmla="val 270783"/>
                    <a:gd name="adj3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0" name="Halbbogen 209">
                  <a:extLst>
                    <a:ext uri="{FF2B5EF4-FFF2-40B4-BE49-F238E27FC236}">
                      <a16:creationId xmlns:a16="http://schemas.microsoft.com/office/drawing/2014/main" id="{95798715-E4FD-4990-B56B-F9DD4D455569}"/>
                    </a:ext>
                  </a:extLst>
                </p:cNvPr>
                <p:cNvSpPr/>
                <p:nvPr/>
              </p:nvSpPr>
              <p:spPr>
                <a:xfrm>
                  <a:off x="4758488" y="4067767"/>
                  <a:ext cx="144000" cy="199164"/>
                </a:xfrm>
                <a:prstGeom prst="blockArc">
                  <a:avLst>
                    <a:gd name="adj1" fmla="val 10800000"/>
                    <a:gd name="adj2" fmla="val 270783"/>
                    <a:gd name="adj3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11" name="Halbbogen 210">
                  <a:extLst>
                    <a:ext uri="{FF2B5EF4-FFF2-40B4-BE49-F238E27FC236}">
                      <a16:creationId xmlns:a16="http://schemas.microsoft.com/office/drawing/2014/main" id="{47C96646-9474-E9D6-0C78-C78BECFEB31C}"/>
                    </a:ext>
                  </a:extLst>
                </p:cNvPr>
                <p:cNvSpPr/>
                <p:nvPr/>
              </p:nvSpPr>
              <p:spPr>
                <a:xfrm>
                  <a:off x="4902488" y="4067767"/>
                  <a:ext cx="144000" cy="199164"/>
                </a:xfrm>
                <a:prstGeom prst="blockArc">
                  <a:avLst>
                    <a:gd name="adj1" fmla="val 10800000"/>
                    <a:gd name="adj2" fmla="val 270783"/>
                    <a:gd name="adj3" fmla="val 0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212" name="Gerader Verbinder 211">
                  <a:extLst>
                    <a:ext uri="{FF2B5EF4-FFF2-40B4-BE49-F238E27FC236}">
                      <a16:creationId xmlns:a16="http://schemas.microsoft.com/office/drawing/2014/main" id="{C309C310-A077-1BDB-B161-F41F9B15C357}"/>
                    </a:ext>
                  </a:extLst>
                </p:cNvPr>
                <p:cNvCxnSpPr/>
                <p:nvPr/>
              </p:nvCxnSpPr>
              <p:spPr>
                <a:xfrm>
                  <a:off x="5046488" y="4174492"/>
                  <a:ext cx="116681" cy="0"/>
                </a:xfrm>
                <a:prstGeom prst="lin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  <p:cxnSp>
              <p:nvCxnSpPr>
                <p:cNvPr id="213" name="Gerader Verbinder 212">
                  <a:extLst>
                    <a:ext uri="{FF2B5EF4-FFF2-40B4-BE49-F238E27FC236}">
                      <a16:creationId xmlns:a16="http://schemas.microsoft.com/office/drawing/2014/main" id="{D85AA657-F346-0A4F-F33A-F9DC22C91C8A}"/>
                    </a:ext>
                  </a:extLst>
                </p:cNvPr>
                <p:cNvCxnSpPr/>
                <p:nvPr/>
              </p:nvCxnSpPr>
              <p:spPr>
                <a:xfrm>
                  <a:off x="4358907" y="4167349"/>
                  <a:ext cx="116681" cy="0"/>
                </a:xfrm>
                <a:prstGeom prst="lin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214" name="Ellipse 213">
                <a:extLst>
                  <a:ext uri="{FF2B5EF4-FFF2-40B4-BE49-F238E27FC236}">
                    <a16:creationId xmlns:a16="http://schemas.microsoft.com/office/drawing/2014/main" id="{6B19531A-FEF4-4CCE-C998-A2B7E2849C7C}"/>
                  </a:ext>
                </a:extLst>
              </p:cNvPr>
              <p:cNvSpPr/>
              <p:nvPr/>
            </p:nvSpPr>
            <p:spPr>
              <a:xfrm>
                <a:off x="10779408" y="844168"/>
                <a:ext cx="360000" cy="360000"/>
              </a:xfrm>
              <a:prstGeom prst="ellipse">
                <a:avLst/>
              </a:prstGeom>
              <a:solidFill>
                <a:schemeClr val="accent1">
                  <a:alpha val="42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215" name="Achteck 214">
                <a:extLst>
                  <a:ext uri="{FF2B5EF4-FFF2-40B4-BE49-F238E27FC236}">
                    <a16:creationId xmlns:a16="http://schemas.microsoft.com/office/drawing/2014/main" id="{610908DB-063E-270E-7BB0-A69DC89DDA54}"/>
                  </a:ext>
                </a:extLst>
              </p:cNvPr>
              <p:cNvSpPr/>
              <p:nvPr/>
            </p:nvSpPr>
            <p:spPr>
              <a:xfrm>
                <a:off x="10556491" y="621603"/>
                <a:ext cx="805835" cy="805130"/>
              </a:xfrm>
              <a:prstGeom prst="octagon">
                <a:avLst>
                  <a:gd name="adj" fmla="val 13380"/>
                </a:avLst>
              </a:prstGeom>
              <a:solidFill>
                <a:schemeClr val="bg1">
                  <a:lumMod val="65000"/>
                  <a:alpha val="20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cxnSp>
          <p:nvCxnSpPr>
            <p:cNvPr id="234" name="Gerader Verbinder 233">
              <a:extLst>
                <a:ext uri="{FF2B5EF4-FFF2-40B4-BE49-F238E27FC236}">
                  <a16:creationId xmlns:a16="http://schemas.microsoft.com/office/drawing/2014/main" id="{5302AAD5-FA8B-6F3B-E59A-46E39B6A8CED}"/>
                </a:ext>
              </a:extLst>
            </p:cNvPr>
            <p:cNvCxnSpPr>
              <a:cxnSpLocks/>
            </p:cNvCxnSpPr>
            <p:nvPr/>
          </p:nvCxnSpPr>
          <p:spPr>
            <a:xfrm>
              <a:off x="8998249" y="2595382"/>
              <a:ext cx="166950" cy="1247"/>
            </a:xfrm>
            <a:prstGeom prst="line">
              <a:avLst/>
            </a:prstGeom>
            <a:ln w="31750" cap="sq">
              <a:solidFill>
                <a:srgbClr val="00B05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Gerader Verbinder 234">
              <a:extLst>
                <a:ext uri="{FF2B5EF4-FFF2-40B4-BE49-F238E27FC236}">
                  <a16:creationId xmlns:a16="http://schemas.microsoft.com/office/drawing/2014/main" id="{4453525F-5CA5-9D35-3D84-72B2DD9B185C}"/>
                </a:ext>
              </a:extLst>
            </p:cNvPr>
            <p:cNvCxnSpPr>
              <a:cxnSpLocks/>
            </p:cNvCxnSpPr>
            <p:nvPr/>
          </p:nvCxnSpPr>
          <p:spPr>
            <a:xfrm>
              <a:off x="8998249" y="2720562"/>
              <a:ext cx="166950" cy="1247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Gerader Verbinder 235">
              <a:extLst>
                <a:ext uri="{FF2B5EF4-FFF2-40B4-BE49-F238E27FC236}">
                  <a16:creationId xmlns:a16="http://schemas.microsoft.com/office/drawing/2014/main" id="{4EB87B9D-ED0E-7522-60A1-F51F012C0EFE}"/>
                </a:ext>
              </a:extLst>
            </p:cNvPr>
            <p:cNvCxnSpPr>
              <a:cxnSpLocks/>
            </p:cNvCxnSpPr>
            <p:nvPr/>
          </p:nvCxnSpPr>
          <p:spPr>
            <a:xfrm>
              <a:off x="8324850" y="2470205"/>
              <a:ext cx="840349" cy="1247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1" name="Gerader Verbinder 240">
              <a:extLst>
                <a:ext uri="{FF2B5EF4-FFF2-40B4-BE49-F238E27FC236}">
                  <a16:creationId xmlns:a16="http://schemas.microsoft.com/office/drawing/2014/main" id="{29BF25E3-F0BB-77D6-43B4-321C1A666781}"/>
                </a:ext>
              </a:extLst>
            </p:cNvPr>
            <p:cNvCxnSpPr>
              <a:cxnSpLocks/>
            </p:cNvCxnSpPr>
            <p:nvPr/>
          </p:nvCxnSpPr>
          <p:spPr>
            <a:xfrm>
              <a:off x="8329740" y="2218604"/>
              <a:ext cx="166950" cy="1247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3" name="Gerader Verbinder 242">
              <a:extLst>
                <a:ext uri="{FF2B5EF4-FFF2-40B4-BE49-F238E27FC236}">
                  <a16:creationId xmlns:a16="http://schemas.microsoft.com/office/drawing/2014/main" id="{6931A81B-EC57-BF17-0E63-043BB25B17B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521700" y="2218604"/>
              <a:ext cx="0" cy="118748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2" name="Gerader Verbinder 231">
              <a:extLst>
                <a:ext uri="{FF2B5EF4-FFF2-40B4-BE49-F238E27FC236}">
                  <a16:creationId xmlns:a16="http://schemas.microsoft.com/office/drawing/2014/main" id="{8852FDA3-2861-F479-FD8E-58E498F11A83}"/>
                </a:ext>
              </a:extLst>
            </p:cNvPr>
            <p:cNvCxnSpPr>
              <a:cxnSpLocks/>
            </p:cNvCxnSpPr>
            <p:nvPr/>
          </p:nvCxnSpPr>
          <p:spPr>
            <a:xfrm>
              <a:off x="8521700" y="2346275"/>
              <a:ext cx="643499" cy="0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7" name="Textfeld 246">
              <a:extLst>
                <a:ext uri="{FF2B5EF4-FFF2-40B4-BE49-F238E27FC236}">
                  <a16:creationId xmlns:a16="http://schemas.microsoft.com/office/drawing/2014/main" id="{2051203F-0A09-9478-5156-A586E646B529}"/>
                </a:ext>
              </a:extLst>
            </p:cNvPr>
            <p:cNvSpPr txBox="1"/>
            <p:nvPr/>
          </p:nvSpPr>
          <p:spPr>
            <a:xfrm>
              <a:off x="8737139" y="2534968"/>
              <a:ext cx="30809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de-DE" sz="900" dirty="0"/>
                <a:t>9V</a:t>
              </a:r>
            </a:p>
          </p:txBody>
        </p:sp>
        <p:cxnSp>
          <p:nvCxnSpPr>
            <p:cNvPr id="251" name="Gerader Verbinder 250">
              <a:extLst>
                <a:ext uri="{FF2B5EF4-FFF2-40B4-BE49-F238E27FC236}">
                  <a16:creationId xmlns:a16="http://schemas.microsoft.com/office/drawing/2014/main" id="{B11E9F7F-D217-D110-ACAB-A86B8E26FF9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5599" y="569880"/>
              <a:ext cx="0" cy="1648003"/>
            </a:xfrm>
            <a:prstGeom prst="line">
              <a:avLst/>
            </a:prstGeom>
            <a:ln w="31750" cap="sq">
              <a:solidFill>
                <a:srgbClr val="00B05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5" name="Gerader Verbinder 254">
              <a:extLst>
                <a:ext uri="{FF2B5EF4-FFF2-40B4-BE49-F238E27FC236}">
                  <a16:creationId xmlns:a16="http://schemas.microsoft.com/office/drawing/2014/main" id="{20127A2E-8B61-F554-146B-2C83CB0DFA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675599" y="565263"/>
              <a:ext cx="729063" cy="4617"/>
            </a:xfrm>
            <a:prstGeom prst="line">
              <a:avLst/>
            </a:prstGeom>
            <a:ln w="31750" cap="sq">
              <a:solidFill>
                <a:srgbClr val="00B05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7" name="Gerader Verbinder 226">
              <a:extLst>
                <a:ext uri="{FF2B5EF4-FFF2-40B4-BE49-F238E27FC236}">
                  <a16:creationId xmlns:a16="http://schemas.microsoft.com/office/drawing/2014/main" id="{8A13D672-3B07-3485-0EA1-F76AB0C690F4}"/>
                </a:ext>
              </a:extLst>
            </p:cNvPr>
            <p:cNvCxnSpPr>
              <a:cxnSpLocks/>
            </p:cNvCxnSpPr>
            <p:nvPr/>
          </p:nvCxnSpPr>
          <p:spPr>
            <a:xfrm>
              <a:off x="8675599" y="2217883"/>
              <a:ext cx="489600" cy="0"/>
            </a:xfrm>
            <a:prstGeom prst="line">
              <a:avLst/>
            </a:prstGeom>
            <a:ln w="31750" cap="sq">
              <a:solidFill>
                <a:srgbClr val="00B05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Gerader Verbinder 258">
              <a:extLst>
                <a:ext uri="{FF2B5EF4-FFF2-40B4-BE49-F238E27FC236}">
                  <a16:creationId xmlns:a16="http://schemas.microsoft.com/office/drawing/2014/main" id="{B16F5DB1-103F-1375-C203-8397D7AE4BA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786774" y="1147327"/>
              <a:ext cx="0" cy="948594"/>
            </a:xfrm>
            <a:prstGeom prst="line">
              <a:avLst/>
            </a:prstGeom>
            <a:ln w="31750" cap="sq">
              <a:solidFill>
                <a:schemeClr val="tx1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2" name="Gerader Verbinder 261">
              <a:extLst>
                <a:ext uri="{FF2B5EF4-FFF2-40B4-BE49-F238E27FC236}">
                  <a16:creationId xmlns:a16="http://schemas.microsoft.com/office/drawing/2014/main" id="{6C3804CA-B09F-9A49-AFE6-DDA533372A5A}"/>
                </a:ext>
              </a:extLst>
            </p:cNvPr>
            <p:cNvCxnSpPr>
              <a:cxnSpLocks/>
            </p:cNvCxnSpPr>
            <p:nvPr/>
          </p:nvCxnSpPr>
          <p:spPr>
            <a:xfrm>
              <a:off x="8786774" y="1147327"/>
              <a:ext cx="614713" cy="0"/>
            </a:xfrm>
            <a:prstGeom prst="line">
              <a:avLst/>
            </a:prstGeom>
            <a:ln w="31750" cap="sq">
              <a:solidFill>
                <a:schemeClr val="tx1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9" name="Gerader Verbinder 228">
              <a:extLst>
                <a:ext uri="{FF2B5EF4-FFF2-40B4-BE49-F238E27FC236}">
                  <a16:creationId xmlns:a16="http://schemas.microsoft.com/office/drawing/2014/main" id="{96DED76F-55F5-775D-0027-3F6B1AFEEDEF}"/>
                </a:ext>
              </a:extLst>
            </p:cNvPr>
            <p:cNvCxnSpPr>
              <a:cxnSpLocks/>
            </p:cNvCxnSpPr>
            <p:nvPr/>
          </p:nvCxnSpPr>
          <p:spPr>
            <a:xfrm>
              <a:off x="8786774" y="2095921"/>
              <a:ext cx="381600" cy="0"/>
            </a:xfrm>
            <a:prstGeom prst="line">
              <a:avLst/>
            </a:prstGeom>
            <a:ln w="31750" cap="sq">
              <a:solidFill>
                <a:schemeClr val="tx1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5" name="Gerader Verbinder 264">
              <a:extLst>
                <a:ext uri="{FF2B5EF4-FFF2-40B4-BE49-F238E27FC236}">
                  <a16:creationId xmlns:a16="http://schemas.microsoft.com/office/drawing/2014/main" id="{FEBACA47-35BF-D8AA-2BAE-F9157CBCF9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611267" y="1386197"/>
              <a:ext cx="0" cy="46815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Gerader Verbinder 266">
              <a:extLst>
                <a:ext uri="{FF2B5EF4-FFF2-40B4-BE49-F238E27FC236}">
                  <a16:creationId xmlns:a16="http://schemas.microsoft.com/office/drawing/2014/main" id="{64C90036-7E24-2FA9-55A2-34B82F9C766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05938" y="1389819"/>
              <a:ext cx="0" cy="111305"/>
            </a:xfrm>
            <a:prstGeom prst="line">
              <a:avLst/>
            </a:prstGeom>
            <a:ln w="31750" cap="sq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Gerader Verbinder 269">
              <a:extLst>
                <a:ext uri="{FF2B5EF4-FFF2-40B4-BE49-F238E27FC236}">
                  <a16:creationId xmlns:a16="http://schemas.microsoft.com/office/drawing/2014/main" id="{E9222927-2723-0E6B-323B-3A5A9CD629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998249" y="1516999"/>
              <a:ext cx="0" cy="326311"/>
            </a:xfrm>
            <a:prstGeom prst="line">
              <a:avLst/>
            </a:prstGeom>
            <a:ln w="31750" cap="sq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1" name="Gerader Verbinder 230">
              <a:extLst>
                <a:ext uri="{FF2B5EF4-FFF2-40B4-BE49-F238E27FC236}">
                  <a16:creationId xmlns:a16="http://schemas.microsoft.com/office/drawing/2014/main" id="{AFEA17FB-7CD5-2AD6-9A3B-30967906DB5A}"/>
                </a:ext>
              </a:extLst>
            </p:cNvPr>
            <p:cNvCxnSpPr>
              <a:cxnSpLocks/>
            </p:cNvCxnSpPr>
            <p:nvPr/>
          </p:nvCxnSpPr>
          <p:spPr>
            <a:xfrm>
              <a:off x="8998249" y="1844320"/>
              <a:ext cx="166950" cy="1247"/>
            </a:xfrm>
            <a:prstGeom prst="line">
              <a:avLst/>
            </a:prstGeom>
            <a:ln w="31750" cap="sq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Gerader Verbinder 272">
              <a:extLst>
                <a:ext uri="{FF2B5EF4-FFF2-40B4-BE49-F238E27FC236}">
                  <a16:creationId xmlns:a16="http://schemas.microsoft.com/office/drawing/2014/main" id="{1186917A-CE2A-9C3B-36A0-91D263039D44}"/>
                </a:ext>
              </a:extLst>
            </p:cNvPr>
            <p:cNvCxnSpPr>
              <a:cxnSpLocks/>
            </p:cNvCxnSpPr>
            <p:nvPr/>
          </p:nvCxnSpPr>
          <p:spPr>
            <a:xfrm>
              <a:off x="8998249" y="1516999"/>
              <a:ext cx="1204514" cy="0"/>
            </a:xfrm>
            <a:prstGeom prst="line">
              <a:avLst/>
            </a:prstGeom>
            <a:ln w="31750" cap="sq">
              <a:solidFill>
                <a:schemeClr val="accent1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Gerader Verbinder 274">
              <a:extLst>
                <a:ext uri="{FF2B5EF4-FFF2-40B4-BE49-F238E27FC236}">
                  <a16:creationId xmlns:a16="http://schemas.microsoft.com/office/drawing/2014/main" id="{17097A6C-0AD3-95F7-30B8-3F5F0C808E9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894363" y="1442906"/>
              <a:ext cx="5107" cy="527512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8" name="Gerader Verbinder 277">
              <a:extLst>
                <a:ext uri="{FF2B5EF4-FFF2-40B4-BE49-F238E27FC236}">
                  <a16:creationId xmlns:a16="http://schemas.microsoft.com/office/drawing/2014/main" id="{79F64422-D33B-8CE3-935B-41B8252287EB}"/>
                </a:ext>
              </a:extLst>
            </p:cNvPr>
            <p:cNvCxnSpPr>
              <a:cxnSpLocks/>
            </p:cNvCxnSpPr>
            <p:nvPr/>
          </p:nvCxnSpPr>
          <p:spPr>
            <a:xfrm>
              <a:off x="8897949" y="1436187"/>
              <a:ext cx="708713" cy="0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0" name="Gerader Verbinder 229">
              <a:extLst>
                <a:ext uri="{FF2B5EF4-FFF2-40B4-BE49-F238E27FC236}">
                  <a16:creationId xmlns:a16="http://schemas.microsoft.com/office/drawing/2014/main" id="{7A91810A-9B1B-0D34-7B2A-8E3145AADB87}"/>
                </a:ext>
              </a:extLst>
            </p:cNvPr>
            <p:cNvCxnSpPr>
              <a:cxnSpLocks/>
            </p:cNvCxnSpPr>
            <p:nvPr/>
          </p:nvCxnSpPr>
          <p:spPr>
            <a:xfrm>
              <a:off x="8891599" y="1970418"/>
              <a:ext cx="273600" cy="0"/>
            </a:xfrm>
            <a:prstGeom prst="line">
              <a:avLst/>
            </a:prstGeom>
            <a:ln w="31750" cap="sq">
              <a:solidFill>
                <a:srgbClr val="FF0000"/>
              </a:solidFill>
              <a:rou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23" name="Gruppieren 322">
              <a:extLst>
                <a:ext uri="{FF2B5EF4-FFF2-40B4-BE49-F238E27FC236}">
                  <a16:creationId xmlns:a16="http://schemas.microsoft.com/office/drawing/2014/main" id="{BE5AA38C-75F1-5E53-D43C-C13BB26102ED}"/>
                </a:ext>
              </a:extLst>
            </p:cNvPr>
            <p:cNvGrpSpPr/>
            <p:nvPr/>
          </p:nvGrpSpPr>
          <p:grpSpPr>
            <a:xfrm>
              <a:off x="9189048" y="1573708"/>
              <a:ext cx="1440000" cy="1440000"/>
              <a:chOff x="9189048" y="1573708"/>
              <a:chExt cx="1440000" cy="1440000"/>
            </a:xfrm>
          </p:grpSpPr>
          <p:sp>
            <p:nvSpPr>
              <p:cNvPr id="216" name="Achteck 215">
                <a:extLst>
                  <a:ext uri="{FF2B5EF4-FFF2-40B4-BE49-F238E27FC236}">
                    <a16:creationId xmlns:a16="http://schemas.microsoft.com/office/drawing/2014/main" id="{648E24B5-D97A-6FFF-95FE-2DCCAFC622F2}"/>
                  </a:ext>
                </a:extLst>
              </p:cNvPr>
              <p:cNvSpPr/>
              <p:nvPr/>
            </p:nvSpPr>
            <p:spPr>
              <a:xfrm>
                <a:off x="9189048" y="1573708"/>
                <a:ext cx="1440000" cy="1440000"/>
              </a:xfrm>
              <a:prstGeom prst="octagon">
                <a:avLst>
                  <a:gd name="adj" fmla="val 13380"/>
                </a:avLst>
              </a:prstGeom>
              <a:solidFill>
                <a:schemeClr val="bg1">
                  <a:lumMod val="65000"/>
                  <a:alpha val="20000"/>
                </a:schemeClr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grpSp>
            <p:nvGrpSpPr>
              <p:cNvPr id="293" name="Gruppieren 292">
                <a:extLst>
                  <a:ext uri="{FF2B5EF4-FFF2-40B4-BE49-F238E27FC236}">
                    <a16:creationId xmlns:a16="http://schemas.microsoft.com/office/drawing/2014/main" id="{F19401DC-A75C-E601-F55D-F6360C8D177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192223" y="1795498"/>
                <a:ext cx="281556" cy="468000"/>
                <a:chOff x="7462666" y="2009937"/>
                <a:chExt cx="433247" cy="720140"/>
              </a:xfrm>
            </p:grpSpPr>
            <p:sp>
              <p:nvSpPr>
                <p:cNvPr id="294" name="Rechteck 293">
                  <a:extLst>
                    <a:ext uri="{FF2B5EF4-FFF2-40B4-BE49-F238E27FC236}">
                      <a16:creationId xmlns:a16="http://schemas.microsoft.com/office/drawing/2014/main" id="{3765A231-B32E-A3EF-AFCC-62EE25BBC0A1}"/>
                    </a:ext>
                  </a:extLst>
                </p:cNvPr>
                <p:cNvSpPr/>
                <p:nvPr/>
              </p:nvSpPr>
              <p:spPr>
                <a:xfrm>
                  <a:off x="7463913" y="2009937"/>
                  <a:ext cx="432000" cy="72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295" name="Ellipse 294">
                  <a:extLst>
                    <a:ext uri="{FF2B5EF4-FFF2-40B4-BE49-F238E27FC236}">
                      <a16:creationId xmlns:a16="http://schemas.microsoft.com/office/drawing/2014/main" id="{72A27BFD-2D9C-F6DF-9ADD-46E656173BE1}"/>
                    </a:ext>
                  </a:extLst>
                </p:cNvPr>
                <p:cNvSpPr/>
                <p:nvPr/>
              </p:nvSpPr>
              <p:spPr>
                <a:xfrm>
                  <a:off x="7649823" y="2028825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 dirty="0"/>
                </a:p>
              </p:txBody>
            </p:sp>
            <p:sp>
              <p:nvSpPr>
                <p:cNvPr id="296" name="Ellipse 295">
                  <a:extLst>
                    <a:ext uri="{FF2B5EF4-FFF2-40B4-BE49-F238E27FC236}">
                      <a16:creationId xmlns:a16="http://schemas.microsoft.com/office/drawing/2014/main" id="{976FC47E-8C1D-23B9-CE72-030DED21555D}"/>
                    </a:ext>
                  </a:extLst>
                </p:cNvPr>
                <p:cNvSpPr/>
                <p:nvPr/>
              </p:nvSpPr>
              <p:spPr>
                <a:xfrm>
                  <a:off x="7649823" y="2205000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97" name="Ellipse 296">
                  <a:extLst>
                    <a:ext uri="{FF2B5EF4-FFF2-40B4-BE49-F238E27FC236}">
                      <a16:creationId xmlns:a16="http://schemas.microsoft.com/office/drawing/2014/main" id="{EF451C09-9DDE-6BF8-8E14-8B5873F28FC6}"/>
                    </a:ext>
                  </a:extLst>
                </p:cNvPr>
                <p:cNvSpPr/>
                <p:nvPr/>
              </p:nvSpPr>
              <p:spPr>
                <a:xfrm>
                  <a:off x="7649823" y="2381175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98" name="Ellipse 297">
                  <a:extLst>
                    <a:ext uri="{FF2B5EF4-FFF2-40B4-BE49-F238E27FC236}">
                      <a16:creationId xmlns:a16="http://schemas.microsoft.com/office/drawing/2014/main" id="{0BD40D52-6686-C0CB-BBD8-45182F505DBC}"/>
                    </a:ext>
                  </a:extLst>
                </p:cNvPr>
                <p:cNvSpPr/>
                <p:nvPr/>
              </p:nvSpPr>
              <p:spPr>
                <a:xfrm>
                  <a:off x="7649823" y="2565000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299" name="Rechteck 298">
                  <a:extLst>
                    <a:ext uri="{FF2B5EF4-FFF2-40B4-BE49-F238E27FC236}">
                      <a16:creationId xmlns:a16="http://schemas.microsoft.com/office/drawing/2014/main" id="{1AA7FFE5-3DBB-BBEC-02D2-D8D03F6AD595}"/>
                    </a:ext>
                  </a:extLst>
                </p:cNvPr>
                <p:cNvSpPr/>
                <p:nvPr/>
              </p:nvSpPr>
              <p:spPr>
                <a:xfrm>
                  <a:off x="7462666" y="201079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300" name="Rechteck 299">
                  <a:extLst>
                    <a:ext uri="{FF2B5EF4-FFF2-40B4-BE49-F238E27FC236}">
                      <a16:creationId xmlns:a16="http://schemas.microsoft.com/office/drawing/2014/main" id="{4B5542A6-2C93-49D4-2823-41CE00A5FB7B}"/>
                    </a:ext>
                  </a:extLst>
                </p:cNvPr>
                <p:cNvSpPr/>
                <p:nvPr/>
              </p:nvSpPr>
              <p:spPr>
                <a:xfrm>
                  <a:off x="7462666" y="255007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301" name="Rechteck 300">
                  <a:extLst>
                    <a:ext uri="{FF2B5EF4-FFF2-40B4-BE49-F238E27FC236}">
                      <a16:creationId xmlns:a16="http://schemas.microsoft.com/office/drawing/2014/main" id="{61AE4AC2-4EED-8285-0822-A1443C8ECB3B}"/>
                    </a:ext>
                  </a:extLst>
                </p:cNvPr>
                <p:cNvSpPr/>
                <p:nvPr/>
              </p:nvSpPr>
              <p:spPr>
                <a:xfrm>
                  <a:off x="7462666" y="237031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302" name="Rechteck 301">
                  <a:extLst>
                    <a:ext uri="{FF2B5EF4-FFF2-40B4-BE49-F238E27FC236}">
                      <a16:creationId xmlns:a16="http://schemas.microsoft.com/office/drawing/2014/main" id="{F11DDB23-868C-C461-A7AD-E0D57506AC99}"/>
                    </a:ext>
                  </a:extLst>
                </p:cNvPr>
                <p:cNvSpPr/>
                <p:nvPr/>
              </p:nvSpPr>
              <p:spPr>
                <a:xfrm>
                  <a:off x="7462666" y="2190557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</p:grpSp>
          <p:grpSp>
            <p:nvGrpSpPr>
              <p:cNvPr id="303" name="Gruppieren 302">
                <a:extLst>
                  <a:ext uri="{FF2B5EF4-FFF2-40B4-BE49-F238E27FC236}">
                    <a16:creationId xmlns:a16="http://schemas.microsoft.com/office/drawing/2014/main" id="{FEDFF339-04FE-8A7C-0640-2855C24B80F9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192628" y="2285351"/>
                <a:ext cx="281126" cy="234000"/>
                <a:chOff x="8238632" y="1988930"/>
                <a:chExt cx="433247" cy="360620"/>
              </a:xfrm>
            </p:grpSpPr>
            <p:sp>
              <p:nvSpPr>
                <p:cNvPr id="304" name="Rechteck 303">
                  <a:extLst>
                    <a:ext uri="{FF2B5EF4-FFF2-40B4-BE49-F238E27FC236}">
                      <a16:creationId xmlns:a16="http://schemas.microsoft.com/office/drawing/2014/main" id="{198AF979-0633-AC7B-9009-E9643933DF52}"/>
                    </a:ext>
                  </a:extLst>
                </p:cNvPr>
                <p:cNvSpPr/>
                <p:nvPr/>
              </p:nvSpPr>
              <p:spPr>
                <a:xfrm>
                  <a:off x="8239879" y="1988930"/>
                  <a:ext cx="432000" cy="36007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305" name="Ellipse 304">
                  <a:extLst>
                    <a:ext uri="{FF2B5EF4-FFF2-40B4-BE49-F238E27FC236}">
                      <a16:creationId xmlns:a16="http://schemas.microsoft.com/office/drawing/2014/main" id="{07EB6496-ABD7-9327-2057-168A6AFCE301}"/>
                    </a:ext>
                  </a:extLst>
                </p:cNvPr>
                <p:cNvSpPr/>
                <p:nvPr/>
              </p:nvSpPr>
              <p:spPr>
                <a:xfrm>
                  <a:off x="8425789" y="2007818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06" name="Ellipse 305">
                  <a:extLst>
                    <a:ext uri="{FF2B5EF4-FFF2-40B4-BE49-F238E27FC236}">
                      <a16:creationId xmlns:a16="http://schemas.microsoft.com/office/drawing/2014/main" id="{918A9A7F-D94E-92A1-40DD-EA61E9142033}"/>
                    </a:ext>
                  </a:extLst>
                </p:cNvPr>
                <p:cNvSpPr/>
                <p:nvPr/>
              </p:nvSpPr>
              <p:spPr>
                <a:xfrm>
                  <a:off x="8425789" y="2183993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07" name="Rechteck 306">
                  <a:extLst>
                    <a:ext uri="{FF2B5EF4-FFF2-40B4-BE49-F238E27FC236}">
                      <a16:creationId xmlns:a16="http://schemas.microsoft.com/office/drawing/2014/main" id="{4F7835E2-ED85-BE55-CD49-EF975E38B936}"/>
                    </a:ext>
                  </a:extLst>
                </p:cNvPr>
                <p:cNvSpPr/>
                <p:nvPr/>
              </p:nvSpPr>
              <p:spPr>
                <a:xfrm>
                  <a:off x="8238632" y="198979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308" name="Rechteck 307">
                  <a:extLst>
                    <a:ext uri="{FF2B5EF4-FFF2-40B4-BE49-F238E27FC236}">
                      <a16:creationId xmlns:a16="http://schemas.microsoft.com/office/drawing/2014/main" id="{A5BD101F-B45A-AF8E-03F2-9A5FD079AF61}"/>
                    </a:ext>
                  </a:extLst>
                </p:cNvPr>
                <p:cNvSpPr/>
                <p:nvPr/>
              </p:nvSpPr>
              <p:spPr>
                <a:xfrm>
                  <a:off x="8238632" y="216955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</p:grpSp>
          <p:grpSp>
            <p:nvGrpSpPr>
              <p:cNvPr id="310" name="Gruppieren 309">
                <a:extLst>
                  <a:ext uri="{FF2B5EF4-FFF2-40B4-BE49-F238E27FC236}">
                    <a16:creationId xmlns:a16="http://schemas.microsoft.com/office/drawing/2014/main" id="{C9872F0C-58A4-F06C-EF25-AC8E635CE36B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9192224" y="2541561"/>
                <a:ext cx="281126" cy="234000"/>
                <a:chOff x="8238632" y="1988930"/>
                <a:chExt cx="433247" cy="360620"/>
              </a:xfrm>
            </p:grpSpPr>
            <p:sp>
              <p:nvSpPr>
                <p:cNvPr id="311" name="Rechteck 310">
                  <a:extLst>
                    <a:ext uri="{FF2B5EF4-FFF2-40B4-BE49-F238E27FC236}">
                      <a16:creationId xmlns:a16="http://schemas.microsoft.com/office/drawing/2014/main" id="{56886B3F-87C7-F309-23DE-9ACC6651AACA}"/>
                    </a:ext>
                  </a:extLst>
                </p:cNvPr>
                <p:cNvSpPr/>
                <p:nvPr/>
              </p:nvSpPr>
              <p:spPr>
                <a:xfrm>
                  <a:off x="8239879" y="1988930"/>
                  <a:ext cx="432000" cy="36007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312" name="Ellipse 311">
                  <a:extLst>
                    <a:ext uri="{FF2B5EF4-FFF2-40B4-BE49-F238E27FC236}">
                      <a16:creationId xmlns:a16="http://schemas.microsoft.com/office/drawing/2014/main" id="{C1834659-9BC2-904F-1E12-7BCB6BEE86C7}"/>
                    </a:ext>
                  </a:extLst>
                </p:cNvPr>
                <p:cNvSpPr/>
                <p:nvPr/>
              </p:nvSpPr>
              <p:spPr>
                <a:xfrm>
                  <a:off x="8425789" y="2007818"/>
                  <a:ext cx="144000" cy="144000"/>
                </a:xfrm>
                <a:prstGeom prst="ellipse">
                  <a:avLst/>
                </a:prstGeom>
                <a:solidFill>
                  <a:srgbClr val="92D05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13" name="Ellipse 312">
                  <a:extLst>
                    <a:ext uri="{FF2B5EF4-FFF2-40B4-BE49-F238E27FC236}">
                      <a16:creationId xmlns:a16="http://schemas.microsoft.com/office/drawing/2014/main" id="{7F2D2DD9-B969-5EE7-0104-A9D976CA9F9D}"/>
                    </a:ext>
                  </a:extLst>
                </p:cNvPr>
                <p:cNvSpPr/>
                <p:nvPr/>
              </p:nvSpPr>
              <p:spPr>
                <a:xfrm>
                  <a:off x="8425789" y="2183993"/>
                  <a:ext cx="144000" cy="144000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sp>
              <p:nvSpPr>
                <p:cNvPr id="314" name="Rechteck 313">
                  <a:extLst>
                    <a:ext uri="{FF2B5EF4-FFF2-40B4-BE49-F238E27FC236}">
                      <a16:creationId xmlns:a16="http://schemas.microsoft.com/office/drawing/2014/main" id="{51414252-2A39-CF7F-E426-DBA531940BDD}"/>
                    </a:ext>
                  </a:extLst>
                </p:cNvPr>
                <p:cNvSpPr/>
                <p:nvPr/>
              </p:nvSpPr>
              <p:spPr>
                <a:xfrm>
                  <a:off x="8238632" y="198979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  <p:sp>
              <p:nvSpPr>
                <p:cNvPr id="315" name="Rechteck 314">
                  <a:extLst>
                    <a:ext uri="{FF2B5EF4-FFF2-40B4-BE49-F238E27FC236}">
                      <a16:creationId xmlns:a16="http://schemas.microsoft.com/office/drawing/2014/main" id="{DE9F89C4-F25F-05B8-7654-1BD1F66302CF}"/>
                    </a:ext>
                  </a:extLst>
                </p:cNvPr>
                <p:cNvSpPr/>
                <p:nvPr/>
              </p:nvSpPr>
              <p:spPr>
                <a:xfrm>
                  <a:off x="8238632" y="2169550"/>
                  <a:ext cx="90000" cy="180000"/>
                </a:xfrm>
                <a:prstGeom prst="rect">
                  <a:avLst/>
                </a:prstGeom>
                <a:solidFill>
                  <a:srgbClr val="00B050"/>
                </a:solidFill>
                <a:ln>
                  <a:solidFill>
                    <a:schemeClr val="bg2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>
                    <a:noFill/>
                  </a:endParaRPr>
                </a:p>
              </p:txBody>
            </p:sp>
          </p:grpSp>
          <p:sp>
            <p:nvSpPr>
              <p:cNvPr id="316" name="Ellipse 315">
                <a:extLst>
                  <a:ext uri="{FF2B5EF4-FFF2-40B4-BE49-F238E27FC236}">
                    <a16:creationId xmlns:a16="http://schemas.microsoft.com/office/drawing/2014/main" id="{3DA6B595-E8C7-EBF0-F3E3-DE063880C6F3}"/>
                  </a:ext>
                </a:extLst>
              </p:cNvPr>
              <p:cNvSpPr/>
              <p:nvPr/>
            </p:nvSpPr>
            <p:spPr>
              <a:xfrm>
                <a:off x="10255948" y="1773727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7" name="Ellipse 316">
                <a:extLst>
                  <a:ext uri="{FF2B5EF4-FFF2-40B4-BE49-F238E27FC236}">
                    <a16:creationId xmlns:a16="http://schemas.microsoft.com/office/drawing/2014/main" id="{4B312D84-3891-94EC-B55F-AEEB44A247F5}"/>
                  </a:ext>
                </a:extLst>
              </p:cNvPr>
              <p:cNvSpPr/>
              <p:nvPr/>
            </p:nvSpPr>
            <p:spPr>
              <a:xfrm>
                <a:off x="9533796" y="1773727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8" name="Ellipse 317">
                <a:extLst>
                  <a:ext uri="{FF2B5EF4-FFF2-40B4-BE49-F238E27FC236}">
                    <a16:creationId xmlns:a16="http://schemas.microsoft.com/office/drawing/2014/main" id="{BDAEEEAA-57EA-ED76-74C5-3D99EB568E27}"/>
                  </a:ext>
                </a:extLst>
              </p:cNvPr>
              <p:cNvSpPr/>
              <p:nvPr/>
            </p:nvSpPr>
            <p:spPr>
              <a:xfrm>
                <a:off x="10255948" y="269992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19" name="Ellipse 318">
                <a:extLst>
                  <a:ext uri="{FF2B5EF4-FFF2-40B4-BE49-F238E27FC236}">
                    <a16:creationId xmlns:a16="http://schemas.microsoft.com/office/drawing/2014/main" id="{FF026F8D-3FD3-67F7-1CF2-BAC1590AA7CE}"/>
                  </a:ext>
                </a:extLst>
              </p:cNvPr>
              <p:cNvSpPr/>
              <p:nvPr/>
            </p:nvSpPr>
            <p:spPr>
              <a:xfrm>
                <a:off x="9533796" y="2699920"/>
                <a:ext cx="108000" cy="108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322" name="Ellipse 321">
                <a:extLst>
                  <a:ext uri="{FF2B5EF4-FFF2-40B4-BE49-F238E27FC236}">
                    <a16:creationId xmlns:a16="http://schemas.microsoft.com/office/drawing/2014/main" id="{D33C0773-7759-5AFA-9193-C76CDF1683E9}"/>
                  </a:ext>
                </a:extLst>
              </p:cNvPr>
              <p:cNvSpPr/>
              <p:nvPr/>
            </p:nvSpPr>
            <p:spPr>
              <a:xfrm>
                <a:off x="9670189" y="2042336"/>
                <a:ext cx="468000" cy="468000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</p:grpSp>
        <p:sp>
          <p:nvSpPr>
            <p:cNvPr id="324" name="Textfeld 323">
              <a:extLst>
                <a:ext uri="{FF2B5EF4-FFF2-40B4-BE49-F238E27FC236}">
                  <a16:creationId xmlns:a16="http://schemas.microsoft.com/office/drawing/2014/main" id="{B640902E-FE76-13BF-8618-B44E9E3A6A98}"/>
                </a:ext>
              </a:extLst>
            </p:cNvPr>
            <p:cNvSpPr txBox="1"/>
            <p:nvPr/>
          </p:nvSpPr>
          <p:spPr>
            <a:xfrm>
              <a:off x="9746133" y="736545"/>
              <a:ext cx="31611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/>
                <a:t>M</a:t>
              </a:r>
            </a:p>
          </p:txBody>
        </p:sp>
        <p:sp>
          <p:nvSpPr>
            <p:cNvPr id="326" name="Textfeld 325">
              <a:extLst>
                <a:ext uri="{FF2B5EF4-FFF2-40B4-BE49-F238E27FC236}">
                  <a16:creationId xmlns:a16="http://schemas.microsoft.com/office/drawing/2014/main" id="{A83E492D-236B-4680-E7B2-0BDE379E2495}"/>
                </a:ext>
              </a:extLst>
            </p:cNvPr>
            <p:cNvSpPr txBox="1"/>
            <p:nvPr/>
          </p:nvSpPr>
          <p:spPr>
            <a:xfrm>
              <a:off x="9342947" y="1520175"/>
              <a:ext cx="120186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DE" sz="1200" dirty="0" err="1"/>
                <a:t>ftRotaryEncoder</a:t>
              </a:r>
              <a:endParaRPr lang="de-DE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27056778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Ein Bild, das Spielzeug, Plastik, Im Haus enthält.&#10;&#10;Automatisch generierte Beschreibung">
            <a:extLst>
              <a:ext uri="{FF2B5EF4-FFF2-40B4-BE49-F238E27FC236}">
                <a16:creationId xmlns:a16="http://schemas.microsoft.com/office/drawing/2014/main" id="{91C842BF-90D3-336E-9FAE-256DD2BAF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9443" y="1063501"/>
            <a:ext cx="7567867" cy="5600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21536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fik 6">
            <a:extLst>
              <a:ext uri="{FF2B5EF4-FFF2-40B4-BE49-F238E27FC236}">
                <a16:creationId xmlns:a16="http://schemas.microsoft.com/office/drawing/2014/main" id="{C8B2C9B2-F3DC-156F-05A8-01FABA409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050" y="1490662"/>
            <a:ext cx="9105900" cy="3876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095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11">
            <a:extLst>
              <a:ext uri="{FF2B5EF4-FFF2-40B4-BE49-F238E27FC236}">
                <a16:creationId xmlns:a16="http://schemas.microsoft.com/office/drawing/2014/main" id="{60A4227C-C9B4-47D2-A9C3-6AAEB81A8256}"/>
              </a:ext>
            </a:extLst>
          </p:cNvPr>
          <p:cNvSpPr/>
          <p:nvPr/>
        </p:nvSpPr>
        <p:spPr>
          <a:xfrm>
            <a:off x="4327262" y="443610"/>
            <a:ext cx="3387433" cy="298539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7" name="Grafik 6" descr="Ein Bild, das Elektronik, Elektronisches Gerät, Gerät, Fernbedienung enthält.&#10;&#10;Automatisch generierte Beschreibung">
            <a:extLst>
              <a:ext uri="{FF2B5EF4-FFF2-40B4-BE49-F238E27FC236}">
                <a16:creationId xmlns:a16="http://schemas.microsoft.com/office/drawing/2014/main" id="{B8CEDC44-89B5-E8D4-3CFD-F90293192A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130" y="594114"/>
            <a:ext cx="3193057" cy="2834886"/>
          </a:xfrm>
          <a:prstGeom prst="rect">
            <a:avLst/>
          </a:prstGeom>
        </p:spPr>
      </p:pic>
      <p:pic>
        <p:nvPicPr>
          <p:cNvPr id="9" name="Grafik 8" descr="Ein Bild, das Elektronik, Elektrisches Bauelement, Elektronisches Bauteil, Computerkomponenten enthält.&#10;&#10;Automatisch generierte Beschreibung">
            <a:extLst>
              <a:ext uri="{FF2B5EF4-FFF2-40B4-BE49-F238E27FC236}">
                <a16:creationId xmlns:a16="http://schemas.microsoft.com/office/drawing/2014/main" id="{E85A7A98-4136-91B0-7D77-B266EEEA98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2195" y="513498"/>
            <a:ext cx="3193057" cy="2834886"/>
          </a:xfrm>
          <a:prstGeom prst="rect">
            <a:avLst/>
          </a:prstGeom>
        </p:spPr>
      </p:pic>
      <p:pic>
        <p:nvPicPr>
          <p:cNvPr id="11" name="Grafik 10" descr="Ein Bild, das Spielzeug, gelb enthält.&#10;&#10;Automatisch generierte Beschreibung">
            <a:extLst>
              <a:ext uri="{FF2B5EF4-FFF2-40B4-BE49-F238E27FC236}">
                <a16:creationId xmlns:a16="http://schemas.microsoft.com/office/drawing/2014/main" id="{CFF7E325-E725-33FE-2A06-259FB56A345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4739" y="575488"/>
            <a:ext cx="3239810" cy="2772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14877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512</Words>
  <Application>Microsoft Office PowerPoint</Application>
  <PresentationFormat>Breitbild</PresentationFormat>
  <Paragraphs>471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Courier New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Stefan Fuss</dc:creator>
  <cp:lastModifiedBy>Stefan Fuss</cp:lastModifiedBy>
  <cp:revision>30</cp:revision>
  <dcterms:created xsi:type="dcterms:W3CDTF">2023-04-26T02:58:08Z</dcterms:created>
  <dcterms:modified xsi:type="dcterms:W3CDTF">2024-11-03T19:34:58Z</dcterms:modified>
</cp:coreProperties>
</file>