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62" r:id="rId8"/>
    <p:sldId id="261" r:id="rId9"/>
    <p:sldId id="268" r:id="rId10"/>
    <p:sldId id="270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6161"/>
    <a:srgbClr val="404040"/>
    <a:srgbClr val="EDEDED"/>
    <a:srgbClr val="996633"/>
    <a:srgbClr val="767171"/>
    <a:srgbClr val="C9D58F"/>
    <a:srgbClr val="FFFF00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259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43930-AFCA-2D61-999B-B8E91262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61994E-D822-661F-11B7-E0D57A4E2A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06BE8-CF49-86FC-1027-FE443B958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3CAC35-1AC6-1082-47C0-29252BFA3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31051-30FF-09DA-38E2-6176AD9D2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5484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22345-2B56-CA41-B047-FF9A45246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5A4216-EC16-C30E-8FA8-E842E96B5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A79CC3-435C-C150-3549-19824B5F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3E0ECB-2D5F-1E61-DD64-28819F6E4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4F29C1-FBD0-C691-DC54-0D6E9522B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52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BEB63-E083-A83F-CD69-DDA451DB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DF39BB-0904-DEF9-C587-C554C88F8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7177E7-2CDE-11CA-279D-DCFE3EB5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D3A2B7-ED11-CA52-D77F-B99B0D0EB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9E12E1-E2FC-134E-6A44-2A2C91DD0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920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CFC828-EE07-B9AC-BDB5-A4A2D5F9C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888395-8EC0-C847-5226-9C43C0334D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482043-4857-8CAB-3FD4-C2689978E2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29CDE63-271C-2068-A16D-9F00EF4DB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95112A-66C4-BA8E-580B-ABFF635B3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76DE98-EB2A-8B50-5986-AC95234A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705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967DB-0BEA-540F-672D-A5ADF4D90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AAC393-AC49-481C-CEA3-D473DAFCE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760E61-FE4E-BEE9-2121-04B4BD285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801D01C-ECE2-C0E3-3807-3223A274D7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354842-0238-F313-3C06-3CDAD3546A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910F861-5537-6C32-D5C1-27DF4A4A8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6D16EFF-5326-5E29-7A5D-2017151EB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D83DD23-A8E8-99B3-D1F9-12C8D2988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5872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807EC3-F8BF-F550-211D-C79D7B08D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E13E86-86C0-39DF-6D9F-03442717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A82F007-DB7A-19B2-AA4A-5D82530F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6AF822-AC58-1141-5ED4-6DC186C35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5942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7D7B349-DF88-96D2-359C-4D3B7F40D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F5E843-2F20-0588-FEA5-5ED79A0E7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8CF5BF-2E32-148A-008A-72ABC3E63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36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FF271-6B82-314F-DE41-A2CE99573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C9817A-CB3D-30A4-A805-AE4C20B95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09B4AC-1254-3534-048F-83D845D93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D1A4909-FFD7-6E3C-1457-4C1E81EA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B15AF3-7901-F14E-2A50-78353702C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A98C073-3B0F-2A5D-6E90-AE288F75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3816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737B30-309D-F93D-3C40-81E5C2CF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86DD697-C852-7251-9416-8B005EEF8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04752B-CF8E-AAA3-098B-39EECAEC2C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7F2F9E9-CC8A-1EBE-62FD-310BACB62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00731A-C10A-C4CA-3E20-BE278B889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46F1FF-A0B8-27C8-741D-5EE6A9B5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24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867E3D-9D94-0113-D55E-06028F5F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1E5C040-D0B1-D48C-7A86-9CA60E163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62C547-8191-E571-3FDD-106C5489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F524633-A3F0-210A-A806-73A22FAB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C63D09-6DC1-1080-7792-A3A1BF44F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040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37307EA-B95C-07C3-339C-780AB175B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444CF81-19FF-BFED-363C-78E4CE4F49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48232C-9748-543D-43FE-B9C6655F9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0646B8-E4CA-0AB6-9B90-AC497629E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2027E7-DEA3-5E6E-FFD7-7588B104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71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368B678-A8A0-5932-EC3E-0B5A657A3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CBA42AF-22C7-7487-699B-937671A21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F3D691-9762-1424-3311-60BC2A3FE0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BA0A0-9DE5-41E0-A858-3763F8093A41}" type="datetimeFigureOut">
              <a:rPr lang="de-DE" smtClean="0"/>
              <a:t>08.08.2026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17B8FC-90AC-7133-7C3A-2BE3F6B2AF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5BAE8D6-A6D2-C44A-6574-21E8EDC64B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261E2-1B49-4E92-ACEE-2C0F6F294FB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182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espressif.com/projects/esp-test-tools/en/latest/esp32/production_stage/tools/flash_download_tool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hteck: abgerundete Ecken 112">
            <a:extLst>
              <a:ext uri="{FF2B5EF4-FFF2-40B4-BE49-F238E27FC236}">
                <a16:creationId xmlns:a16="http://schemas.microsoft.com/office/drawing/2014/main" id="{C6377CF0-3722-DE34-94E7-F89A7C27604D}"/>
              </a:ext>
            </a:extLst>
          </p:cNvPr>
          <p:cNvSpPr/>
          <p:nvPr/>
        </p:nvSpPr>
        <p:spPr>
          <a:xfrm>
            <a:off x="1668311" y="3364446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F39763A-B13F-3AA7-6856-6BC6F136F697}"/>
              </a:ext>
            </a:extLst>
          </p:cNvPr>
          <p:cNvSpPr/>
          <p:nvPr/>
        </p:nvSpPr>
        <p:spPr>
          <a:xfrm>
            <a:off x="1137285" y="638810"/>
            <a:ext cx="2700000" cy="324000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2C271E0-116E-8400-F7C5-62ABC6DC660F}"/>
              </a:ext>
            </a:extLst>
          </p:cNvPr>
          <p:cNvGrpSpPr/>
          <p:nvPr/>
        </p:nvGrpSpPr>
        <p:grpSpPr>
          <a:xfrm>
            <a:off x="1137285" y="1071718"/>
            <a:ext cx="433247" cy="720140"/>
            <a:chOff x="7462666" y="2009937"/>
            <a:chExt cx="433247" cy="720140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472516D-4440-9ADC-7882-EA3CF069EEB5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5C34E472-6DEA-7953-1A93-F29B708AE06F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7A4B1E62-5D91-7B6B-CCE1-5C23EF6B769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24F0ED7-B2A8-5DF0-26D7-057231A14FE8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762F0801-93DC-7077-3D64-5D64892CC58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DCDE7376-9A02-4DFD-3E59-12809AC3D3A8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AB7653C-CE54-0D53-A80A-904C102F07E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DD698C18-E9D1-0309-29CA-05754D70589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EACD132-7539-60A0-3653-E6A7B855ED69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1714D54A-2FE9-60DD-F38E-70E755E67DB6}"/>
                </a:ext>
              </a:extLst>
            </p:cNvPr>
            <p:cNvCxnSpPr>
              <a:stCxn id="6" idx="3"/>
              <a:endCxn id="6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06491DF7-74D3-9CF2-4724-30EFB3985148}"/>
                </a:ext>
              </a:extLst>
            </p:cNvPr>
            <p:cNvCxnSpPr>
              <a:cxnSpLocks/>
              <a:stCxn id="7" idx="1"/>
              <a:endCxn id="7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86701C9-8DAD-DBFF-FEDD-F22A4A6BC7FB}"/>
                </a:ext>
              </a:extLst>
            </p:cNvPr>
            <p:cNvCxnSpPr>
              <a:cxnSpLocks/>
              <a:stCxn id="8" idx="2"/>
              <a:endCxn id="8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3CFCD4F-60A4-3279-ED6B-DE3B91A4ED09}"/>
                </a:ext>
              </a:extLst>
            </p:cNvPr>
            <p:cNvCxnSpPr>
              <a:cxnSpLocks/>
              <a:stCxn id="9" idx="4"/>
              <a:endCxn id="9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90EEB867-528E-5EA7-03F3-12405183AE1E}"/>
              </a:ext>
            </a:extLst>
          </p:cNvPr>
          <p:cNvGrpSpPr/>
          <p:nvPr/>
        </p:nvGrpSpPr>
        <p:grpSpPr>
          <a:xfrm>
            <a:off x="1137908" y="2259914"/>
            <a:ext cx="433247" cy="720140"/>
            <a:chOff x="7462666" y="2009937"/>
            <a:chExt cx="433247" cy="720140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94FDA077-13FC-D1D3-3067-E08E676D1C2F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C0B89F0F-21F6-D20E-1541-DDC4E020947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7E8960E-84D4-04DB-E6DF-0A4A2F4C009A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088C684-AFD9-7FF3-804A-AB0E5DD5228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9CF157EA-76C6-1D1C-2658-4273AF06A2CB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88F58A6-B8B9-CA00-2C3B-53E19F240F7D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CAEAD784-097F-9947-6919-9511C092C58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F51F8330-A929-C92A-E02E-D7AD9D4833F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F8848134-B9C1-248C-5EE2-5C757A600CF7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2E0E9AEC-BB68-89CC-4D9D-59278782EB13}"/>
                </a:ext>
              </a:extLst>
            </p:cNvPr>
            <p:cNvCxnSpPr>
              <a:stCxn id="50" idx="3"/>
              <a:endCxn id="5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E3E59091-ED92-EBCE-7C5A-24A8B41F3EA6}"/>
                </a:ext>
              </a:extLst>
            </p:cNvPr>
            <p:cNvCxnSpPr>
              <a:cxnSpLocks/>
              <a:stCxn id="51" idx="1"/>
              <a:endCxn id="5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E1F88098-5703-BC98-C493-138FC0DC401A}"/>
                </a:ext>
              </a:extLst>
            </p:cNvPr>
            <p:cNvCxnSpPr>
              <a:cxnSpLocks/>
              <a:stCxn id="52" idx="2"/>
              <a:endCxn id="5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CD32E7EC-43E9-DFE0-33F7-540E0020ADD6}"/>
                </a:ext>
              </a:extLst>
            </p:cNvPr>
            <p:cNvCxnSpPr>
              <a:cxnSpLocks/>
              <a:stCxn id="53" idx="4"/>
              <a:endCxn id="5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2" name="Ellipse 111">
            <a:extLst>
              <a:ext uri="{FF2B5EF4-FFF2-40B4-BE49-F238E27FC236}">
                <a16:creationId xmlns:a16="http://schemas.microsoft.com/office/drawing/2014/main" id="{833A6775-CE5D-80E3-2AEC-88B87B03D64D}"/>
              </a:ext>
            </a:extLst>
          </p:cNvPr>
          <p:cNvSpPr/>
          <p:nvPr/>
        </p:nvSpPr>
        <p:spPr>
          <a:xfrm>
            <a:off x="2397285" y="113204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CCC639E-9785-C59E-DAC0-9B612AA20FF3}"/>
              </a:ext>
            </a:extLst>
          </p:cNvPr>
          <p:cNvSpPr/>
          <p:nvPr/>
        </p:nvSpPr>
        <p:spPr>
          <a:xfrm>
            <a:off x="1806240" y="104204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5" name="Ellipse 114">
            <a:extLst>
              <a:ext uri="{FF2B5EF4-FFF2-40B4-BE49-F238E27FC236}">
                <a16:creationId xmlns:a16="http://schemas.microsoft.com/office/drawing/2014/main" id="{8F368100-F3CE-12BD-834A-08F42B501152}"/>
              </a:ext>
            </a:extLst>
          </p:cNvPr>
          <p:cNvSpPr/>
          <p:nvPr/>
        </p:nvSpPr>
        <p:spPr>
          <a:xfrm>
            <a:off x="2808330" y="105460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6" name="Gruppieren 125">
            <a:extLst>
              <a:ext uri="{FF2B5EF4-FFF2-40B4-BE49-F238E27FC236}">
                <a16:creationId xmlns:a16="http://schemas.microsoft.com/office/drawing/2014/main" id="{79643092-8918-5006-EC48-4278B900E0DB}"/>
              </a:ext>
            </a:extLst>
          </p:cNvPr>
          <p:cNvGrpSpPr/>
          <p:nvPr/>
        </p:nvGrpSpPr>
        <p:grpSpPr>
          <a:xfrm>
            <a:off x="1666283" y="2098802"/>
            <a:ext cx="720000" cy="180000"/>
            <a:chOff x="7869855" y="3395684"/>
            <a:chExt cx="720000" cy="180000"/>
          </a:xfrm>
        </p:grpSpPr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0894489D-0385-0A3C-356B-ADD9FEF20139}"/>
                </a:ext>
              </a:extLst>
            </p:cNvPr>
            <p:cNvSpPr/>
            <p:nvPr/>
          </p:nvSpPr>
          <p:spPr>
            <a:xfrm>
              <a:off x="7869855" y="3395684"/>
              <a:ext cx="720000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65BA4F92-613F-1121-90D3-34CA39D7836F}"/>
                </a:ext>
              </a:extLst>
            </p:cNvPr>
            <p:cNvSpPr/>
            <p:nvPr/>
          </p:nvSpPr>
          <p:spPr>
            <a:xfrm>
              <a:off x="7914640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01432C6E-A5DA-7166-4791-478252813FD0}"/>
                </a:ext>
              </a:extLst>
            </p:cNvPr>
            <p:cNvSpPr/>
            <p:nvPr/>
          </p:nvSpPr>
          <p:spPr>
            <a:xfrm>
              <a:off x="8094238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377EBB63-BB47-A94A-B169-D9DA5DBDFAD9}"/>
                </a:ext>
              </a:extLst>
            </p:cNvPr>
            <p:cNvSpPr/>
            <p:nvPr/>
          </p:nvSpPr>
          <p:spPr>
            <a:xfrm>
              <a:off x="8273836" y="34265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87FD056A-5781-3FC1-9DFC-D0A215BBF813}"/>
                </a:ext>
              </a:extLst>
            </p:cNvPr>
            <p:cNvSpPr/>
            <p:nvPr/>
          </p:nvSpPr>
          <p:spPr>
            <a:xfrm>
              <a:off x="8453433" y="343124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DC70CC8E-FEE6-732F-8B47-1893C2A668B8}"/>
              </a:ext>
            </a:extLst>
          </p:cNvPr>
          <p:cNvGrpSpPr/>
          <p:nvPr/>
        </p:nvGrpSpPr>
        <p:grpSpPr>
          <a:xfrm rot="16200000">
            <a:off x="2161429" y="2441815"/>
            <a:ext cx="359745" cy="180000"/>
            <a:chOff x="7869855" y="3898992"/>
            <a:chExt cx="359745" cy="180000"/>
          </a:xfrm>
        </p:grpSpPr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EDC4564B-078B-D054-974C-E1020DF9B42A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E7E785E0-7C89-CE84-187B-87A7EE505B3C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B712E251-E530-F47B-F705-35AEF83F494E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0E949FDC-67CE-44F5-0D65-75EA9013F75C}"/>
              </a:ext>
            </a:extLst>
          </p:cNvPr>
          <p:cNvGrpSpPr/>
          <p:nvPr/>
        </p:nvGrpSpPr>
        <p:grpSpPr>
          <a:xfrm>
            <a:off x="1666283" y="2353047"/>
            <a:ext cx="547705" cy="358075"/>
            <a:chOff x="7869855" y="3649929"/>
            <a:chExt cx="547705" cy="358075"/>
          </a:xfrm>
        </p:grpSpPr>
        <p:grpSp>
          <p:nvGrpSpPr>
            <p:cNvPr id="133" name="Gruppieren 132">
              <a:extLst>
                <a:ext uri="{FF2B5EF4-FFF2-40B4-BE49-F238E27FC236}">
                  <a16:creationId xmlns:a16="http://schemas.microsoft.com/office/drawing/2014/main" id="{40AD83C4-3B3D-4126-EEA6-ECE1F0803A8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21" name="Rechteck 120">
                <a:extLst>
                  <a:ext uri="{FF2B5EF4-FFF2-40B4-BE49-F238E27FC236}">
                    <a16:creationId xmlns:a16="http://schemas.microsoft.com/office/drawing/2014/main" id="{504544C4-9673-E989-1C20-8435A706FF6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CB742313-B210-F881-FA26-E929D3ACB327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A47340F1-C34A-B8CF-B6AF-E6F77338F4DB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8F4E2066-0C9D-F7C8-CAF1-E2D680B22187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CA13E01E-8063-0FAF-EF10-D92B68A53835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35" name="Rechteck 134">
                <a:extLst>
                  <a:ext uri="{FF2B5EF4-FFF2-40B4-BE49-F238E27FC236}">
                    <a16:creationId xmlns:a16="http://schemas.microsoft.com/office/drawing/2014/main" id="{F9F50CAC-03D2-12F7-54F1-9AEDC816FA01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6" name="Rechteck 135">
                <a:extLst>
                  <a:ext uri="{FF2B5EF4-FFF2-40B4-BE49-F238E27FC236}">
                    <a16:creationId xmlns:a16="http://schemas.microsoft.com/office/drawing/2014/main" id="{B36037E6-60F7-8494-6FF6-BD2323D1323B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34D9772-DB48-861C-27F8-4B8A9E15FD1C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8" name="Rechteck 137">
                <a:extLst>
                  <a:ext uri="{FF2B5EF4-FFF2-40B4-BE49-F238E27FC236}">
                    <a16:creationId xmlns:a16="http://schemas.microsoft.com/office/drawing/2014/main" id="{6AF84B9B-1F79-D777-D031-8633D0D519E6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40" name="Textfeld 139">
            <a:extLst>
              <a:ext uri="{FF2B5EF4-FFF2-40B4-BE49-F238E27FC236}">
                <a16:creationId xmlns:a16="http://schemas.microsoft.com/office/drawing/2014/main" id="{6BBB8CCB-625A-366A-D58D-6B47064D937B}"/>
              </a:ext>
            </a:extLst>
          </p:cNvPr>
          <p:cNvSpPr txBox="1"/>
          <p:nvPr/>
        </p:nvSpPr>
        <p:spPr>
          <a:xfrm>
            <a:off x="3810420" y="102607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8E08BF14-0BC7-E6BA-A636-8F951638E6D6}"/>
              </a:ext>
            </a:extLst>
          </p:cNvPr>
          <p:cNvSpPr txBox="1"/>
          <p:nvPr/>
        </p:nvSpPr>
        <p:spPr>
          <a:xfrm>
            <a:off x="3805348" y="12028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A561D22D-580E-0CD7-A0C4-6E79D295F9EF}"/>
              </a:ext>
            </a:extLst>
          </p:cNvPr>
          <p:cNvSpPr txBox="1"/>
          <p:nvPr/>
        </p:nvSpPr>
        <p:spPr>
          <a:xfrm>
            <a:off x="3807792" y="137925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0BFD2E69-C0E4-1234-88AD-8CD4F2287EE2}"/>
              </a:ext>
            </a:extLst>
          </p:cNvPr>
          <p:cNvSpPr txBox="1"/>
          <p:nvPr/>
        </p:nvSpPr>
        <p:spPr>
          <a:xfrm>
            <a:off x="3802720" y="156208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D4B03DE8-141A-9615-0F79-9A5973740465}"/>
              </a:ext>
            </a:extLst>
          </p:cNvPr>
          <p:cNvSpPr txBox="1"/>
          <p:nvPr/>
        </p:nvSpPr>
        <p:spPr>
          <a:xfrm>
            <a:off x="3830889" y="1836296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C3F586E1-CD0A-707C-AE8A-4412C41F1AD6}"/>
              </a:ext>
            </a:extLst>
          </p:cNvPr>
          <p:cNvSpPr txBox="1"/>
          <p:nvPr/>
        </p:nvSpPr>
        <p:spPr>
          <a:xfrm>
            <a:off x="3825817" y="20130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A44F4FD8-128E-7065-889B-B252DE1000D9}"/>
              </a:ext>
            </a:extLst>
          </p:cNvPr>
          <p:cNvSpPr txBox="1"/>
          <p:nvPr/>
        </p:nvSpPr>
        <p:spPr>
          <a:xfrm>
            <a:off x="3828261" y="218948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147" name="Textfeld 146">
            <a:extLst>
              <a:ext uri="{FF2B5EF4-FFF2-40B4-BE49-F238E27FC236}">
                <a16:creationId xmlns:a16="http://schemas.microsoft.com/office/drawing/2014/main" id="{3083F243-377C-B592-CFAD-CBEA9B096492}"/>
              </a:ext>
            </a:extLst>
          </p:cNvPr>
          <p:cNvSpPr txBox="1"/>
          <p:nvPr/>
        </p:nvSpPr>
        <p:spPr>
          <a:xfrm>
            <a:off x="3823189" y="237230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A0939A82-A0E5-E2C0-22F2-4E5ED379952A}"/>
              </a:ext>
            </a:extLst>
          </p:cNvPr>
          <p:cNvSpPr txBox="1"/>
          <p:nvPr/>
        </p:nvSpPr>
        <p:spPr>
          <a:xfrm>
            <a:off x="3829473" y="26256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89829779-A38A-6B3A-C708-3722E58E4200}"/>
              </a:ext>
            </a:extLst>
          </p:cNvPr>
          <p:cNvSpPr txBox="1"/>
          <p:nvPr/>
        </p:nvSpPr>
        <p:spPr>
          <a:xfrm>
            <a:off x="3824401" y="280237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0" name="Textfeld 149">
            <a:extLst>
              <a:ext uri="{FF2B5EF4-FFF2-40B4-BE49-F238E27FC236}">
                <a16:creationId xmlns:a16="http://schemas.microsoft.com/office/drawing/2014/main" id="{11740751-9AA9-DC41-0C3B-26F4BA505949}"/>
              </a:ext>
            </a:extLst>
          </p:cNvPr>
          <p:cNvSpPr txBox="1"/>
          <p:nvPr/>
        </p:nvSpPr>
        <p:spPr>
          <a:xfrm>
            <a:off x="3826845" y="29788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151" name="Textfeld 150">
            <a:extLst>
              <a:ext uri="{FF2B5EF4-FFF2-40B4-BE49-F238E27FC236}">
                <a16:creationId xmlns:a16="http://schemas.microsoft.com/office/drawing/2014/main" id="{3D4870AF-1A87-D94E-E9CA-CA23671BC974}"/>
              </a:ext>
            </a:extLst>
          </p:cNvPr>
          <p:cNvSpPr txBox="1"/>
          <p:nvPr/>
        </p:nvSpPr>
        <p:spPr>
          <a:xfrm>
            <a:off x="3821773" y="3161657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52" name="Textfeld 151">
            <a:extLst>
              <a:ext uri="{FF2B5EF4-FFF2-40B4-BE49-F238E27FC236}">
                <a16:creationId xmlns:a16="http://schemas.microsoft.com/office/drawing/2014/main" id="{B67DA07C-1899-9A4A-45E7-02401A6523C3}"/>
              </a:ext>
            </a:extLst>
          </p:cNvPr>
          <p:cNvSpPr txBox="1"/>
          <p:nvPr/>
        </p:nvSpPr>
        <p:spPr>
          <a:xfrm>
            <a:off x="765073" y="1026203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3" name="Textfeld 152">
            <a:extLst>
              <a:ext uri="{FF2B5EF4-FFF2-40B4-BE49-F238E27FC236}">
                <a16:creationId xmlns:a16="http://schemas.microsoft.com/office/drawing/2014/main" id="{634753D6-A05C-A1F4-5B50-580B93978315}"/>
              </a:ext>
            </a:extLst>
          </p:cNvPr>
          <p:cNvSpPr txBox="1"/>
          <p:nvPr/>
        </p:nvSpPr>
        <p:spPr>
          <a:xfrm>
            <a:off x="765073" y="120293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8E58F49A-712B-7270-FCC3-BE45A57A9293}"/>
              </a:ext>
            </a:extLst>
          </p:cNvPr>
          <p:cNvSpPr txBox="1"/>
          <p:nvPr/>
        </p:nvSpPr>
        <p:spPr>
          <a:xfrm>
            <a:off x="765073" y="1379387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6F001172-A34D-FEC0-1B0B-F1BED816BAD0}"/>
              </a:ext>
            </a:extLst>
          </p:cNvPr>
          <p:cNvSpPr txBox="1"/>
          <p:nvPr/>
        </p:nvSpPr>
        <p:spPr>
          <a:xfrm>
            <a:off x="765073" y="15622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156" name="Textfeld 155">
            <a:extLst>
              <a:ext uri="{FF2B5EF4-FFF2-40B4-BE49-F238E27FC236}">
                <a16:creationId xmlns:a16="http://schemas.microsoft.com/office/drawing/2014/main" id="{153C1843-AB7E-C50B-5AAE-834ED31052D7}"/>
              </a:ext>
            </a:extLst>
          </p:cNvPr>
          <p:cNvSpPr txBox="1"/>
          <p:nvPr/>
        </p:nvSpPr>
        <p:spPr>
          <a:xfrm>
            <a:off x="502682" y="2199710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C58D434B-F6D6-AEF1-CDAF-48CDB4FE1F6B}"/>
              </a:ext>
            </a:extLst>
          </p:cNvPr>
          <p:cNvSpPr txBox="1"/>
          <p:nvPr/>
        </p:nvSpPr>
        <p:spPr>
          <a:xfrm>
            <a:off x="496270" y="237643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58" name="Textfeld 157">
            <a:extLst>
              <a:ext uri="{FF2B5EF4-FFF2-40B4-BE49-F238E27FC236}">
                <a16:creationId xmlns:a16="http://schemas.microsoft.com/office/drawing/2014/main" id="{CD7A855B-5E69-E47F-B131-27101A7ADB0A}"/>
              </a:ext>
            </a:extLst>
          </p:cNvPr>
          <p:cNvSpPr txBox="1"/>
          <p:nvPr/>
        </p:nvSpPr>
        <p:spPr>
          <a:xfrm>
            <a:off x="502682" y="2552894"/>
            <a:ext cx="655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F240D28C-7E67-8BD9-A435-CD4CD4CB5F74}"/>
              </a:ext>
            </a:extLst>
          </p:cNvPr>
          <p:cNvSpPr txBox="1"/>
          <p:nvPr/>
        </p:nvSpPr>
        <p:spPr>
          <a:xfrm>
            <a:off x="496270" y="2735718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EB76D5F1-51E9-6B88-19C1-E354670F632E}"/>
              </a:ext>
            </a:extLst>
          </p:cNvPr>
          <p:cNvSpPr txBox="1"/>
          <p:nvPr/>
        </p:nvSpPr>
        <p:spPr>
          <a:xfrm>
            <a:off x="745890" y="1782037"/>
            <a:ext cx="418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LED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638BBBC3-E9E5-115C-F079-AA99FB22845B}"/>
              </a:ext>
            </a:extLst>
          </p:cNvPr>
          <p:cNvSpPr txBox="1"/>
          <p:nvPr/>
        </p:nvSpPr>
        <p:spPr>
          <a:xfrm>
            <a:off x="688181" y="1964861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0E23CA02-1857-593F-F550-F18D6E35167E}"/>
              </a:ext>
            </a:extLst>
          </p:cNvPr>
          <p:cNvSpPr txBox="1"/>
          <p:nvPr/>
        </p:nvSpPr>
        <p:spPr>
          <a:xfrm>
            <a:off x="674744" y="295270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7E582ED5-9E95-56C4-2B6C-45E3D19B6E08}"/>
              </a:ext>
            </a:extLst>
          </p:cNvPr>
          <p:cNvSpPr txBox="1"/>
          <p:nvPr/>
        </p:nvSpPr>
        <p:spPr>
          <a:xfrm>
            <a:off x="801381" y="3135532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B6D200FC-1AC8-4366-B59D-E38FC33AFC52}"/>
              </a:ext>
            </a:extLst>
          </p:cNvPr>
          <p:cNvSpPr txBox="1"/>
          <p:nvPr/>
        </p:nvSpPr>
        <p:spPr>
          <a:xfrm>
            <a:off x="2209477" y="88471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FCECB896-DA77-6FCE-738E-0F29DB47B0E1}"/>
              </a:ext>
            </a:extLst>
          </p:cNvPr>
          <p:cNvSpPr txBox="1"/>
          <p:nvPr/>
        </p:nvSpPr>
        <p:spPr>
          <a:xfrm>
            <a:off x="2742716" y="109573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45CBD2D1-13CA-084D-E2BA-208D76771286}"/>
              </a:ext>
            </a:extLst>
          </p:cNvPr>
          <p:cNvSpPr txBox="1"/>
          <p:nvPr/>
        </p:nvSpPr>
        <p:spPr>
          <a:xfrm>
            <a:off x="1731314" y="108925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23E92E9B-E03E-DEC8-A996-F6157D76DC96}"/>
              </a:ext>
            </a:extLst>
          </p:cNvPr>
          <p:cNvSpPr txBox="1"/>
          <p:nvPr/>
        </p:nvSpPr>
        <p:spPr>
          <a:xfrm>
            <a:off x="1639241" y="1865086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5329A86F-7736-2CBB-CC5E-7D0CDD26F7CD}"/>
              </a:ext>
            </a:extLst>
          </p:cNvPr>
          <p:cNvSpPr txBox="1"/>
          <p:nvPr/>
        </p:nvSpPr>
        <p:spPr>
          <a:xfrm>
            <a:off x="1678888" y="2660152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40AFA545-DA92-BE4F-A787-7ED5C0AC470A}"/>
              </a:ext>
            </a:extLst>
          </p:cNvPr>
          <p:cNvSpPr txBox="1"/>
          <p:nvPr/>
        </p:nvSpPr>
        <p:spPr>
          <a:xfrm rot="16200000">
            <a:off x="2224041" y="2397052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4ED44287-F7CB-7F43-7983-256B4B50EB6F}"/>
              </a:ext>
            </a:extLst>
          </p:cNvPr>
          <p:cNvSpPr/>
          <p:nvPr/>
        </p:nvSpPr>
        <p:spPr>
          <a:xfrm>
            <a:off x="3210230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6AA7A818-C2C8-3602-E35C-0F72A3277FC1}"/>
              </a:ext>
            </a:extLst>
          </p:cNvPr>
          <p:cNvSpPr/>
          <p:nvPr/>
        </p:nvSpPr>
        <p:spPr>
          <a:xfrm>
            <a:off x="3024886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8244C7F8-5F41-4AF8-0E5C-9D2C569F6917}"/>
              </a:ext>
            </a:extLst>
          </p:cNvPr>
          <p:cNvSpPr/>
          <p:nvPr/>
        </p:nvSpPr>
        <p:spPr>
          <a:xfrm>
            <a:off x="2839541" y="163383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4FC4730F-BEBC-B974-3F32-800F85B32A21}"/>
              </a:ext>
            </a:extLst>
          </p:cNvPr>
          <p:cNvSpPr/>
          <p:nvPr/>
        </p:nvSpPr>
        <p:spPr>
          <a:xfrm>
            <a:off x="2654196" y="1636911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77C1FCA8-842B-5AD5-BDC1-B4C2CAA850E3}"/>
              </a:ext>
            </a:extLst>
          </p:cNvPr>
          <p:cNvSpPr txBox="1"/>
          <p:nvPr/>
        </p:nvSpPr>
        <p:spPr>
          <a:xfrm>
            <a:off x="1678888" y="3513946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220" name="Gruppieren 219">
            <a:extLst>
              <a:ext uri="{FF2B5EF4-FFF2-40B4-BE49-F238E27FC236}">
                <a16:creationId xmlns:a16="http://schemas.microsoft.com/office/drawing/2014/main" id="{207B281B-C4D8-3282-84DF-D30A05AA5555}"/>
              </a:ext>
            </a:extLst>
          </p:cNvPr>
          <p:cNvGrpSpPr/>
          <p:nvPr/>
        </p:nvGrpSpPr>
        <p:grpSpPr>
          <a:xfrm>
            <a:off x="1402724" y="4163850"/>
            <a:ext cx="843507" cy="617168"/>
            <a:chOff x="1402724" y="4163850"/>
            <a:chExt cx="843507" cy="617168"/>
          </a:xfrm>
        </p:grpSpPr>
        <p:grpSp>
          <p:nvGrpSpPr>
            <p:cNvPr id="175" name="Gruppieren 174">
              <a:extLst>
                <a:ext uri="{FF2B5EF4-FFF2-40B4-BE49-F238E27FC236}">
                  <a16:creationId xmlns:a16="http://schemas.microsoft.com/office/drawing/2014/main" id="{CCC79DA1-CB40-E2AE-E841-4769E48E1B06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176" name="Rechteck 175">
                <a:extLst>
                  <a:ext uri="{FF2B5EF4-FFF2-40B4-BE49-F238E27FC236}">
                    <a16:creationId xmlns:a16="http://schemas.microsoft.com/office/drawing/2014/main" id="{20F527D0-BD70-6570-7EAB-508CFF44F7C0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7" name="Rechteck 176">
                <a:extLst>
                  <a:ext uri="{FF2B5EF4-FFF2-40B4-BE49-F238E27FC236}">
                    <a16:creationId xmlns:a16="http://schemas.microsoft.com/office/drawing/2014/main" id="{285FBFBA-0F84-DC97-B3E9-DFB2B53E6FEB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8" name="Rechteck 177">
                <a:extLst>
                  <a:ext uri="{FF2B5EF4-FFF2-40B4-BE49-F238E27FC236}">
                    <a16:creationId xmlns:a16="http://schemas.microsoft.com/office/drawing/2014/main" id="{3C267524-2FD7-5626-9DDD-E5AD3ADAF2AA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9" name="Rechteck 178">
                <a:extLst>
                  <a:ext uri="{FF2B5EF4-FFF2-40B4-BE49-F238E27FC236}">
                    <a16:creationId xmlns:a16="http://schemas.microsoft.com/office/drawing/2014/main" id="{89984F60-B1CC-74E2-D573-243E99E48FFF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0" name="Rechteck 179">
                <a:extLst>
                  <a:ext uri="{FF2B5EF4-FFF2-40B4-BE49-F238E27FC236}">
                    <a16:creationId xmlns:a16="http://schemas.microsoft.com/office/drawing/2014/main" id="{5E0A36AD-1522-F2ED-A484-28DE838F687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81" name="Textfeld 180">
              <a:extLst>
                <a:ext uri="{FF2B5EF4-FFF2-40B4-BE49-F238E27FC236}">
                  <a16:creationId xmlns:a16="http://schemas.microsoft.com/office/drawing/2014/main" id="{4DB80D1A-A019-FD2E-D538-C0EFFCD17060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82" name="Textfeld 181">
              <a:extLst>
                <a:ext uri="{FF2B5EF4-FFF2-40B4-BE49-F238E27FC236}">
                  <a16:creationId xmlns:a16="http://schemas.microsoft.com/office/drawing/2014/main" id="{2FBDFF53-EC63-A27C-98FE-A8021BC723E1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EF284EDF-2363-0657-C1C4-D37DCB877F00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184" name="Textfeld 183">
              <a:extLst>
                <a:ext uri="{FF2B5EF4-FFF2-40B4-BE49-F238E27FC236}">
                  <a16:creationId xmlns:a16="http://schemas.microsoft.com/office/drawing/2014/main" id="{44ABE433-CB29-FE9B-5DF0-F78B97D56F44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185" name="Textfeld 184">
            <a:extLst>
              <a:ext uri="{FF2B5EF4-FFF2-40B4-BE49-F238E27FC236}">
                <a16:creationId xmlns:a16="http://schemas.microsoft.com/office/drawing/2014/main" id="{965468C7-C426-C599-C1AF-4E6DC1F91633}"/>
              </a:ext>
            </a:extLst>
          </p:cNvPr>
          <p:cNvSpPr txBox="1"/>
          <p:nvPr/>
        </p:nvSpPr>
        <p:spPr>
          <a:xfrm>
            <a:off x="723503" y="4548372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Extension</a:t>
            </a:r>
          </a:p>
        </p:txBody>
      </p:sp>
      <p:grpSp>
        <p:nvGrpSpPr>
          <p:cNvPr id="186" name="Gruppieren 185">
            <a:extLst>
              <a:ext uri="{FF2B5EF4-FFF2-40B4-BE49-F238E27FC236}">
                <a16:creationId xmlns:a16="http://schemas.microsoft.com/office/drawing/2014/main" id="{B244ACC6-A3B9-C83A-E99A-A0F486DEC436}"/>
              </a:ext>
            </a:extLst>
          </p:cNvPr>
          <p:cNvGrpSpPr/>
          <p:nvPr/>
        </p:nvGrpSpPr>
        <p:grpSpPr>
          <a:xfrm>
            <a:off x="2963796" y="4507833"/>
            <a:ext cx="547705" cy="358075"/>
            <a:chOff x="7869855" y="3649929"/>
            <a:chExt cx="547705" cy="358075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590DA674-432C-2FB5-EEB1-0CDD810271A1}"/>
                </a:ext>
              </a:extLst>
            </p:cNvPr>
            <p:cNvGrpSpPr/>
            <p:nvPr/>
          </p:nvGrpSpPr>
          <p:grpSpPr>
            <a:xfrm>
              <a:off x="7869855" y="3649929"/>
              <a:ext cx="547705" cy="180000"/>
              <a:chOff x="7869855" y="3649929"/>
              <a:chExt cx="547705" cy="180000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C07A32FE-2EB8-EAFA-7740-5499C24ECC09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0C1969AF-C7DF-9387-E2B6-14C5EA9E91E6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A12EFE0C-EA7D-BD1D-8411-B7EA7B88EA1D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38C6DE46-42DB-6DAD-FFB7-79EE835E2338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50441451-0BCE-6083-1ADC-8CDB49D5304A}"/>
                </a:ext>
              </a:extLst>
            </p:cNvPr>
            <p:cNvGrpSpPr/>
            <p:nvPr/>
          </p:nvGrpSpPr>
          <p:grpSpPr>
            <a:xfrm>
              <a:off x="7869855" y="3828004"/>
              <a:ext cx="547705" cy="180000"/>
              <a:chOff x="7869855" y="3649929"/>
              <a:chExt cx="547705" cy="180000"/>
            </a:xfrm>
          </p:grpSpPr>
          <p:sp>
            <p:nvSpPr>
              <p:cNvPr id="189" name="Rechteck 188">
                <a:extLst>
                  <a:ext uri="{FF2B5EF4-FFF2-40B4-BE49-F238E27FC236}">
                    <a16:creationId xmlns:a16="http://schemas.microsoft.com/office/drawing/2014/main" id="{61AD5E62-36EE-D7D7-88B3-8BF3A485DEAA}"/>
                  </a:ext>
                </a:extLst>
              </p:cNvPr>
              <p:cNvSpPr/>
              <p:nvPr/>
            </p:nvSpPr>
            <p:spPr>
              <a:xfrm>
                <a:off x="7869855" y="3649929"/>
                <a:ext cx="54770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F8B8A6E6-8141-7627-754A-2CCF60198095}"/>
                  </a:ext>
                </a:extLst>
              </p:cNvPr>
              <p:cNvSpPr/>
              <p:nvPr/>
            </p:nvSpPr>
            <p:spPr>
              <a:xfrm>
                <a:off x="7914640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1" name="Rechteck 190">
                <a:extLst>
                  <a:ext uri="{FF2B5EF4-FFF2-40B4-BE49-F238E27FC236}">
                    <a16:creationId xmlns:a16="http://schemas.microsoft.com/office/drawing/2014/main" id="{FD38090A-0DB5-AA2E-C178-A57E42FB1209}"/>
                  </a:ext>
                </a:extLst>
              </p:cNvPr>
              <p:cNvSpPr/>
              <p:nvPr/>
            </p:nvSpPr>
            <p:spPr>
              <a:xfrm>
                <a:off x="8094238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2" name="Rechteck 191">
                <a:extLst>
                  <a:ext uri="{FF2B5EF4-FFF2-40B4-BE49-F238E27FC236}">
                    <a16:creationId xmlns:a16="http://schemas.microsoft.com/office/drawing/2014/main" id="{AE84BAA1-A36F-EE95-FB92-9E1695C76FCB}"/>
                  </a:ext>
                </a:extLst>
              </p:cNvPr>
              <p:cNvSpPr/>
              <p:nvPr/>
            </p:nvSpPr>
            <p:spPr>
              <a:xfrm>
                <a:off x="8273836" y="368083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sp>
        <p:nvSpPr>
          <p:cNvPr id="197" name="Textfeld 196">
            <a:extLst>
              <a:ext uri="{FF2B5EF4-FFF2-40B4-BE49-F238E27FC236}">
                <a16:creationId xmlns:a16="http://schemas.microsoft.com/office/drawing/2014/main" id="{805D0C71-BF13-080B-0F05-362BF65DC8A2}"/>
              </a:ext>
            </a:extLst>
          </p:cNvPr>
          <p:cNvSpPr txBox="1"/>
          <p:nvPr/>
        </p:nvSpPr>
        <p:spPr>
          <a:xfrm rot="16200000">
            <a:off x="2793140" y="4189600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42BDD06C-C8D8-2136-F8DE-EB3FFDEE26DB}"/>
              </a:ext>
            </a:extLst>
          </p:cNvPr>
          <p:cNvSpPr txBox="1"/>
          <p:nvPr/>
        </p:nvSpPr>
        <p:spPr>
          <a:xfrm rot="16200000">
            <a:off x="3059011" y="4244158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D673275B-72FF-63B4-D245-135ED60881FA}"/>
              </a:ext>
            </a:extLst>
          </p:cNvPr>
          <p:cNvSpPr txBox="1"/>
          <p:nvPr/>
        </p:nvSpPr>
        <p:spPr>
          <a:xfrm rot="16200000">
            <a:off x="3105876" y="4114769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Servo2</a:t>
            </a:r>
          </a:p>
        </p:txBody>
      </p:sp>
      <p:sp>
        <p:nvSpPr>
          <p:cNvPr id="200" name="Textfeld 199">
            <a:extLst>
              <a:ext uri="{FF2B5EF4-FFF2-40B4-BE49-F238E27FC236}">
                <a16:creationId xmlns:a16="http://schemas.microsoft.com/office/drawing/2014/main" id="{3D758F7A-C5D3-BC07-F522-0F1AF0FA7CA0}"/>
              </a:ext>
            </a:extLst>
          </p:cNvPr>
          <p:cNvSpPr txBox="1"/>
          <p:nvPr/>
        </p:nvSpPr>
        <p:spPr>
          <a:xfrm rot="16200000">
            <a:off x="2798247" y="490750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319602E0-A6D8-A838-ADE7-BB04849F8D38}"/>
              </a:ext>
            </a:extLst>
          </p:cNvPr>
          <p:cNvSpPr txBox="1"/>
          <p:nvPr/>
        </p:nvSpPr>
        <p:spPr>
          <a:xfrm rot="16200000">
            <a:off x="3064118" y="4844183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5V</a:t>
            </a: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B79C7B02-1ADD-64CF-D0F9-8DDB82F2B4A0}"/>
              </a:ext>
            </a:extLst>
          </p:cNvPr>
          <p:cNvSpPr txBox="1"/>
          <p:nvPr/>
        </p:nvSpPr>
        <p:spPr>
          <a:xfrm rot="16200000">
            <a:off x="3110983" y="4976431"/>
            <a:ext cx="614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Servo1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935ECEF6-5597-FC21-4C12-C0649DAC96E0}"/>
              </a:ext>
            </a:extLst>
          </p:cNvPr>
          <p:cNvSpPr txBox="1"/>
          <p:nvPr/>
        </p:nvSpPr>
        <p:spPr>
          <a:xfrm>
            <a:off x="2495622" y="4532124"/>
            <a:ext cx="5357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Servo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314E76F-E9EE-A4EA-905B-FB90173F31AA}"/>
              </a:ext>
            </a:extLst>
          </p:cNvPr>
          <p:cNvGrpSpPr/>
          <p:nvPr/>
        </p:nvGrpSpPr>
        <p:grpSpPr>
          <a:xfrm rot="10800000">
            <a:off x="3409350" y="1068130"/>
            <a:ext cx="433247" cy="720140"/>
            <a:chOff x="7462666" y="2009937"/>
            <a:chExt cx="433247" cy="72014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42B0D381-A827-8478-1D7D-2D2FC958845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F155E878-0DC3-BBCA-F311-5505A3CFF3A5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7B590CAB-E1F9-2179-3756-4940DE86C1A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896EBDF-A2FC-1D4B-1197-71D1DD2A677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618ABBB-218F-0864-5295-A5B7EA02EE3D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1E6A0B5E-19A4-5CF4-1F52-449EA1D314A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6EC4918-B9BE-AD63-D3E4-65BFE54A8DAD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DAF3A97-C927-B6B1-FD90-59522BFA750D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988DEFCC-77C4-8C2C-73EB-977B3BE1EB2F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ABE0333F-7DC0-F754-44ED-6340EEC37E99}"/>
              </a:ext>
            </a:extLst>
          </p:cNvPr>
          <p:cNvGrpSpPr/>
          <p:nvPr/>
        </p:nvGrpSpPr>
        <p:grpSpPr>
          <a:xfrm rot="10800000">
            <a:off x="3399306" y="1878729"/>
            <a:ext cx="433247" cy="720140"/>
            <a:chOff x="7462666" y="2009937"/>
            <a:chExt cx="433247" cy="72014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7A2D203D-6EA9-8C68-3AE4-7F27CAD53608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66F2A4EA-4073-B7D7-AA66-82B85765047A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6B6C6C01-31B7-7CAD-39C5-8A962397B37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D270B209-8805-B3E9-324F-96FD73390DDE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B8A81AA3-3F5D-5D52-2FC5-27DA1784BA7A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D604907-6667-FA37-3F15-4FC22F78233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3DFD4E6-4D97-3CFC-87AD-A223B49B6428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ACDB4D75-6CF9-085E-C503-22CBDB02803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A4742689-4765-5580-DD13-83246FBA8864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5E1D7C1-3A01-5082-CDA5-C2F574CC8742}"/>
              </a:ext>
            </a:extLst>
          </p:cNvPr>
          <p:cNvGrpSpPr/>
          <p:nvPr/>
        </p:nvGrpSpPr>
        <p:grpSpPr>
          <a:xfrm rot="10800000">
            <a:off x="3405328" y="2669197"/>
            <a:ext cx="433247" cy="720140"/>
            <a:chOff x="7462666" y="2009937"/>
            <a:chExt cx="433247" cy="72014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8365CBC-0ECD-E360-01A3-948C5EAF00F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C216B1DF-6158-A1EB-53AA-D389A9BD61D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4FA6F020-1B54-D6CC-E40D-AE48BD23E3E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Ellipse 129">
              <a:extLst>
                <a:ext uri="{FF2B5EF4-FFF2-40B4-BE49-F238E27FC236}">
                  <a16:creationId xmlns:a16="http://schemas.microsoft.com/office/drawing/2014/main" id="{D8F2567D-74C1-D819-4A0F-D44C65DCAC16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Ellipse 130">
              <a:extLst>
                <a:ext uri="{FF2B5EF4-FFF2-40B4-BE49-F238E27FC236}">
                  <a16:creationId xmlns:a16="http://schemas.microsoft.com/office/drawing/2014/main" id="{BEFA07DF-F99B-ADC7-AF6E-662BBF1C4B6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3" name="Rechteck 202">
              <a:extLst>
                <a:ext uri="{FF2B5EF4-FFF2-40B4-BE49-F238E27FC236}">
                  <a16:creationId xmlns:a16="http://schemas.microsoft.com/office/drawing/2014/main" id="{0B4DE1BC-F461-A419-43FD-CCC7B4F6817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5" name="Rechteck 204">
              <a:extLst>
                <a:ext uri="{FF2B5EF4-FFF2-40B4-BE49-F238E27FC236}">
                  <a16:creationId xmlns:a16="http://schemas.microsoft.com/office/drawing/2014/main" id="{EEB4E92C-924D-05E3-2EB8-32DC21A427D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6" name="Rechteck 205">
              <a:extLst>
                <a:ext uri="{FF2B5EF4-FFF2-40B4-BE49-F238E27FC236}">
                  <a16:creationId xmlns:a16="http://schemas.microsoft.com/office/drawing/2014/main" id="{A718CC4D-687B-4359-A2B8-61777E73C8D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07" name="Rechteck 206">
              <a:extLst>
                <a:ext uri="{FF2B5EF4-FFF2-40B4-BE49-F238E27FC236}">
                  <a16:creationId xmlns:a16="http://schemas.microsoft.com/office/drawing/2014/main" id="{55750402-9030-8CEE-575B-C3D98A87B4C6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9C461321-6DFC-39F2-CC25-2EFB6E5F1D94}"/>
              </a:ext>
            </a:extLst>
          </p:cNvPr>
          <p:cNvGrpSpPr/>
          <p:nvPr/>
        </p:nvGrpSpPr>
        <p:grpSpPr>
          <a:xfrm>
            <a:off x="1141381" y="3018099"/>
            <a:ext cx="433247" cy="360620"/>
            <a:chOff x="8238632" y="1988930"/>
            <a:chExt cx="433247" cy="360620"/>
          </a:xfrm>
        </p:grpSpPr>
        <p:sp>
          <p:nvSpPr>
            <p:cNvPr id="209" name="Rechteck 208">
              <a:extLst>
                <a:ext uri="{FF2B5EF4-FFF2-40B4-BE49-F238E27FC236}">
                  <a16:creationId xmlns:a16="http://schemas.microsoft.com/office/drawing/2014/main" id="{B7FE221D-D1A5-3D85-1A0D-C6B60705995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0" name="Ellipse 209">
              <a:extLst>
                <a:ext uri="{FF2B5EF4-FFF2-40B4-BE49-F238E27FC236}">
                  <a16:creationId xmlns:a16="http://schemas.microsoft.com/office/drawing/2014/main" id="{88CBDB19-4777-BB3C-2989-24FA8E4CF301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9BDA1733-EBA0-41D0-39AB-22317FABF59C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Rechteck 211">
              <a:extLst>
                <a:ext uri="{FF2B5EF4-FFF2-40B4-BE49-F238E27FC236}">
                  <a16:creationId xmlns:a16="http://schemas.microsoft.com/office/drawing/2014/main" id="{01BAAC91-9C95-4409-C3FB-FE1A302DFE6D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3" name="Rechteck 212">
              <a:extLst>
                <a:ext uri="{FF2B5EF4-FFF2-40B4-BE49-F238E27FC236}">
                  <a16:creationId xmlns:a16="http://schemas.microsoft.com/office/drawing/2014/main" id="{EFB91A43-1447-5DFF-FD22-E121F0F659CF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214" name="Gruppieren 213">
            <a:extLst>
              <a:ext uri="{FF2B5EF4-FFF2-40B4-BE49-F238E27FC236}">
                <a16:creationId xmlns:a16="http://schemas.microsoft.com/office/drawing/2014/main" id="{70495745-F91D-BCCD-2DF4-93D2985E227F}"/>
              </a:ext>
            </a:extLst>
          </p:cNvPr>
          <p:cNvGrpSpPr/>
          <p:nvPr/>
        </p:nvGrpSpPr>
        <p:grpSpPr>
          <a:xfrm>
            <a:off x="1152659" y="1835078"/>
            <a:ext cx="433247" cy="360620"/>
            <a:chOff x="8238632" y="1988930"/>
            <a:chExt cx="433247" cy="360620"/>
          </a:xfrm>
        </p:grpSpPr>
        <p:sp>
          <p:nvSpPr>
            <p:cNvPr id="215" name="Rechteck 214">
              <a:extLst>
                <a:ext uri="{FF2B5EF4-FFF2-40B4-BE49-F238E27FC236}">
                  <a16:creationId xmlns:a16="http://schemas.microsoft.com/office/drawing/2014/main" id="{36761E63-A64A-451B-EE13-6DFC92D9CEF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6" name="Ellipse 215">
              <a:extLst>
                <a:ext uri="{FF2B5EF4-FFF2-40B4-BE49-F238E27FC236}">
                  <a16:creationId xmlns:a16="http://schemas.microsoft.com/office/drawing/2014/main" id="{D09B237F-13C7-9B20-28BA-0DFA65F85107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7" name="Ellipse 216">
              <a:extLst>
                <a:ext uri="{FF2B5EF4-FFF2-40B4-BE49-F238E27FC236}">
                  <a16:creationId xmlns:a16="http://schemas.microsoft.com/office/drawing/2014/main" id="{8584AFE1-6E97-CDB5-B7F4-DAD288F47F00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18" name="Rechteck 217">
              <a:extLst>
                <a:ext uri="{FF2B5EF4-FFF2-40B4-BE49-F238E27FC236}">
                  <a16:creationId xmlns:a16="http://schemas.microsoft.com/office/drawing/2014/main" id="{3AA6A685-82FF-B162-63CD-2AEC277DE866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219" name="Rechteck 218">
              <a:extLst>
                <a:ext uri="{FF2B5EF4-FFF2-40B4-BE49-F238E27FC236}">
                  <a16:creationId xmlns:a16="http://schemas.microsoft.com/office/drawing/2014/main" id="{CB2AC98D-1AFC-1C04-AF02-FC57FAE10E1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F9753B0-4362-B03B-BEBF-87F2B1AC0E2B}"/>
              </a:ext>
            </a:extLst>
          </p:cNvPr>
          <p:cNvGrpSpPr/>
          <p:nvPr/>
        </p:nvGrpSpPr>
        <p:grpSpPr>
          <a:xfrm>
            <a:off x="4461415" y="648997"/>
            <a:ext cx="4134326" cy="5298904"/>
            <a:chOff x="3350861" y="1257300"/>
            <a:chExt cx="4134326" cy="5298904"/>
          </a:xfrm>
        </p:grpSpPr>
        <p:sp>
          <p:nvSpPr>
            <p:cNvPr id="35" name="Rechteck: abgerundete Ecken 34">
              <a:extLst>
                <a:ext uri="{FF2B5EF4-FFF2-40B4-BE49-F238E27FC236}">
                  <a16:creationId xmlns:a16="http://schemas.microsoft.com/office/drawing/2014/main" id="{A07DDBEB-FF35-889B-5D46-B4653B3A838C}"/>
                </a:ext>
              </a:extLst>
            </p:cNvPr>
            <p:cNvSpPr/>
            <p:nvPr/>
          </p:nvSpPr>
          <p:spPr>
            <a:xfrm>
              <a:off x="6034315" y="5289932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5BA3D93D-DF1A-AEE3-4305-A5FE76F3B410}"/>
                </a:ext>
              </a:extLst>
            </p:cNvPr>
            <p:cNvSpPr/>
            <p:nvPr/>
          </p:nvSpPr>
          <p:spPr>
            <a:xfrm>
              <a:off x="4166235" y="1257300"/>
              <a:ext cx="2700000" cy="4459835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A57285D-5A05-A578-C950-2BE201E0487A}"/>
                </a:ext>
              </a:extLst>
            </p:cNvPr>
            <p:cNvGrpSpPr/>
            <p:nvPr/>
          </p:nvGrpSpPr>
          <p:grpSpPr>
            <a:xfrm rot="16200000">
              <a:off x="4280769" y="5319497"/>
              <a:ext cx="433247" cy="360620"/>
              <a:chOff x="8238632" y="1988930"/>
              <a:chExt cx="433247" cy="360620"/>
            </a:xfrm>
          </p:grpSpPr>
          <p:sp>
            <p:nvSpPr>
              <p:cNvPr id="368" name="Rechteck 367">
                <a:extLst>
                  <a:ext uri="{FF2B5EF4-FFF2-40B4-BE49-F238E27FC236}">
                    <a16:creationId xmlns:a16="http://schemas.microsoft.com/office/drawing/2014/main" id="{B70E0112-5047-BBC6-3DED-191C652D16A9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856297EE-6F64-8021-05FD-012D36BD6E1F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Ellipse 369">
                <a:extLst>
                  <a:ext uri="{FF2B5EF4-FFF2-40B4-BE49-F238E27FC236}">
                    <a16:creationId xmlns:a16="http://schemas.microsoft.com/office/drawing/2014/main" id="{31EC4551-5764-EB34-7513-F3016F3F967A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ADED40AC-A369-BD5E-0396-39C5FD886F8F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53B1E389-40E2-F386-A34A-FDCF608614D4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6AF18DC5-6039-BB17-2181-4C954BF847E2}"/>
                </a:ext>
              </a:extLst>
            </p:cNvPr>
            <p:cNvSpPr/>
            <p:nvPr/>
          </p:nvSpPr>
          <p:spPr>
            <a:xfrm>
              <a:off x="5426235" y="2970372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63E4F50-C78A-B380-B933-ED3702295DDF}"/>
                </a:ext>
              </a:extLst>
            </p:cNvPr>
            <p:cNvSpPr/>
            <p:nvPr/>
          </p:nvSpPr>
          <p:spPr>
            <a:xfrm>
              <a:off x="4835190" y="2880372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Ellipse 43">
              <a:extLst>
                <a:ext uri="{FF2B5EF4-FFF2-40B4-BE49-F238E27FC236}">
                  <a16:creationId xmlns:a16="http://schemas.microsoft.com/office/drawing/2014/main" id="{396A0566-7375-459B-3EF2-9EAEF7DDB57B}"/>
                </a:ext>
              </a:extLst>
            </p:cNvPr>
            <p:cNvSpPr/>
            <p:nvPr/>
          </p:nvSpPr>
          <p:spPr>
            <a:xfrm>
              <a:off x="5837280" y="2892931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B90D996E-0101-A5CF-74C3-B764BF7114EB}"/>
                </a:ext>
              </a:extLst>
            </p:cNvPr>
            <p:cNvGrpSpPr/>
            <p:nvPr/>
          </p:nvGrpSpPr>
          <p:grpSpPr>
            <a:xfrm>
              <a:off x="5192661" y="3627773"/>
              <a:ext cx="720000" cy="180000"/>
              <a:chOff x="7869855" y="3395684"/>
              <a:chExt cx="720000" cy="180000"/>
            </a:xfrm>
          </p:grpSpPr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C1E67A8B-93E0-4D42-E79D-52855055E28B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4" name="Rechteck 363">
                <a:extLst>
                  <a:ext uri="{FF2B5EF4-FFF2-40B4-BE49-F238E27FC236}">
                    <a16:creationId xmlns:a16="http://schemas.microsoft.com/office/drawing/2014/main" id="{EBB2E342-C2C2-AD56-CCFE-466B2884ABA0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97945A1F-F775-A36D-7A42-95D4E5F9E3AC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6" name="Rechteck 365">
                <a:extLst>
                  <a:ext uri="{FF2B5EF4-FFF2-40B4-BE49-F238E27FC236}">
                    <a16:creationId xmlns:a16="http://schemas.microsoft.com/office/drawing/2014/main" id="{499E0FC0-BE80-2CAD-EECD-E185D057CCEE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7" name="Rechteck 366">
                <a:extLst>
                  <a:ext uri="{FF2B5EF4-FFF2-40B4-BE49-F238E27FC236}">
                    <a16:creationId xmlns:a16="http://schemas.microsoft.com/office/drawing/2014/main" id="{CBCDCD8F-A0A6-CB98-4384-78D038DC71BE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970C9444-691F-D2BD-EAD0-E3B3E35C2C5D}"/>
                </a:ext>
              </a:extLst>
            </p:cNvPr>
            <p:cNvGrpSpPr/>
            <p:nvPr/>
          </p:nvGrpSpPr>
          <p:grpSpPr>
            <a:xfrm rot="16200000">
              <a:off x="6092027" y="4222826"/>
              <a:ext cx="359745" cy="180000"/>
              <a:chOff x="7869855" y="3898992"/>
              <a:chExt cx="359745" cy="180000"/>
            </a:xfrm>
          </p:grpSpPr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568C0FBA-DA25-7468-C432-FA1982DA5672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EBB72E8C-BBB0-55AA-8BCB-E1D4B2A5B7E6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DC3EFBF2-A3C2-466F-00A4-91E59E94BE2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3ABEDD27-BB4E-B12F-2812-09B7BA4C52E2}"/>
                </a:ext>
              </a:extLst>
            </p:cNvPr>
            <p:cNvSpPr txBox="1"/>
            <p:nvPr/>
          </p:nvSpPr>
          <p:spPr>
            <a:xfrm>
              <a:off x="5238427" y="2723044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90D6BD97-9028-E110-C127-5BCF378EEDE9}"/>
                </a:ext>
              </a:extLst>
            </p:cNvPr>
            <p:cNvSpPr txBox="1"/>
            <p:nvPr/>
          </p:nvSpPr>
          <p:spPr>
            <a:xfrm>
              <a:off x="5771666" y="2934064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LED1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37E68DD-A3DA-F400-437B-61A1FF9327E0}"/>
                </a:ext>
              </a:extLst>
            </p:cNvPr>
            <p:cNvSpPr txBox="1"/>
            <p:nvPr/>
          </p:nvSpPr>
          <p:spPr>
            <a:xfrm>
              <a:off x="4760264" y="2927578"/>
              <a:ext cx="49725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LED2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30DFAD87-6DC9-F818-4FC3-7FE2EC7EFB46}"/>
                </a:ext>
              </a:extLst>
            </p:cNvPr>
            <p:cNvSpPr txBox="1"/>
            <p:nvPr/>
          </p:nvSpPr>
          <p:spPr>
            <a:xfrm rot="16200000">
              <a:off x="5806257" y="417670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67" name="Rechteck: abgerundete Ecken 66">
              <a:extLst>
                <a:ext uri="{FF2B5EF4-FFF2-40B4-BE49-F238E27FC236}">
                  <a16:creationId xmlns:a16="http://schemas.microsoft.com/office/drawing/2014/main" id="{1F4E298C-8F23-9B0B-9F3D-0196A37324E2}"/>
                </a:ext>
              </a:extLst>
            </p:cNvPr>
            <p:cNvSpPr/>
            <p:nvPr/>
          </p:nvSpPr>
          <p:spPr>
            <a:xfrm>
              <a:off x="5210020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2B80784A-276F-DE40-D628-7ACA27F08B7B}"/>
                </a:ext>
              </a:extLst>
            </p:cNvPr>
            <p:cNvSpPr/>
            <p:nvPr/>
          </p:nvSpPr>
          <p:spPr>
            <a:xfrm>
              <a:off x="5024675" y="398070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: abgerundete Ecken 68">
              <a:extLst>
                <a:ext uri="{FF2B5EF4-FFF2-40B4-BE49-F238E27FC236}">
                  <a16:creationId xmlns:a16="http://schemas.microsoft.com/office/drawing/2014/main" id="{92FCAAE2-702D-DE92-18FC-F0B13BAABE67}"/>
                </a:ext>
              </a:extLst>
            </p:cNvPr>
            <p:cNvSpPr/>
            <p:nvPr/>
          </p:nvSpPr>
          <p:spPr>
            <a:xfrm>
              <a:off x="4839330" y="398377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0A492CA1-0B9E-6642-373C-886CB264D498}"/>
                </a:ext>
              </a:extLst>
            </p:cNvPr>
            <p:cNvSpPr txBox="1"/>
            <p:nvPr/>
          </p:nvSpPr>
          <p:spPr>
            <a:xfrm>
              <a:off x="6044892" y="543943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255DAC1C-178B-300A-5797-CF975176029C}"/>
                </a:ext>
              </a:extLst>
            </p:cNvPr>
            <p:cNvGrpSpPr/>
            <p:nvPr/>
          </p:nvGrpSpPr>
          <p:grpSpPr>
            <a:xfrm rot="10800000">
              <a:off x="6429452" y="3773418"/>
              <a:ext cx="433247" cy="720140"/>
              <a:chOff x="7462666" y="2009937"/>
              <a:chExt cx="433247" cy="720140"/>
            </a:xfrm>
          </p:grpSpPr>
          <p:sp>
            <p:nvSpPr>
              <p:cNvPr id="351" name="Rechteck 350">
                <a:extLst>
                  <a:ext uri="{FF2B5EF4-FFF2-40B4-BE49-F238E27FC236}">
                    <a16:creationId xmlns:a16="http://schemas.microsoft.com/office/drawing/2014/main" id="{FB616EB2-CBDA-D403-B0E8-E190631646C2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2" name="Ellipse 351">
                <a:extLst>
                  <a:ext uri="{FF2B5EF4-FFF2-40B4-BE49-F238E27FC236}">
                    <a16:creationId xmlns:a16="http://schemas.microsoft.com/office/drawing/2014/main" id="{45ED7A83-73F8-8A7A-18C3-098B40846BD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3" name="Ellipse 352">
                <a:extLst>
                  <a:ext uri="{FF2B5EF4-FFF2-40B4-BE49-F238E27FC236}">
                    <a16:creationId xmlns:a16="http://schemas.microsoft.com/office/drawing/2014/main" id="{B73DED9C-35D0-82BF-E646-973289DFEFE3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4" name="Ellipse 353">
                <a:extLst>
                  <a:ext uri="{FF2B5EF4-FFF2-40B4-BE49-F238E27FC236}">
                    <a16:creationId xmlns:a16="http://schemas.microsoft.com/office/drawing/2014/main" id="{005F0E6D-C6A2-7A8E-7B94-B24A90A5A36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5" name="Ellipse 354">
                <a:extLst>
                  <a:ext uri="{FF2B5EF4-FFF2-40B4-BE49-F238E27FC236}">
                    <a16:creationId xmlns:a16="http://schemas.microsoft.com/office/drawing/2014/main" id="{0532CE2C-8D52-C4A7-C832-C09FFFC0E6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6" name="Rechteck 355">
                <a:extLst>
                  <a:ext uri="{FF2B5EF4-FFF2-40B4-BE49-F238E27FC236}">
                    <a16:creationId xmlns:a16="http://schemas.microsoft.com/office/drawing/2014/main" id="{1F81E88A-E102-6FB0-CA8E-22EF001D3336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7" name="Rechteck 356">
                <a:extLst>
                  <a:ext uri="{FF2B5EF4-FFF2-40B4-BE49-F238E27FC236}">
                    <a16:creationId xmlns:a16="http://schemas.microsoft.com/office/drawing/2014/main" id="{B6EE2442-70D2-6730-C478-A842A8117A7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8" name="Rechteck 357">
                <a:extLst>
                  <a:ext uri="{FF2B5EF4-FFF2-40B4-BE49-F238E27FC236}">
                    <a16:creationId xmlns:a16="http://schemas.microsoft.com/office/drawing/2014/main" id="{3B4A9D48-9E6E-13F2-9365-8B5F6EA630C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9" name="Rechteck 358">
                <a:extLst>
                  <a:ext uri="{FF2B5EF4-FFF2-40B4-BE49-F238E27FC236}">
                    <a16:creationId xmlns:a16="http://schemas.microsoft.com/office/drawing/2014/main" id="{B11B61D1-106A-525E-B25A-BF3D7F834DE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CBCFB05-C42A-E35F-04A7-C823887EDEF8}"/>
                </a:ext>
              </a:extLst>
            </p:cNvPr>
            <p:cNvGrpSpPr/>
            <p:nvPr/>
          </p:nvGrpSpPr>
          <p:grpSpPr>
            <a:xfrm rot="10800000">
              <a:off x="6429452" y="3028006"/>
              <a:ext cx="433247" cy="720140"/>
              <a:chOff x="7462666" y="2009937"/>
              <a:chExt cx="433247" cy="720140"/>
            </a:xfrm>
          </p:grpSpPr>
          <p:sp>
            <p:nvSpPr>
              <p:cNvPr id="342" name="Rechteck 341">
                <a:extLst>
                  <a:ext uri="{FF2B5EF4-FFF2-40B4-BE49-F238E27FC236}">
                    <a16:creationId xmlns:a16="http://schemas.microsoft.com/office/drawing/2014/main" id="{8E9BB55E-CA3D-14B9-5636-6F75DCC5CB6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3" name="Ellipse 342">
                <a:extLst>
                  <a:ext uri="{FF2B5EF4-FFF2-40B4-BE49-F238E27FC236}">
                    <a16:creationId xmlns:a16="http://schemas.microsoft.com/office/drawing/2014/main" id="{444E5B8E-38D9-AC4E-6F88-B34C317CFAD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44" name="Ellipse 343">
                <a:extLst>
                  <a:ext uri="{FF2B5EF4-FFF2-40B4-BE49-F238E27FC236}">
                    <a16:creationId xmlns:a16="http://schemas.microsoft.com/office/drawing/2014/main" id="{C1741486-61FE-65C7-9935-CCF7193EFB9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5" name="Ellipse 344">
                <a:extLst>
                  <a:ext uri="{FF2B5EF4-FFF2-40B4-BE49-F238E27FC236}">
                    <a16:creationId xmlns:a16="http://schemas.microsoft.com/office/drawing/2014/main" id="{0BFB02B5-6200-F377-0BE3-B421922167A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6" name="Ellipse 345">
                <a:extLst>
                  <a:ext uri="{FF2B5EF4-FFF2-40B4-BE49-F238E27FC236}">
                    <a16:creationId xmlns:a16="http://schemas.microsoft.com/office/drawing/2014/main" id="{6BD208CA-76D1-6AEE-D500-B528DE5D709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7" name="Rechteck 346">
                <a:extLst>
                  <a:ext uri="{FF2B5EF4-FFF2-40B4-BE49-F238E27FC236}">
                    <a16:creationId xmlns:a16="http://schemas.microsoft.com/office/drawing/2014/main" id="{35E1ACD7-7C12-773F-7EE3-8EDE1F89EFC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8" name="Rechteck 347">
                <a:extLst>
                  <a:ext uri="{FF2B5EF4-FFF2-40B4-BE49-F238E27FC236}">
                    <a16:creationId xmlns:a16="http://schemas.microsoft.com/office/drawing/2014/main" id="{D125E7FB-771C-7AAE-A6F5-A1A9EB1007F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9" name="Rechteck 348">
                <a:extLst>
                  <a:ext uri="{FF2B5EF4-FFF2-40B4-BE49-F238E27FC236}">
                    <a16:creationId xmlns:a16="http://schemas.microsoft.com/office/drawing/2014/main" id="{22972C66-C62A-33E3-FF7D-D6335FF60F2D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0" name="Rechteck 349">
                <a:extLst>
                  <a:ext uri="{FF2B5EF4-FFF2-40B4-BE49-F238E27FC236}">
                    <a16:creationId xmlns:a16="http://schemas.microsoft.com/office/drawing/2014/main" id="{3D74DA46-5C96-FAD8-0633-6212004DFB6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D4EB8A43-2538-7454-2140-6D0E8437193A}"/>
                </a:ext>
              </a:extLst>
            </p:cNvPr>
            <p:cNvGrpSpPr/>
            <p:nvPr/>
          </p:nvGrpSpPr>
          <p:grpSpPr>
            <a:xfrm rot="10800000">
              <a:off x="6429452" y="2282593"/>
              <a:ext cx="433247" cy="720140"/>
              <a:chOff x="7462666" y="2009937"/>
              <a:chExt cx="433247" cy="720140"/>
            </a:xfrm>
          </p:grpSpPr>
          <p:sp>
            <p:nvSpPr>
              <p:cNvPr id="333" name="Rechteck 332">
                <a:extLst>
                  <a:ext uri="{FF2B5EF4-FFF2-40B4-BE49-F238E27FC236}">
                    <a16:creationId xmlns:a16="http://schemas.microsoft.com/office/drawing/2014/main" id="{49F8E658-1C78-9AAB-0D92-1FD83F87A43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4" name="Ellipse 333">
                <a:extLst>
                  <a:ext uri="{FF2B5EF4-FFF2-40B4-BE49-F238E27FC236}">
                    <a16:creationId xmlns:a16="http://schemas.microsoft.com/office/drawing/2014/main" id="{C49804B5-4732-3A53-E41D-BAE7288A0E5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35" name="Ellipse 334">
                <a:extLst>
                  <a:ext uri="{FF2B5EF4-FFF2-40B4-BE49-F238E27FC236}">
                    <a16:creationId xmlns:a16="http://schemas.microsoft.com/office/drawing/2014/main" id="{FFAE3AA1-B2D4-93FC-120B-F45EDE1004EE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6" name="Ellipse 335">
                <a:extLst>
                  <a:ext uri="{FF2B5EF4-FFF2-40B4-BE49-F238E27FC236}">
                    <a16:creationId xmlns:a16="http://schemas.microsoft.com/office/drawing/2014/main" id="{9E0DB053-F6C8-F478-3E73-5406F648257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7" name="Ellipse 336">
                <a:extLst>
                  <a:ext uri="{FF2B5EF4-FFF2-40B4-BE49-F238E27FC236}">
                    <a16:creationId xmlns:a16="http://schemas.microsoft.com/office/drawing/2014/main" id="{67DB41EE-D39D-05C4-7271-D0B5BFDB6AD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38" name="Rechteck 337">
                <a:extLst>
                  <a:ext uri="{FF2B5EF4-FFF2-40B4-BE49-F238E27FC236}">
                    <a16:creationId xmlns:a16="http://schemas.microsoft.com/office/drawing/2014/main" id="{2DF0C546-8082-96EE-FB6F-C8BCAFBB05C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9" name="Rechteck 338">
                <a:extLst>
                  <a:ext uri="{FF2B5EF4-FFF2-40B4-BE49-F238E27FC236}">
                    <a16:creationId xmlns:a16="http://schemas.microsoft.com/office/drawing/2014/main" id="{AC1A3D2F-2145-7236-1F39-BE59DD2CF3B7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0" name="Rechteck 339">
                <a:extLst>
                  <a:ext uri="{FF2B5EF4-FFF2-40B4-BE49-F238E27FC236}">
                    <a16:creationId xmlns:a16="http://schemas.microsoft.com/office/drawing/2014/main" id="{56E726CD-12F8-3B8F-E621-659895DF0BA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41" name="Rechteck 340">
                <a:extLst>
                  <a:ext uri="{FF2B5EF4-FFF2-40B4-BE49-F238E27FC236}">
                    <a16:creationId xmlns:a16="http://schemas.microsoft.com/office/drawing/2014/main" id="{B41A1DE0-C688-3ADA-B3BA-903E33B3E20B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4" name="Gruppieren 73">
              <a:extLst>
                <a:ext uri="{FF2B5EF4-FFF2-40B4-BE49-F238E27FC236}">
                  <a16:creationId xmlns:a16="http://schemas.microsoft.com/office/drawing/2014/main" id="{EFAAC850-F456-E6C3-64DC-3E6749D2B75A}"/>
                </a:ext>
              </a:extLst>
            </p:cNvPr>
            <p:cNvGrpSpPr/>
            <p:nvPr/>
          </p:nvGrpSpPr>
          <p:grpSpPr>
            <a:xfrm rot="10800000">
              <a:off x="6429452" y="1537181"/>
              <a:ext cx="433247" cy="720140"/>
              <a:chOff x="7462666" y="2009937"/>
              <a:chExt cx="433247" cy="720140"/>
            </a:xfrm>
          </p:grpSpPr>
          <p:sp>
            <p:nvSpPr>
              <p:cNvPr id="324" name="Rechteck 323">
                <a:extLst>
                  <a:ext uri="{FF2B5EF4-FFF2-40B4-BE49-F238E27FC236}">
                    <a16:creationId xmlns:a16="http://schemas.microsoft.com/office/drawing/2014/main" id="{876AE358-EC84-1170-76FE-AF5EFE89074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25" name="Ellipse 324">
                <a:extLst>
                  <a:ext uri="{FF2B5EF4-FFF2-40B4-BE49-F238E27FC236}">
                    <a16:creationId xmlns:a16="http://schemas.microsoft.com/office/drawing/2014/main" id="{65B3A364-CBE5-F1C4-7D3C-71D7B98046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26" name="Ellipse 325">
                <a:extLst>
                  <a:ext uri="{FF2B5EF4-FFF2-40B4-BE49-F238E27FC236}">
                    <a16:creationId xmlns:a16="http://schemas.microsoft.com/office/drawing/2014/main" id="{66A693D5-84B5-001E-4338-52A2432203E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7" name="Ellipse 326">
                <a:extLst>
                  <a:ext uri="{FF2B5EF4-FFF2-40B4-BE49-F238E27FC236}">
                    <a16:creationId xmlns:a16="http://schemas.microsoft.com/office/drawing/2014/main" id="{6F9E37C4-5AFF-E649-5B31-DE36A42729A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8" name="Ellipse 327">
                <a:extLst>
                  <a:ext uri="{FF2B5EF4-FFF2-40B4-BE49-F238E27FC236}">
                    <a16:creationId xmlns:a16="http://schemas.microsoft.com/office/drawing/2014/main" id="{0F6D7947-2F7A-CED1-C558-622AA4E29415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9" name="Rechteck 328">
                <a:extLst>
                  <a:ext uri="{FF2B5EF4-FFF2-40B4-BE49-F238E27FC236}">
                    <a16:creationId xmlns:a16="http://schemas.microsoft.com/office/drawing/2014/main" id="{9E371ECE-D27A-ABC6-6717-37E7EA93A6DA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0" name="Rechteck 329">
                <a:extLst>
                  <a:ext uri="{FF2B5EF4-FFF2-40B4-BE49-F238E27FC236}">
                    <a16:creationId xmlns:a16="http://schemas.microsoft.com/office/drawing/2014/main" id="{12EDB6D1-AEA7-D4AA-1536-CFF0952329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1" name="Rechteck 330">
                <a:extLst>
                  <a:ext uri="{FF2B5EF4-FFF2-40B4-BE49-F238E27FC236}">
                    <a16:creationId xmlns:a16="http://schemas.microsoft.com/office/drawing/2014/main" id="{C15E5B5E-E0B5-708E-403C-BBDBAE9ABE0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32" name="Rechteck 331">
                <a:extLst>
                  <a:ext uri="{FF2B5EF4-FFF2-40B4-BE49-F238E27FC236}">
                    <a16:creationId xmlns:a16="http://schemas.microsoft.com/office/drawing/2014/main" id="{A9E1E29B-EA22-B416-A4C7-EDF47A13481E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5" name="Gruppieren 74">
              <a:extLst>
                <a:ext uri="{FF2B5EF4-FFF2-40B4-BE49-F238E27FC236}">
                  <a16:creationId xmlns:a16="http://schemas.microsoft.com/office/drawing/2014/main" id="{6950F3A2-75D9-C8A6-729B-4DCCD3981D26}"/>
                </a:ext>
              </a:extLst>
            </p:cNvPr>
            <p:cNvGrpSpPr/>
            <p:nvPr/>
          </p:nvGrpSpPr>
          <p:grpSpPr>
            <a:xfrm>
              <a:off x="4164988" y="4510421"/>
              <a:ext cx="433247" cy="720140"/>
              <a:chOff x="7462666" y="2009937"/>
              <a:chExt cx="433247" cy="720140"/>
            </a:xfrm>
          </p:grpSpPr>
          <p:sp>
            <p:nvSpPr>
              <p:cNvPr id="311" name="Rechteck 310">
                <a:extLst>
                  <a:ext uri="{FF2B5EF4-FFF2-40B4-BE49-F238E27FC236}">
                    <a16:creationId xmlns:a16="http://schemas.microsoft.com/office/drawing/2014/main" id="{FE7F25F7-F9A6-442F-A9EF-D26498D9998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2" name="Ellipse 311">
                <a:extLst>
                  <a:ext uri="{FF2B5EF4-FFF2-40B4-BE49-F238E27FC236}">
                    <a16:creationId xmlns:a16="http://schemas.microsoft.com/office/drawing/2014/main" id="{EC98A770-DF93-C3A3-8E1C-2B2A8B1F1F5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3" name="Ellipse 312">
                <a:extLst>
                  <a:ext uri="{FF2B5EF4-FFF2-40B4-BE49-F238E27FC236}">
                    <a16:creationId xmlns:a16="http://schemas.microsoft.com/office/drawing/2014/main" id="{84EA8AFB-CFC5-2E06-F9B5-A17213A09FB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C0E3A45D-C550-606F-125A-2E06AB24D8B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040234A-338E-E005-FD2E-9355B0A90B4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6" name="Rechteck 315">
                <a:extLst>
                  <a:ext uri="{FF2B5EF4-FFF2-40B4-BE49-F238E27FC236}">
                    <a16:creationId xmlns:a16="http://schemas.microsoft.com/office/drawing/2014/main" id="{5633B9D2-C9B7-3573-6444-F8CC781018C1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7" name="Rechteck 316">
                <a:extLst>
                  <a:ext uri="{FF2B5EF4-FFF2-40B4-BE49-F238E27FC236}">
                    <a16:creationId xmlns:a16="http://schemas.microsoft.com/office/drawing/2014/main" id="{9E100EA2-3478-9E60-903A-894221DBF640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C239428B-A461-3765-33DB-A2FFBBD44DA2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1E68D4B1-C6E9-A9B2-C798-05837FD8F701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20" name="Gerader Verbinder 319">
                <a:extLst>
                  <a:ext uri="{FF2B5EF4-FFF2-40B4-BE49-F238E27FC236}">
                    <a16:creationId xmlns:a16="http://schemas.microsoft.com/office/drawing/2014/main" id="{4E953440-58DD-9AAC-F995-C505617F16CB}"/>
                  </a:ext>
                </a:extLst>
              </p:cNvPr>
              <p:cNvCxnSpPr>
                <a:stCxn id="312" idx="3"/>
                <a:endCxn id="31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Gerader Verbinder 320">
                <a:extLst>
                  <a:ext uri="{FF2B5EF4-FFF2-40B4-BE49-F238E27FC236}">
                    <a16:creationId xmlns:a16="http://schemas.microsoft.com/office/drawing/2014/main" id="{6D18021E-D6D6-250F-80FA-D073B14D0AD4}"/>
                  </a:ext>
                </a:extLst>
              </p:cNvPr>
              <p:cNvCxnSpPr>
                <a:cxnSpLocks/>
                <a:stCxn id="313" idx="1"/>
                <a:endCxn id="31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Gerader Verbinder 321">
                <a:extLst>
                  <a:ext uri="{FF2B5EF4-FFF2-40B4-BE49-F238E27FC236}">
                    <a16:creationId xmlns:a16="http://schemas.microsoft.com/office/drawing/2014/main" id="{8F8ED50B-169D-766B-6DE1-03E541B8DFF5}"/>
                  </a:ext>
                </a:extLst>
              </p:cNvPr>
              <p:cNvCxnSpPr>
                <a:cxnSpLocks/>
                <a:stCxn id="314" idx="2"/>
                <a:endCxn id="31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Gerader Verbinder 322">
                <a:extLst>
                  <a:ext uri="{FF2B5EF4-FFF2-40B4-BE49-F238E27FC236}">
                    <a16:creationId xmlns:a16="http://schemas.microsoft.com/office/drawing/2014/main" id="{DAAEDBA3-AC55-43E4-DF89-665C8B557A8E}"/>
                  </a:ext>
                </a:extLst>
              </p:cNvPr>
              <p:cNvCxnSpPr>
                <a:cxnSpLocks/>
                <a:stCxn id="315" idx="4"/>
                <a:endCxn id="31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uppieren 75">
              <a:extLst>
                <a:ext uri="{FF2B5EF4-FFF2-40B4-BE49-F238E27FC236}">
                  <a16:creationId xmlns:a16="http://schemas.microsoft.com/office/drawing/2014/main" id="{EB35CC43-6B60-5ADA-AF7F-23C279738C1F}"/>
                </a:ext>
              </a:extLst>
            </p:cNvPr>
            <p:cNvGrpSpPr/>
            <p:nvPr/>
          </p:nvGrpSpPr>
          <p:grpSpPr>
            <a:xfrm>
              <a:off x="4164988" y="4123145"/>
              <a:ext cx="433247" cy="360620"/>
              <a:chOff x="8238632" y="1988930"/>
              <a:chExt cx="433247" cy="360620"/>
            </a:xfrm>
          </p:grpSpPr>
          <p:sp>
            <p:nvSpPr>
              <p:cNvPr id="306" name="Rechteck 305">
                <a:extLst>
                  <a:ext uri="{FF2B5EF4-FFF2-40B4-BE49-F238E27FC236}">
                    <a16:creationId xmlns:a16="http://schemas.microsoft.com/office/drawing/2014/main" id="{2785C5CD-67AB-43A2-D4AB-ACBF853B0AF5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7" name="Ellipse 306">
                <a:extLst>
                  <a:ext uri="{FF2B5EF4-FFF2-40B4-BE49-F238E27FC236}">
                    <a16:creationId xmlns:a16="http://schemas.microsoft.com/office/drawing/2014/main" id="{DACCA06D-F5BC-4FCF-F289-468D27EAC918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8" name="Ellipse 307">
                <a:extLst>
                  <a:ext uri="{FF2B5EF4-FFF2-40B4-BE49-F238E27FC236}">
                    <a16:creationId xmlns:a16="http://schemas.microsoft.com/office/drawing/2014/main" id="{98633F19-58B4-BCD0-B390-900A05E5AF68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9" name="Rechteck 308">
                <a:extLst>
                  <a:ext uri="{FF2B5EF4-FFF2-40B4-BE49-F238E27FC236}">
                    <a16:creationId xmlns:a16="http://schemas.microsoft.com/office/drawing/2014/main" id="{7C189BA0-0470-ACF0-E2B2-75D53B74E425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10" name="Rechteck 309">
                <a:extLst>
                  <a:ext uri="{FF2B5EF4-FFF2-40B4-BE49-F238E27FC236}">
                    <a16:creationId xmlns:a16="http://schemas.microsoft.com/office/drawing/2014/main" id="{00622661-BE91-0563-4B2A-A578E2E69248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7" name="Gruppieren 76">
              <a:extLst>
                <a:ext uri="{FF2B5EF4-FFF2-40B4-BE49-F238E27FC236}">
                  <a16:creationId xmlns:a16="http://schemas.microsoft.com/office/drawing/2014/main" id="{62C85C0D-2568-14A2-0DAC-C6530164C26F}"/>
                </a:ext>
              </a:extLst>
            </p:cNvPr>
            <p:cNvGrpSpPr/>
            <p:nvPr/>
          </p:nvGrpSpPr>
          <p:grpSpPr>
            <a:xfrm>
              <a:off x="4164988" y="3376349"/>
              <a:ext cx="433247" cy="720140"/>
              <a:chOff x="7462666" y="2009937"/>
              <a:chExt cx="433247" cy="720140"/>
            </a:xfrm>
          </p:grpSpPr>
          <p:sp>
            <p:nvSpPr>
              <p:cNvPr id="293" name="Rechteck 292">
                <a:extLst>
                  <a:ext uri="{FF2B5EF4-FFF2-40B4-BE49-F238E27FC236}">
                    <a16:creationId xmlns:a16="http://schemas.microsoft.com/office/drawing/2014/main" id="{38F34913-D55A-0F42-944F-2DA821221BCD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4" name="Ellipse 293">
                <a:extLst>
                  <a:ext uri="{FF2B5EF4-FFF2-40B4-BE49-F238E27FC236}">
                    <a16:creationId xmlns:a16="http://schemas.microsoft.com/office/drawing/2014/main" id="{D22D524D-9739-650E-5245-228A5B5C699D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5" name="Ellipse 294">
                <a:extLst>
                  <a:ext uri="{FF2B5EF4-FFF2-40B4-BE49-F238E27FC236}">
                    <a16:creationId xmlns:a16="http://schemas.microsoft.com/office/drawing/2014/main" id="{19B65A56-908B-C4A2-EA59-15C50E5578F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6" name="Ellipse 295">
                <a:extLst>
                  <a:ext uri="{FF2B5EF4-FFF2-40B4-BE49-F238E27FC236}">
                    <a16:creationId xmlns:a16="http://schemas.microsoft.com/office/drawing/2014/main" id="{269FA13B-A777-A746-2A3A-1D6A641D4AF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7" name="Ellipse 296">
                <a:extLst>
                  <a:ext uri="{FF2B5EF4-FFF2-40B4-BE49-F238E27FC236}">
                    <a16:creationId xmlns:a16="http://schemas.microsoft.com/office/drawing/2014/main" id="{AB01E7E5-8360-6CEE-6CB7-6ED3A09A8109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8" name="Rechteck 297">
                <a:extLst>
                  <a:ext uri="{FF2B5EF4-FFF2-40B4-BE49-F238E27FC236}">
                    <a16:creationId xmlns:a16="http://schemas.microsoft.com/office/drawing/2014/main" id="{35EE9807-F3BC-0BA7-CEB6-C47219FC89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99" name="Rechteck 298">
                <a:extLst>
                  <a:ext uri="{FF2B5EF4-FFF2-40B4-BE49-F238E27FC236}">
                    <a16:creationId xmlns:a16="http://schemas.microsoft.com/office/drawing/2014/main" id="{7F495DA1-3D05-A6ED-48CE-FBBD8C5C9972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0" name="Rechteck 299">
                <a:extLst>
                  <a:ext uri="{FF2B5EF4-FFF2-40B4-BE49-F238E27FC236}">
                    <a16:creationId xmlns:a16="http://schemas.microsoft.com/office/drawing/2014/main" id="{283E19FF-E045-6B34-F28C-D6B893CF23A1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01" name="Rechteck 300">
                <a:extLst>
                  <a:ext uri="{FF2B5EF4-FFF2-40B4-BE49-F238E27FC236}">
                    <a16:creationId xmlns:a16="http://schemas.microsoft.com/office/drawing/2014/main" id="{15BE0E52-6093-8C39-5850-1780C6B9BBF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302" name="Gerader Verbinder 301">
                <a:extLst>
                  <a:ext uri="{FF2B5EF4-FFF2-40B4-BE49-F238E27FC236}">
                    <a16:creationId xmlns:a16="http://schemas.microsoft.com/office/drawing/2014/main" id="{0BFA9DE3-2FFD-4443-B9F2-7D6065878B4E}"/>
                  </a:ext>
                </a:extLst>
              </p:cNvPr>
              <p:cNvCxnSpPr>
                <a:stCxn id="294" idx="3"/>
                <a:endCxn id="294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Gerader Verbinder 302">
                <a:extLst>
                  <a:ext uri="{FF2B5EF4-FFF2-40B4-BE49-F238E27FC236}">
                    <a16:creationId xmlns:a16="http://schemas.microsoft.com/office/drawing/2014/main" id="{E58E6BFE-07D0-CEF0-908C-4199B407C27C}"/>
                  </a:ext>
                </a:extLst>
              </p:cNvPr>
              <p:cNvCxnSpPr>
                <a:cxnSpLocks/>
                <a:stCxn id="295" idx="1"/>
                <a:endCxn id="295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Gerader Verbinder 303">
                <a:extLst>
                  <a:ext uri="{FF2B5EF4-FFF2-40B4-BE49-F238E27FC236}">
                    <a16:creationId xmlns:a16="http://schemas.microsoft.com/office/drawing/2014/main" id="{741A86B3-72B4-7E79-1014-EC0C47925D0E}"/>
                  </a:ext>
                </a:extLst>
              </p:cNvPr>
              <p:cNvCxnSpPr>
                <a:cxnSpLocks/>
                <a:stCxn id="296" idx="2"/>
                <a:endCxn id="296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Gerader Verbinder 304">
                <a:extLst>
                  <a:ext uri="{FF2B5EF4-FFF2-40B4-BE49-F238E27FC236}">
                    <a16:creationId xmlns:a16="http://schemas.microsoft.com/office/drawing/2014/main" id="{F1BA29DE-808D-75DD-18B7-52C812C05437}"/>
                  </a:ext>
                </a:extLst>
              </p:cNvPr>
              <p:cNvCxnSpPr>
                <a:cxnSpLocks/>
                <a:stCxn id="297" idx="4"/>
                <a:endCxn id="297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5FF62C65-3073-1F69-0396-9555F2D61830}"/>
                </a:ext>
              </a:extLst>
            </p:cNvPr>
            <p:cNvGrpSpPr/>
            <p:nvPr/>
          </p:nvGrpSpPr>
          <p:grpSpPr>
            <a:xfrm>
              <a:off x="4164988" y="2628219"/>
              <a:ext cx="433247" cy="720140"/>
              <a:chOff x="7462666" y="2009937"/>
              <a:chExt cx="433247" cy="720140"/>
            </a:xfrm>
          </p:grpSpPr>
          <p:sp>
            <p:nvSpPr>
              <p:cNvPr id="280" name="Rechteck 279">
                <a:extLst>
                  <a:ext uri="{FF2B5EF4-FFF2-40B4-BE49-F238E27FC236}">
                    <a16:creationId xmlns:a16="http://schemas.microsoft.com/office/drawing/2014/main" id="{0CB40970-6D8C-FDC4-ECE9-A75B4278C81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9659385D-7978-FBDD-4A0A-2B4102F6B5F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9FD7DEF2-8A82-E528-62C4-28124F849101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C4514146-604B-EEBD-1596-4BB999A287C2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C3F54191-AADD-451E-E5D5-B2208EAAFF6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F5989A27-3F9E-B0B2-5D0A-38E54F23882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6" name="Rechteck 285">
                <a:extLst>
                  <a:ext uri="{FF2B5EF4-FFF2-40B4-BE49-F238E27FC236}">
                    <a16:creationId xmlns:a16="http://schemas.microsoft.com/office/drawing/2014/main" id="{C4D089DC-6FAD-F3B0-DCF8-F79DEE45939C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7" name="Rechteck 286">
                <a:extLst>
                  <a:ext uri="{FF2B5EF4-FFF2-40B4-BE49-F238E27FC236}">
                    <a16:creationId xmlns:a16="http://schemas.microsoft.com/office/drawing/2014/main" id="{44B7EDC4-4149-A217-F666-AB6B7E776EE7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88" name="Rechteck 287">
                <a:extLst>
                  <a:ext uri="{FF2B5EF4-FFF2-40B4-BE49-F238E27FC236}">
                    <a16:creationId xmlns:a16="http://schemas.microsoft.com/office/drawing/2014/main" id="{C84020BF-DAC8-5375-0C16-7C206D7B7D1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89" name="Gerader Verbinder 288">
                <a:extLst>
                  <a:ext uri="{FF2B5EF4-FFF2-40B4-BE49-F238E27FC236}">
                    <a16:creationId xmlns:a16="http://schemas.microsoft.com/office/drawing/2014/main" id="{AC32191D-4623-18A5-3991-D9D6551D80C2}"/>
                  </a:ext>
                </a:extLst>
              </p:cNvPr>
              <p:cNvCxnSpPr>
                <a:stCxn id="281" idx="3"/>
                <a:endCxn id="281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Gerader Verbinder 289">
                <a:extLst>
                  <a:ext uri="{FF2B5EF4-FFF2-40B4-BE49-F238E27FC236}">
                    <a16:creationId xmlns:a16="http://schemas.microsoft.com/office/drawing/2014/main" id="{80AF1D18-1A7B-F671-35DE-78E3DF1B939B}"/>
                  </a:ext>
                </a:extLst>
              </p:cNvPr>
              <p:cNvCxnSpPr>
                <a:cxnSpLocks/>
                <a:stCxn id="282" idx="1"/>
                <a:endCxn id="282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Gerader Verbinder 290">
                <a:extLst>
                  <a:ext uri="{FF2B5EF4-FFF2-40B4-BE49-F238E27FC236}">
                    <a16:creationId xmlns:a16="http://schemas.microsoft.com/office/drawing/2014/main" id="{CB10211E-0F7A-856C-6CE0-9531E1E1ABFD}"/>
                  </a:ext>
                </a:extLst>
              </p:cNvPr>
              <p:cNvCxnSpPr>
                <a:cxnSpLocks/>
                <a:stCxn id="283" idx="2"/>
                <a:endCxn id="283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Gerader Verbinder 291">
                <a:extLst>
                  <a:ext uri="{FF2B5EF4-FFF2-40B4-BE49-F238E27FC236}">
                    <a16:creationId xmlns:a16="http://schemas.microsoft.com/office/drawing/2014/main" id="{FA7160B8-D14D-8A9B-9028-096ABEB422E7}"/>
                  </a:ext>
                </a:extLst>
              </p:cNvPr>
              <p:cNvCxnSpPr>
                <a:cxnSpLocks/>
                <a:stCxn id="284" idx="4"/>
                <a:endCxn id="284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9929D8DA-C4A7-CE99-C111-02803B42EE18}"/>
                </a:ext>
              </a:extLst>
            </p:cNvPr>
            <p:cNvGrpSpPr/>
            <p:nvPr/>
          </p:nvGrpSpPr>
          <p:grpSpPr>
            <a:xfrm>
              <a:off x="4164988" y="2240943"/>
              <a:ext cx="433247" cy="360620"/>
              <a:chOff x="8238632" y="1988930"/>
              <a:chExt cx="433247" cy="360620"/>
            </a:xfrm>
          </p:grpSpPr>
          <p:sp>
            <p:nvSpPr>
              <p:cNvPr id="275" name="Rechteck 274">
                <a:extLst>
                  <a:ext uri="{FF2B5EF4-FFF2-40B4-BE49-F238E27FC236}">
                    <a16:creationId xmlns:a16="http://schemas.microsoft.com/office/drawing/2014/main" id="{9DA72FD8-EE5F-65BF-812A-9D71E347B2F1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6" name="Ellipse 275">
                <a:extLst>
                  <a:ext uri="{FF2B5EF4-FFF2-40B4-BE49-F238E27FC236}">
                    <a16:creationId xmlns:a16="http://schemas.microsoft.com/office/drawing/2014/main" id="{AE7AFA65-E081-048F-C0E4-31A3F554042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7" name="Ellipse 276">
                <a:extLst>
                  <a:ext uri="{FF2B5EF4-FFF2-40B4-BE49-F238E27FC236}">
                    <a16:creationId xmlns:a16="http://schemas.microsoft.com/office/drawing/2014/main" id="{F4D43C81-8B6C-C2E7-378C-C5CAFFA67182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8" name="Rechteck 277">
                <a:extLst>
                  <a:ext uri="{FF2B5EF4-FFF2-40B4-BE49-F238E27FC236}">
                    <a16:creationId xmlns:a16="http://schemas.microsoft.com/office/drawing/2014/main" id="{0ADBEAED-A401-4B16-6670-E65173F7F4E3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9" name="Rechteck 278">
                <a:extLst>
                  <a:ext uri="{FF2B5EF4-FFF2-40B4-BE49-F238E27FC236}">
                    <a16:creationId xmlns:a16="http://schemas.microsoft.com/office/drawing/2014/main" id="{D4B2DE57-988A-79D4-20D6-CA4F637407C2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9B244AC1-E61A-2407-2953-D041F280C23E}"/>
                </a:ext>
              </a:extLst>
            </p:cNvPr>
            <p:cNvGrpSpPr/>
            <p:nvPr/>
          </p:nvGrpSpPr>
          <p:grpSpPr>
            <a:xfrm>
              <a:off x="4164988" y="1494147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F5FD509F-3AB3-E69F-F425-336850F69917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6633427F-D0FE-0138-684C-41A9BAE0868F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4FED182E-6B9F-54CC-76A2-4EB3B9F885C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0AB4C577-EE27-4572-1AC4-463D1A7D6723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179941F5-5268-62D2-D16B-A6DD9F0DE0C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B0BAE7F1-F6DD-76F3-FFCB-E46C10BA613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F24B2CC3-6118-ACF4-6917-DC5F3CAF6D2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1EC478EA-49AC-2711-0264-5BE5C6D0251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E26C9E3A-9029-D171-C90F-FC2DD46E54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71" name="Gerader Verbinder 270">
                <a:extLst>
                  <a:ext uri="{FF2B5EF4-FFF2-40B4-BE49-F238E27FC236}">
                    <a16:creationId xmlns:a16="http://schemas.microsoft.com/office/drawing/2014/main" id="{F8A1D4F8-14B7-C867-6DA9-C621588C58C0}"/>
                  </a:ext>
                </a:extLst>
              </p:cNvPr>
              <p:cNvCxnSpPr>
                <a:stCxn id="263" idx="3"/>
                <a:endCxn id="26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Gerader Verbinder 271">
                <a:extLst>
                  <a:ext uri="{FF2B5EF4-FFF2-40B4-BE49-F238E27FC236}">
                    <a16:creationId xmlns:a16="http://schemas.microsoft.com/office/drawing/2014/main" id="{1A8F81DA-7F37-0BF5-A91E-D154FADE5F0A}"/>
                  </a:ext>
                </a:extLst>
              </p:cNvPr>
              <p:cNvCxnSpPr>
                <a:cxnSpLocks/>
                <a:stCxn id="264" idx="1"/>
                <a:endCxn id="26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Gerader Verbinder 272">
                <a:extLst>
                  <a:ext uri="{FF2B5EF4-FFF2-40B4-BE49-F238E27FC236}">
                    <a16:creationId xmlns:a16="http://schemas.microsoft.com/office/drawing/2014/main" id="{F8D1C2B8-6950-E8CC-E369-7739D61F9A72}"/>
                  </a:ext>
                </a:extLst>
              </p:cNvPr>
              <p:cNvCxnSpPr>
                <a:cxnSpLocks/>
                <a:stCxn id="265" idx="2"/>
                <a:endCxn id="26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Gerader Verbinder 273">
                <a:extLst>
                  <a:ext uri="{FF2B5EF4-FFF2-40B4-BE49-F238E27FC236}">
                    <a16:creationId xmlns:a16="http://schemas.microsoft.com/office/drawing/2014/main" id="{C8CF6593-D148-CB5F-A79A-FA98289D3C45}"/>
                  </a:ext>
                </a:extLst>
              </p:cNvPr>
              <p:cNvCxnSpPr>
                <a:cxnSpLocks/>
                <a:stCxn id="266" idx="4"/>
                <a:endCxn id="26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DB0BCAC7-F870-D031-BD0C-AC45F9CD0381}"/>
                </a:ext>
              </a:extLst>
            </p:cNvPr>
            <p:cNvSpPr txBox="1"/>
            <p:nvPr/>
          </p:nvSpPr>
          <p:spPr>
            <a:xfrm>
              <a:off x="5136188" y="3385657"/>
              <a:ext cx="8532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82" name="Rechteck: abgerundete Ecken 81">
              <a:extLst>
                <a:ext uri="{FF2B5EF4-FFF2-40B4-BE49-F238E27FC236}">
                  <a16:creationId xmlns:a16="http://schemas.microsoft.com/office/drawing/2014/main" id="{5B83D102-7054-9D11-8257-276FBEC47623}"/>
                </a:ext>
              </a:extLst>
            </p:cNvPr>
            <p:cNvSpPr/>
            <p:nvPr/>
          </p:nvSpPr>
          <p:spPr>
            <a:xfrm>
              <a:off x="5768484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: abgerundete Ecken 82">
              <a:extLst>
                <a:ext uri="{FF2B5EF4-FFF2-40B4-BE49-F238E27FC236}">
                  <a16:creationId xmlns:a16="http://schemas.microsoft.com/office/drawing/2014/main" id="{5A41CEF4-3E41-43B2-34CD-A7DD9779D9B6}"/>
                </a:ext>
              </a:extLst>
            </p:cNvPr>
            <p:cNvSpPr/>
            <p:nvPr/>
          </p:nvSpPr>
          <p:spPr>
            <a:xfrm>
              <a:off x="5583139" y="3978320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" name="Rechteck: abgerundete Ecken 83">
              <a:extLst>
                <a:ext uri="{FF2B5EF4-FFF2-40B4-BE49-F238E27FC236}">
                  <a16:creationId xmlns:a16="http://schemas.microsoft.com/office/drawing/2014/main" id="{1ACF5FFF-B99C-43F3-3C01-7FC5E9188709}"/>
                </a:ext>
              </a:extLst>
            </p:cNvPr>
            <p:cNvSpPr/>
            <p:nvPr/>
          </p:nvSpPr>
          <p:spPr>
            <a:xfrm>
              <a:off x="5397794" y="3981398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21C34EC9-D48E-14CB-8A65-6880A11748F8}"/>
                </a:ext>
              </a:extLst>
            </p:cNvPr>
            <p:cNvSpPr txBox="1"/>
            <p:nvPr/>
          </p:nvSpPr>
          <p:spPr>
            <a:xfrm>
              <a:off x="6815192" y="4470212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24EA7EBF-F5D3-83D7-D200-D5FAC637625A}"/>
                </a:ext>
              </a:extLst>
            </p:cNvPr>
            <p:cNvSpPr txBox="1"/>
            <p:nvPr/>
          </p:nvSpPr>
          <p:spPr>
            <a:xfrm>
              <a:off x="6818437" y="4822929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512345E0-F710-1091-7876-39373E46925C}"/>
                </a:ext>
              </a:extLst>
            </p:cNvPr>
            <p:cNvSpPr txBox="1"/>
            <p:nvPr/>
          </p:nvSpPr>
          <p:spPr>
            <a:xfrm>
              <a:off x="6820011" y="4649820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2BE7ADA-8653-3666-4CED-1748626DABE6}"/>
                </a:ext>
              </a:extLst>
            </p:cNvPr>
            <p:cNvSpPr txBox="1"/>
            <p:nvPr/>
          </p:nvSpPr>
          <p:spPr>
            <a:xfrm>
              <a:off x="6823275" y="5002537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498B6AE5-503A-FCDA-62E1-4473297A3D9D}"/>
                </a:ext>
              </a:extLst>
            </p:cNvPr>
            <p:cNvSpPr txBox="1"/>
            <p:nvPr/>
          </p:nvSpPr>
          <p:spPr>
            <a:xfrm>
              <a:off x="6826341" y="14805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A1</a:t>
              </a:r>
            </a:p>
          </p:txBody>
        </p: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FB4EA179-B1D4-9949-4790-E83DF08E15D4}"/>
                </a:ext>
              </a:extLst>
            </p:cNvPr>
            <p:cNvSpPr txBox="1"/>
            <p:nvPr/>
          </p:nvSpPr>
          <p:spPr>
            <a:xfrm>
              <a:off x="6821269" y="16572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410FD23E-F843-110B-B666-0D9F2ED3CF37}"/>
                </a:ext>
              </a:extLst>
            </p:cNvPr>
            <p:cNvSpPr txBox="1"/>
            <p:nvPr/>
          </p:nvSpPr>
          <p:spPr>
            <a:xfrm>
              <a:off x="6823713" y="1833712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A2</a:t>
              </a:r>
            </a:p>
          </p:txBody>
        </p: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8188F653-02F9-3923-5CE5-559DC3FA76D3}"/>
                </a:ext>
              </a:extLst>
            </p:cNvPr>
            <p:cNvSpPr txBox="1"/>
            <p:nvPr/>
          </p:nvSpPr>
          <p:spPr>
            <a:xfrm>
              <a:off x="6818641" y="201653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0B923A87-2659-FD95-6724-A7A208165E3D}"/>
                </a:ext>
              </a:extLst>
            </p:cNvPr>
            <p:cNvSpPr txBox="1"/>
            <p:nvPr/>
          </p:nvSpPr>
          <p:spPr>
            <a:xfrm>
              <a:off x="6833919" y="224096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A3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31749FB1-3AEF-4527-1CC1-5829E9674C67}"/>
                </a:ext>
              </a:extLst>
            </p:cNvPr>
            <p:cNvSpPr txBox="1"/>
            <p:nvPr/>
          </p:nvSpPr>
          <p:spPr>
            <a:xfrm>
              <a:off x="6828847" y="241769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C98A2017-3C78-C9EC-02E7-8B49A6A5192A}"/>
                </a:ext>
              </a:extLst>
            </p:cNvPr>
            <p:cNvSpPr txBox="1"/>
            <p:nvPr/>
          </p:nvSpPr>
          <p:spPr>
            <a:xfrm>
              <a:off x="6831291" y="259414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A4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220E850A-136F-5B9D-D033-BD11C1CEF0B2}"/>
                </a:ext>
              </a:extLst>
            </p:cNvPr>
            <p:cNvSpPr txBox="1"/>
            <p:nvPr/>
          </p:nvSpPr>
          <p:spPr>
            <a:xfrm>
              <a:off x="6826219" y="277697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2EE0E480-46DF-0750-F7FA-7AECAD21602D}"/>
                </a:ext>
              </a:extLst>
            </p:cNvPr>
            <p:cNvSpPr txBox="1"/>
            <p:nvPr/>
          </p:nvSpPr>
          <p:spPr>
            <a:xfrm>
              <a:off x="6844876" y="29827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A5</a:t>
              </a:r>
            </a:p>
          </p:txBody>
        </p:sp>
        <p:sp>
          <p:nvSpPr>
            <p:cNvPr id="98" name="Textfeld 97">
              <a:extLst>
                <a:ext uri="{FF2B5EF4-FFF2-40B4-BE49-F238E27FC236}">
                  <a16:creationId xmlns:a16="http://schemas.microsoft.com/office/drawing/2014/main" id="{49DD44AF-2165-105D-EEEA-F9A0CA2A54F6}"/>
                </a:ext>
              </a:extLst>
            </p:cNvPr>
            <p:cNvSpPr txBox="1"/>
            <p:nvPr/>
          </p:nvSpPr>
          <p:spPr>
            <a:xfrm>
              <a:off x="6839804" y="315948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AAD43826-F1C8-F160-C1B8-F2C3880B0264}"/>
                </a:ext>
              </a:extLst>
            </p:cNvPr>
            <p:cNvSpPr txBox="1"/>
            <p:nvPr/>
          </p:nvSpPr>
          <p:spPr>
            <a:xfrm>
              <a:off x="6842248" y="3335944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A6</a:t>
              </a:r>
            </a:p>
          </p:txBody>
        </p:sp>
        <p:sp>
          <p:nvSpPr>
            <p:cNvPr id="100" name="Textfeld 99">
              <a:extLst>
                <a:ext uri="{FF2B5EF4-FFF2-40B4-BE49-F238E27FC236}">
                  <a16:creationId xmlns:a16="http://schemas.microsoft.com/office/drawing/2014/main" id="{F707C49A-E603-CF63-5244-82042DDCC4FC}"/>
                </a:ext>
              </a:extLst>
            </p:cNvPr>
            <p:cNvSpPr txBox="1"/>
            <p:nvPr/>
          </p:nvSpPr>
          <p:spPr>
            <a:xfrm>
              <a:off x="6837176" y="351876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69318C8B-42BC-06CD-2F41-56908063DFE1}"/>
                </a:ext>
              </a:extLst>
            </p:cNvPr>
            <p:cNvSpPr txBox="1"/>
            <p:nvPr/>
          </p:nvSpPr>
          <p:spPr>
            <a:xfrm>
              <a:off x="6849609" y="3721373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A7</a:t>
              </a:r>
            </a:p>
          </p:txBody>
        </p:sp>
        <p:sp>
          <p:nvSpPr>
            <p:cNvPr id="102" name="Textfeld 101">
              <a:extLst>
                <a:ext uri="{FF2B5EF4-FFF2-40B4-BE49-F238E27FC236}">
                  <a16:creationId xmlns:a16="http://schemas.microsoft.com/office/drawing/2014/main" id="{4DF8FBB9-D404-D800-F703-40A3A7834F6D}"/>
                </a:ext>
              </a:extLst>
            </p:cNvPr>
            <p:cNvSpPr txBox="1"/>
            <p:nvPr/>
          </p:nvSpPr>
          <p:spPr>
            <a:xfrm>
              <a:off x="6844537" y="389810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A572EA54-4FCF-C62B-DE49-75D338A10D33}"/>
                </a:ext>
              </a:extLst>
            </p:cNvPr>
            <p:cNvSpPr txBox="1"/>
            <p:nvPr/>
          </p:nvSpPr>
          <p:spPr>
            <a:xfrm>
              <a:off x="6846981" y="4074557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A8</a:t>
              </a:r>
            </a:p>
          </p:txBody>
        </p:sp>
        <p:sp>
          <p:nvSpPr>
            <p:cNvPr id="104" name="Textfeld 103">
              <a:extLst>
                <a:ext uri="{FF2B5EF4-FFF2-40B4-BE49-F238E27FC236}">
                  <a16:creationId xmlns:a16="http://schemas.microsoft.com/office/drawing/2014/main" id="{7AAB4665-0F39-D285-1789-206AFF802B75}"/>
                </a:ext>
              </a:extLst>
            </p:cNvPr>
            <p:cNvSpPr txBox="1"/>
            <p:nvPr/>
          </p:nvSpPr>
          <p:spPr>
            <a:xfrm>
              <a:off x="6841909" y="4257381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EBA4D3A-2CA6-FD5B-33B2-6AFE82A87A68}"/>
                </a:ext>
              </a:extLst>
            </p:cNvPr>
            <p:cNvSpPr txBox="1"/>
            <p:nvPr/>
          </p:nvSpPr>
          <p:spPr>
            <a:xfrm>
              <a:off x="3728159" y="4065827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6" name="Textfeld 105">
              <a:extLst>
                <a:ext uri="{FF2B5EF4-FFF2-40B4-BE49-F238E27FC236}">
                  <a16:creationId xmlns:a16="http://schemas.microsoft.com/office/drawing/2014/main" id="{52C1453C-4F06-00D8-5CEC-412D9708FE11}"/>
                </a:ext>
              </a:extLst>
            </p:cNvPr>
            <p:cNvSpPr txBox="1"/>
            <p:nvPr/>
          </p:nvSpPr>
          <p:spPr>
            <a:xfrm>
              <a:off x="3353056" y="4248651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M5-M8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D21E0863-F002-DD94-504A-212C5912EC5C}"/>
                </a:ext>
              </a:extLst>
            </p:cNvPr>
            <p:cNvSpPr txBox="1"/>
            <p:nvPr/>
          </p:nvSpPr>
          <p:spPr>
            <a:xfrm>
              <a:off x="3725964" y="2188773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1659B5F5-38AB-A6D6-7A2B-77E48CB3C053}"/>
                </a:ext>
              </a:extLst>
            </p:cNvPr>
            <p:cNvSpPr txBox="1"/>
            <p:nvPr/>
          </p:nvSpPr>
          <p:spPr>
            <a:xfrm>
              <a:off x="3350861" y="2371597"/>
              <a:ext cx="8515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M1-M4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CEB46B5A-9EF2-1F14-0F72-308B20D6EC8B}"/>
                </a:ext>
              </a:extLst>
            </p:cNvPr>
            <p:cNvSpPr txBox="1"/>
            <p:nvPr/>
          </p:nvSpPr>
          <p:spPr>
            <a:xfrm>
              <a:off x="3815439" y="447587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B66B1D6D-39E8-2F4F-EC9C-6CDF8B0D32C0}"/>
                </a:ext>
              </a:extLst>
            </p:cNvPr>
            <p:cNvSpPr txBox="1"/>
            <p:nvPr/>
          </p:nvSpPr>
          <p:spPr>
            <a:xfrm>
              <a:off x="3815439" y="465260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M7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AB820EC8-5BD6-782B-49CF-9F5D46AE936C}"/>
                </a:ext>
              </a:extLst>
            </p:cNvPr>
            <p:cNvSpPr txBox="1"/>
            <p:nvPr/>
          </p:nvSpPr>
          <p:spPr>
            <a:xfrm>
              <a:off x="3815439" y="48290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1" name="Textfeld 220">
              <a:extLst>
                <a:ext uri="{FF2B5EF4-FFF2-40B4-BE49-F238E27FC236}">
                  <a16:creationId xmlns:a16="http://schemas.microsoft.com/office/drawing/2014/main" id="{42A562B6-E0D0-DEA0-4CDD-2AD1AEE07630}"/>
                </a:ext>
              </a:extLst>
            </p:cNvPr>
            <p:cNvSpPr txBox="1"/>
            <p:nvPr/>
          </p:nvSpPr>
          <p:spPr>
            <a:xfrm>
              <a:off x="3815439" y="501188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M8</a:t>
              </a:r>
            </a:p>
          </p:txBody>
        </p:sp>
        <p:sp>
          <p:nvSpPr>
            <p:cNvPr id="222" name="Textfeld 221">
              <a:extLst>
                <a:ext uri="{FF2B5EF4-FFF2-40B4-BE49-F238E27FC236}">
                  <a16:creationId xmlns:a16="http://schemas.microsoft.com/office/drawing/2014/main" id="{CEE6CA36-0046-E8EB-D1B3-87146B85CB7E}"/>
                </a:ext>
              </a:extLst>
            </p:cNvPr>
            <p:cNvSpPr txBox="1"/>
            <p:nvPr/>
          </p:nvSpPr>
          <p:spPr>
            <a:xfrm>
              <a:off x="3812432" y="332316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3" name="Textfeld 222">
              <a:extLst>
                <a:ext uri="{FF2B5EF4-FFF2-40B4-BE49-F238E27FC236}">
                  <a16:creationId xmlns:a16="http://schemas.microsoft.com/office/drawing/2014/main" id="{FED55E28-AA78-BF67-933D-D1E433552DEB}"/>
                </a:ext>
              </a:extLst>
            </p:cNvPr>
            <p:cNvSpPr txBox="1"/>
            <p:nvPr/>
          </p:nvSpPr>
          <p:spPr>
            <a:xfrm>
              <a:off x="3812432" y="349988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M5</a:t>
              </a:r>
            </a:p>
          </p:txBody>
        </p:sp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49113305-4F17-9270-56B9-457FB870B5DD}"/>
                </a:ext>
              </a:extLst>
            </p:cNvPr>
            <p:cNvSpPr txBox="1"/>
            <p:nvPr/>
          </p:nvSpPr>
          <p:spPr>
            <a:xfrm>
              <a:off x="3812432" y="36763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0C87067F-A00B-C524-2572-52726915365F}"/>
                </a:ext>
              </a:extLst>
            </p:cNvPr>
            <p:cNvSpPr txBox="1"/>
            <p:nvPr/>
          </p:nvSpPr>
          <p:spPr>
            <a:xfrm>
              <a:off x="3812432" y="385916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M6</a:t>
              </a:r>
            </a:p>
          </p:txBody>
        </p:sp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E0D6CF20-E5CC-B7FC-4A5D-198A8C89AB41}"/>
                </a:ext>
              </a:extLst>
            </p:cNvPr>
            <p:cNvSpPr txBox="1"/>
            <p:nvPr/>
          </p:nvSpPr>
          <p:spPr>
            <a:xfrm>
              <a:off x="3807600" y="257191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8F29D85A-3E77-C410-01EF-562C85184460}"/>
                </a:ext>
              </a:extLst>
            </p:cNvPr>
            <p:cNvSpPr txBox="1"/>
            <p:nvPr/>
          </p:nvSpPr>
          <p:spPr>
            <a:xfrm>
              <a:off x="3807600" y="274864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228" name="Textfeld 227">
              <a:extLst>
                <a:ext uri="{FF2B5EF4-FFF2-40B4-BE49-F238E27FC236}">
                  <a16:creationId xmlns:a16="http://schemas.microsoft.com/office/drawing/2014/main" id="{102976CD-63C3-F23C-E596-242797128C44}"/>
                </a:ext>
              </a:extLst>
            </p:cNvPr>
            <p:cNvSpPr txBox="1"/>
            <p:nvPr/>
          </p:nvSpPr>
          <p:spPr>
            <a:xfrm>
              <a:off x="3807600" y="2925103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29" name="Textfeld 228">
              <a:extLst>
                <a:ext uri="{FF2B5EF4-FFF2-40B4-BE49-F238E27FC236}">
                  <a16:creationId xmlns:a16="http://schemas.microsoft.com/office/drawing/2014/main" id="{7F84E571-92E0-1E66-9E05-985A01CA4804}"/>
                </a:ext>
              </a:extLst>
            </p:cNvPr>
            <p:cNvSpPr txBox="1"/>
            <p:nvPr/>
          </p:nvSpPr>
          <p:spPr>
            <a:xfrm>
              <a:off x="3807600" y="310792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230" name="Textfeld 229">
              <a:extLst>
                <a:ext uri="{FF2B5EF4-FFF2-40B4-BE49-F238E27FC236}">
                  <a16:creationId xmlns:a16="http://schemas.microsoft.com/office/drawing/2014/main" id="{FE21B176-6B01-100E-DC16-69B309A327F7}"/>
                </a:ext>
              </a:extLst>
            </p:cNvPr>
            <p:cNvSpPr txBox="1"/>
            <p:nvPr/>
          </p:nvSpPr>
          <p:spPr>
            <a:xfrm>
              <a:off x="3806950" y="143991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1" name="Textfeld 230">
              <a:extLst>
                <a:ext uri="{FF2B5EF4-FFF2-40B4-BE49-F238E27FC236}">
                  <a16:creationId xmlns:a16="http://schemas.microsoft.com/office/drawing/2014/main" id="{E75FBFFF-18C7-6A6A-3B73-6EE5721BCB3A}"/>
                </a:ext>
              </a:extLst>
            </p:cNvPr>
            <p:cNvSpPr txBox="1"/>
            <p:nvPr/>
          </p:nvSpPr>
          <p:spPr>
            <a:xfrm>
              <a:off x="3806950" y="161664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77EDC76A-A4A1-0F55-4B05-96C957EA982A}"/>
                </a:ext>
              </a:extLst>
            </p:cNvPr>
            <p:cNvSpPr txBox="1"/>
            <p:nvPr/>
          </p:nvSpPr>
          <p:spPr>
            <a:xfrm>
              <a:off x="3806950" y="1793101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18F32C03-8361-F545-E1DA-6D8AAC5B2F71}"/>
                </a:ext>
              </a:extLst>
            </p:cNvPr>
            <p:cNvSpPr txBox="1"/>
            <p:nvPr/>
          </p:nvSpPr>
          <p:spPr>
            <a:xfrm>
              <a:off x="3806950" y="1975925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E5599878-E517-2BCB-AF5F-4EEAA9D257C6}"/>
                </a:ext>
              </a:extLst>
            </p:cNvPr>
            <p:cNvGrpSpPr/>
            <p:nvPr/>
          </p:nvGrpSpPr>
          <p:grpSpPr>
            <a:xfrm rot="16200000">
              <a:off x="4246693" y="5692464"/>
              <a:ext cx="476413" cy="459823"/>
              <a:chOff x="2996598" y="4901174"/>
              <a:chExt cx="476413" cy="459823"/>
            </a:xfrm>
          </p:grpSpPr>
          <p:sp>
            <p:nvSpPr>
              <p:cNvPr id="260" name="Textfeld 259">
                <a:extLst>
                  <a:ext uri="{FF2B5EF4-FFF2-40B4-BE49-F238E27FC236}">
                    <a16:creationId xmlns:a16="http://schemas.microsoft.com/office/drawing/2014/main" id="{88007697-FA3B-B458-3F0A-3F5DD9DDCD80}"/>
                  </a:ext>
                </a:extLst>
              </p:cNvPr>
              <p:cNvSpPr txBox="1"/>
              <p:nvPr/>
            </p:nvSpPr>
            <p:spPr>
              <a:xfrm>
                <a:off x="2996598" y="4901174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261" name="Textfeld 260">
                <a:extLst>
                  <a:ext uri="{FF2B5EF4-FFF2-40B4-BE49-F238E27FC236}">
                    <a16:creationId xmlns:a16="http://schemas.microsoft.com/office/drawing/2014/main" id="{E902A9BD-F57A-F617-F3F7-CD5472DE427D}"/>
                  </a:ext>
                </a:extLst>
              </p:cNvPr>
              <p:cNvSpPr txBox="1"/>
              <p:nvPr/>
            </p:nvSpPr>
            <p:spPr>
              <a:xfrm>
                <a:off x="3123235" y="508399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</p:grpSp>
        <p:grpSp>
          <p:nvGrpSpPr>
            <p:cNvPr id="235" name="Gruppieren 234">
              <a:extLst>
                <a:ext uri="{FF2B5EF4-FFF2-40B4-BE49-F238E27FC236}">
                  <a16:creationId xmlns:a16="http://schemas.microsoft.com/office/drawing/2014/main" id="{200C1B55-454F-D4E0-CB52-0E743C60CEB5}"/>
                </a:ext>
              </a:extLst>
            </p:cNvPr>
            <p:cNvGrpSpPr/>
            <p:nvPr/>
          </p:nvGrpSpPr>
          <p:grpSpPr>
            <a:xfrm>
              <a:off x="5223139" y="6331851"/>
              <a:ext cx="720000" cy="180000"/>
              <a:chOff x="7869855" y="3395684"/>
              <a:chExt cx="720000" cy="180000"/>
            </a:xfrm>
          </p:grpSpPr>
          <p:sp>
            <p:nvSpPr>
              <p:cNvPr id="255" name="Rechteck 254">
                <a:extLst>
                  <a:ext uri="{FF2B5EF4-FFF2-40B4-BE49-F238E27FC236}">
                    <a16:creationId xmlns:a16="http://schemas.microsoft.com/office/drawing/2014/main" id="{3FD65DF0-D82D-8753-70AA-932FE561D385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6" name="Rechteck 255">
                <a:extLst>
                  <a:ext uri="{FF2B5EF4-FFF2-40B4-BE49-F238E27FC236}">
                    <a16:creationId xmlns:a16="http://schemas.microsoft.com/office/drawing/2014/main" id="{62241A3A-4D5E-1660-4990-ACA097B3F68F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7" name="Rechteck 256">
                <a:extLst>
                  <a:ext uri="{FF2B5EF4-FFF2-40B4-BE49-F238E27FC236}">
                    <a16:creationId xmlns:a16="http://schemas.microsoft.com/office/drawing/2014/main" id="{9BCD1046-E64D-7A18-B1C0-89E06D9BD0E2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8" name="Rechteck 257">
                <a:extLst>
                  <a:ext uri="{FF2B5EF4-FFF2-40B4-BE49-F238E27FC236}">
                    <a16:creationId xmlns:a16="http://schemas.microsoft.com/office/drawing/2014/main" id="{74A9C202-19FA-71E6-A7CD-100A94EC3284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12497BEA-8015-27FB-7C96-4ABF81F04281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36" name="Textfeld 235">
              <a:extLst>
                <a:ext uri="{FF2B5EF4-FFF2-40B4-BE49-F238E27FC236}">
                  <a16:creationId xmlns:a16="http://schemas.microsoft.com/office/drawing/2014/main" id="{1E5358CE-A237-86AD-28F7-D4873DD828AB}"/>
                </a:ext>
              </a:extLst>
            </p:cNvPr>
            <p:cNvSpPr txBox="1"/>
            <p:nvPr/>
          </p:nvSpPr>
          <p:spPr>
            <a:xfrm rot="16200000">
              <a:off x="5046249" y="599570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37" name="Textfeld 236">
              <a:extLst>
                <a:ext uri="{FF2B5EF4-FFF2-40B4-BE49-F238E27FC236}">
                  <a16:creationId xmlns:a16="http://schemas.microsoft.com/office/drawing/2014/main" id="{7B118F24-52E8-050A-38A1-CB0F3F1BF863}"/>
                </a:ext>
              </a:extLst>
            </p:cNvPr>
            <p:cNvSpPr txBox="1"/>
            <p:nvPr/>
          </p:nvSpPr>
          <p:spPr>
            <a:xfrm rot="16200000">
              <a:off x="5278279" y="60079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4A49896B-291B-1828-662B-C909173AA73E}"/>
                </a:ext>
              </a:extLst>
            </p:cNvPr>
            <p:cNvSpPr txBox="1"/>
            <p:nvPr/>
          </p:nvSpPr>
          <p:spPr>
            <a:xfrm rot="16200000">
              <a:off x="5447471" y="6001804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239" name="Textfeld 238">
              <a:extLst>
                <a:ext uri="{FF2B5EF4-FFF2-40B4-BE49-F238E27FC236}">
                  <a16:creationId xmlns:a16="http://schemas.microsoft.com/office/drawing/2014/main" id="{81EE2F97-DA0C-3D00-389A-7CA298E967F2}"/>
                </a:ext>
              </a:extLst>
            </p:cNvPr>
            <p:cNvSpPr txBox="1"/>
            <p:nvPr/>
          </p:nvSpPr>
          <p:spPr>
            <a:xfrm rot="16200000">
              <a:off x="5617566" y="5989580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068C5FA0-B5FF-983E-F2C3-3AE7FE9C77BE}"/>
                </a:ext>
              </a:extLst>
            </p:cNvPr>
            <p:cNvSpPr txBox="1"/>
            <p:nvPr/>
          </p:nvSpPr>
          <p:spPr>
            <a:xfrm>
              <a:off x="4466734" y="627920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  <p:grpSp>
          <p:nvGrpSpPr>
            <p:cNvPr id="241" name="Gruppieren 240">
              <a:extLst>
                <a:ext uri="{FF2B5EF4-FFF2-40B4-BE49-F238E27FC236}">
                  <a16:creationId xmlns:a16="http://schemas.microsoft.com/office/drawing/2014/main" id="{088D9324-D931-72D7-59DC-3D5268C53CDF}"/>
                </a:ext>
              </a:extLst>
            </p:cNvPr>
            <p:cNvGrpSpPr/>
            <p:nvPr/>
          </p:nvGrpSpPr>
          <p:grpSpPr>
            <a:xfrm rot="10800000">
              <a:off x="6431630" y="4517292"/>
              <a:ext cx="433247" cy="720140"/>
              <a:chOff x="7462666" y="2009937"/>
              <a:chExt cx="433247" cy="720140"/>
            </a:xfrm>
          </p:grpSpPr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0E5BEE4E-0E1A-3391-9DAD-144CA91549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3" name="Ellipse 242">
                <a:extLst>
                  <a:ext uri="{FF2B5EF4-FFF2-40B4-BE49-F238E27FC236}">
                    <a16:creationId xmlns:a16="http://schemas.microsoft.com/office/drawing/2014/main" id="{69D6AE97-A9D5-E50A-DE4B-D137EE0954DC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4" name="Ellipse 243">
                <a:extLst>
                  <a:ext uri="{FF2B5EF4-FFF2-40B4-BE49-F238E27FC236}">
                    <a16:creationId xmlns:a16="http://schemas.microsoft.com/office/drawing/2014/main" id="{A66823DB-955F-9036-AC49-C197F9166E7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5" name="Ellipse 244">
                <a:extLst>
                  <a:ext uri="{FF2B5EF4-FFF2-40B4-BE49-F238E27FC236}">
                    <a16:creationId xmlns:a16="http://schemas.microsoft.com/office/drawing/2014/main" id="{A32B1B99-4427-94F6-4F2B-72D9449B07D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6" name="Ellipse 245">
                <a:extLst>
                  <a:ext uri="{FF2B5EF4-FFF2-40B4-BE49-F238E27FC236}">
                    <a16:creationId xmlns:a16="http://schemas.microsoft.com/office/drawing/2014/main" id="{95F4DE74-6C5A-33D5-6091-55E9D1F804A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7" name="Rechteck 246">
                <a:extLst>
                  <a:ext uri="{FF2B5EF4-FFF2-40B4-BE49-F238E27FC236}">
                    <a16:creationId xmlns:a16="http://schemas.microsoft.com/office/drawing/2014/main" id="{E145DFDA-51D1-0AD5-7EE6-EB07F4ED8EEF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8" name="Rechteck 247">
                <a:extLst>
                  <a:ext uri="{FF2B5EF4-FFF2-40B4-BE49-F238E27FC236}">
                    <a16:creationId xmlns:a16="http://schemas.microsoft.com/office/drawing/2014/main" id="{C098DC84-C5BE-E1BF-51C2-6C4F7B24808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49" name="Rechteck 248">
                <a:extLst>
                  <a:ext uri="{FF2B5EF4-FFF2-40B4-BE49-F238E27FC236}">
                    <a16:creationId xmlns:a16="http://schemas.microsoft.com/office/drawing/2014/main" id="{C1C572AF-4ACF-41EA-8BC0-B279543B5330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50" name="Rechteck 249">
                <a:extLst>
                  <a:ext uri="{FF2B5EF4-FFF2-40B4-BE49-F238E27FC236}">
                    <a16:creationId xmlns:a16="http://schemas.microsoft.com/office/drawing/2014/main" id="{B5D30218-45A5-E7B3-8A9D-5FD80F02A3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251" name="Gerader Verbinder 250">
                <a:extLst>
                  <a:ext uri="{FF2B5EF4-FFF2-40B4-BE49-F238E27FC236}">
                    <a16:creationId xmlns:a16="http://schemas.microsoft.com/office/drawing/2014/main" id="{2752CF2B-AD53-6971-C405-7B67E31C5A7E}"/>
                  </a:ext>
                </a:extLst>
              </p:cNvPr>
              <p:cNvCxnSpPr>
                <a:stCxn id="243" idx="3"/>
                <a:endCxn id="243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Gerader Verbinder 251">
                <a:extLst>
                  <a:ext uri="{FF2B5EF4-FFF2-40B4-BE49-F238E27FC236}">
                    <a16:creationId xmlns:a16="http://schemas.microsoft.com/office/drawing/2014/main" id="{1FC64350-A5DE-0433-9EF9-C7699F9BEA51}"/>
                  </a:ext>
                </a:extLst>
              </p:cNvPr>
              <p:cNvCxnSpPr>
                <a:cxnSpLocks/>
                <a:stCxn id="244" idx="1"/>
                <a:endCxn id="244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Gerader Verbinder 252">
                <a:extLst>
                  <a:ext uri="{FF2B5EF4-FFF2-40B4-BE49-F238E27FC236}">
                    <a16:creationId xmlns:a16="http://schemas.microsoft.com/office/drawing/2014/main" id="{2DA7DDAF-B2CF-0B25-6B87-9FFBC5BCBA27}"/>
                  </a:ext>
                </a:extLst>
              </p:cNvPr>
              <p:cNvCxnSpPr>
                <a:cxnSpLocks/>
                <a:stCxn id="245" idx="2"/>
                <a:endCxn id="245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Gerader Verbinder 253">
                <a:extLst>
                  <a:ext uri="{FF2B5EF4-FFF2-40B4-BE49-F238E27FC236}">
                    <a16:creationId xmlns:a16="http://schemas.microsoft.com/office/drawing/2014/main" id="{9FE83AD0-9509-F089-443B-2A329306B96E}"/>
                  </a:ext>
                </a:extLst>
              </p:cNvPr>
              <p:cNvCxnSpPr>
                <a:cxnSpLocks/>
                <a:stCxn id="246" idx="4"/>
                <a:endCxn id="246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74" name="Gruppieren 373">
            <a:extLst>
              <a:ext uri="{FF2B5EF4-FFF2-40B4-BE49-F238E27FC236}">
                <a16:creationId xmlns:a16="http://schemas.microsoft.com/office/drawing/2014/main" id="{E8683797-1AEA-F5E1-1A62-51A571DB95B3}"/>
              </a:ext>
            </a:extLst>
          </p:cNvPr>
          <p:cNvGrpSpPr/>
          <p:nvPr/>
        </p:nvGrpSpPr>
        <p:grpSpPr>
          <a:xfrm>
            <a:off x="9076944" y="725459"/>
            <a:ext cx="2267167" cy="2838433"/>
            <a:chOff x="9076944" y="725459"/>
            <a:chExt cx="2267167" cy="2838433"/>
          </a:xfrm>
        </p:grpSpPr>
        <p:sp>
          <p:nvSpPr>
            <p:cNvPr id="375" name="Rechteck 374">
              <a:extLst>
                <a:ext uri="{FF2B5EF4-FFF2-40B4-BE49-F238E27FC236}">
                  <a16:creationId xmlns:a16="http://schemas.microsoft.com/office/drawing/2014/main" id="{89B120CA-1676-F2F2-4594-A111459DC7E4}"/>
                </a:ext>
              </a:extLst>
            </p:cNvPr>
            <p:cNvSpPr/>
            <p:nvPr/>
          </p:nvSpPr>
          <p:spPr>
            <a:xfrm>
              <a:off x="9076944" y="725459"/>
              <a:ext cx="1650997" cy="2838433"/>
            </a:xfrm>
            <a:prstGeom prst="rect">
              <a:avLst/>
            </a:prstGeom>
            <a:solidFill>
              <a:schemeClr val="bg1">
                <a:lumMod val="65000"/>
                <a:alpha val="7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6" name="Gruppieren 375">
              <a:extLst>
                <a:ext uri="{FF2B5EF4-FFF2-40B4-BE49-F238E27FC236}">
                  <a16:creationId xmlns:a16="http://schemas.microsoft.com/office/drawing/2014/main" id="{01F0863C-E8E3-EE45-00F2-82240800D197}"/>
                </a:ext>
              </a:extLst>
            </p:cNvPr>
            <p:cNvGrpSpPr/>
            <p:nvPr/>
          </p:nvGrpSpPr>
          <p:grpSpPr>
            <a:xfrm rot="10800000">
              <a:off x="10289934" y="1717601"/>
              <a:ext cx="433247" cy="720140"/>
              <a:chOff x="7462666" y="2009937"/>
              <a:chExt cx="433247" cy="720140"/>
            </a:xfrm>
          </p:grpSpPr>
          <p:sp>
            <p:nvSpPr>
              <p:cNvPr id="408" name="Rechteck 407">
                <a:extLst>
                  <a:ext uri="{FF2B5EF4-FFF2-40B4-BE49-F238E27FC236}">
                    <a16:creationId xmlns:a16="http://schemas.microsoft.com/office/drawing/2014/main" id="{968BA812-1F59-CD1A-395F-F5E6F09AF69F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9" name="Ellipse 408">
                <a:extLst>
                  <a:ext uri="{FF2B5EF4-FFF2-40B4-BE49-F238E27FC236}">
                    <a16:creationId xmlns:a16="http://schemas.microsoft.com/office/drawing/2014/main" id="{05E32E2D-F1CA-B8EC-ED79-A175D3A8DC20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140EEA2B-EC3E-B84A-9F27-AA5658B37B6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CD10B934-F376-2816-B16A-788A041328EB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879AB258-CE1A-84E0-E59B-5B5EF43EC162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Rechteck 412">
                <a:extLst>
                  <a:ext uri="{FF2B5EF4-FFF2-40B4-BE49-F238E27FC236}">
                    <a16:creationId xmlns:a16="http://schemas.microsoft.com/office/drawing/2014/main" id="{ECACCBC1-0FCF-27ED-BB36-12380139085C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6E6331FD-AFE8-56EB-F739-148161DA734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77AC8E05-01AC-9497-8377-3B6FF52DFE9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03389299-81B0-C977-15BA-3592AB7F91AC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7" name="Gerader Verbinder 416">
                <a:extLst>
                  <a:ext uri="{FF2B5EF4-FFF2-40B4-BE49-F238E27FC236}">
                    <a16:creationId xmlns:a16="http://schemas.microsoft.com/office/drawing/2014/main" id="{C9FB3E80-30D2-0CE5-0643-0B7C24F6699E}"/>
                  </a:ext>
                </a:extLst>
              </p:cNvPr>
              <p:cNvCxnSpPr>
                <a:cxnSpLocks/>
                <a:stCxn id="409" idx="3"/>
                <a:endCxn id="409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BF8637EA-57C2-312A-B0FF-5D3C3B4E6188}"/>
                  </a:ext>
                </a:extLst>
              </p:cNvPr>
              <p:cNvCxnSpPr>
                <a:cxnSpLocks/>
                <a:stCxn id="410" idx="1"/>
                <a:endCxn id="410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792C4197-0AA0-11EE-13BC-6474E738E7D6}"/>
                  </a:ext>
                </a:extLst>
              </p:cNvPr>
              <p:cNvCxnSpPr>
                <a:cxnSpLocks/>
                <a:stCxn id="411" idx="2"/>
                <a:endCxn id="411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182E24E9-338A-26E3-B113-0E7F019749D6}"/>
                  </a:ext>
                </a:extLst>
              </p:cNvPr>
              <p:cNvCxnSpPr>
                <a:cxnSpLocks/>
                <a:stCxn id="412" idx="4"/>
                <a:endCxn id="412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uppieren 376">
              <a:extLst>
                <a:ext uri="{FF2B5EF4-FFF2-40B4-BE49-F238E27FC236}">
                  <a16:creationId xmlns:a16="http://schemas.microsoft.com/office/drawing/2014/main" id="{F42E7F65-32C4-D2F9-BA46-DDEA8651D690}"/>
                </a:ext>
              </a:extLst>
            </p:cNvPr>
            <p:cNvGrpSpPr/>
            <p:nvPr/>
          </p:nvGrpSpPr>
          <p:grpSpPr>
            <a:xfrm rot="16200000">
              <a:off x="9941677" y="2057422"/>
              <a:ext cx="359745" cy="180000"/>
              <a:chOff x="7869855" y="3898992"/>
              <a:chExt cx="359745" cy="180000"/>
            </a:xfrm>
          </p:grpSpPr>
          <p:sp>
            <p:nvSpPr>
              <p:cNvPr id="405" name="Rechteck 404">
                <a:extLst>
                  <a:ext uri="{FF2B5EF4-FFF2-40B4-BE49-F238E27FC236}">
                    <a16:creationId xmlns:a16="http://schemas.microsoft.com/office/drawing/2014/main" id="{8AA43517-DC8F-8B54-B336-4E7418903CFD}"/>
                  </a:ext>
                </a:extLst>
              </p:cNvPr>
              <p:cNvSpPr/>
              <p:nvPr/>
            </p:nvSpPr>
            <p:spPr>
              <a:xfrm>
                <a:off x="7869855" y="3898992"/>
                <a:ext cx="359745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6" name="Rechteck 405">
                <a:extLst>
                  <a:ext uri="{FF2B5EF4-FFF2-40B4-BE49-F238E27FC236}">
                    <a16:creationId xmlns:a16="http://schemas.microsoft.com/office/drawing/2014/main" id="{FCE6A311-CAB0-84F9-5545-2FA492805AE0}"/>
                  </a:ext>
                </a:extLst>
              </p:cNvPr>
              <p:cNvSpPr/>
              <p:nvPr/>
            </p:nvSpPr>
            <p:spPr>
              <a:xfrm>
                <a:off x="7914640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7" name="Rechteck 406">
                <a:extLst>
                  <a:ext uri="{FF2B5EF4-FFF2-40B4-BE49-F238E27FC236}">
                    <a16:creationId xmlns:a16="http://schemas.microsoft.com/office/drawing/2014/main" id="{42B3624E-8BED-8A59-4D08-BDD1DC64AD5B}"/>
                  </a:ext>
                </a:extLst>
              </p:cNvPr>
              <p:cNvSpPr/>
              <p:nvPr/>
            </p:nvSpPr>
            <p:spPr>
              <a:xfrm>
                <a:off x="8094238" y="392989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78" name="Textfeld 377">
              <a:extLst>
                <a:ext uri="{FF2B5EF4-FFF2-40B4-BE49-F238E27FC236}">
                  <a16:creationId xmlns:a16="http://schemas.microsoft.com/office/drawing/2014/main" id="{F81C23AE-6EF7-76BF-0296-37EA9A92CDE7}"/>
                </a:ext>
              </a:extLst>
            </p:cNvPr>
            <p:cNvSpPr txBox="1"/>
            <p:nvPr/>
          </p:nvSpPr>
          <p:spPr>
            <a:xfrm>
              <a:off x="10688611" y="2211663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79" name="Textfeld 378">
              <a:extLst>
                <a:ext uri="{FF2B5EF4-FFF2-40B4-BE49-F238E27FC236}">
                  <a16:creationId xmlns:a16="http://schemas.microsoft.com/office/drawing/2014/main" id="{CFC922F3-E63F-B717-449F-F405C5E10747}"/>
                </a:ext>
              </a:extLst>
            </p:cNvPr>
            <p:cNvSpPr txBox="1"/>
            <p:nvPr/>
          </p:nvSpPr>
          <p:spPr>
            <a:xfrm>
              <a:off x="10682199" y="168098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0" name="Textfeld 379">
              <a:extLst>
                <a:ext uri="{FF2B5EF4-FFF2-40B4-BE49-F238E27FC236}">
                  <a16:creationId xmlns:a16="http://schemas.microsoft.com/office/drawing/2014/main" id="{51B75F3E-0DF4-437A-66BE-DEBBA9A9B2DC}"/>
                </a:ext>
              </a:extLst>
            </p:cNvPr>
            <p:cNvSpPr txBox="1"/>
            <p:nvPr/>
          </p:nvSpPr>
          <p:spPr>
            <a:xfrm>
              <a:off x="10688611" y="1857442"/>
              <a:ext cx="6555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RS485B</a:t>
              </a:r>
            </a:p>
          </p:txBody>
        </p:sp>
        <p:sp>
          <p:nvSpPr>
            <p:cNvPr id="381" name="Textfeld 380">
              <a:extLst>
                <a:ext uri="{FF2B5EF4-FFF2-40B4-BE49-F238E27FC236}">
                  <a16:creationId xmlns:a16="http://schemas.microsoft.com/office/drawing/2014/main" id="{38D961CF-AB44-98E9-3838-D25919794537}"/>
                </a:ext>
              </a:extLst>
            </p:cNvPr>
            <p:cNvSpPr txBox="1"/>
            <p:nvPr/>
          </p:nvSpPr>
          <p:spPr>
            <a:xfrm>
              <a:off x="10682199" y="2040266"/>
              <a:ext cx="6619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RS485A</a:t>
              </a:r>
            </a:p>
          </p:txBody>
        </p:sp>
        <p:sp>
          <p:nvSpPr>
            <p:cNvPr id="382" name="Textfeld 381">
              <a:extLst>
                <a:ext uri="{FF2B5EF4-FFF2-40B4-BE49-F238E27FC236}">
                  <a16:creationId xmlns:a16="http://schemas.microsoft.com/office/drawing/2014/main" id="{FC8C7F8D-6FF2-7992-0071-5E1A7E98711F}"/>
                </a:ext>
              </a:extLst>
            </p:cNvPr>
            <p:cNvSpPr txBox="1"/>
            <p:nvPr/>
          </p:nvSpPr>
          <p:spPr>
            <a:xfrm>
              <a:off x="10682199" y="24235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grpSp>
          <p:nvGrpSpPr>
            <p:cNvPr id="383" name="Gruppieren 382">
              <a:extLst>
                <a:ext uri="{FF2B5EF4-FFF2-40B4-BE49-F238E27FC236}">
                  <a16:creationId xmlns:a16="http://schemas.microsoft.com/office/drawing/2014/main" id="{40B5C40B-3208-7FDD-357B-E7662E8FEDA4}"/>
                </a:ext>
              </a:extLst>
            </p:cNvPr>
            <p:cNvGrpSpPr/>
            <p:nvPr/>
          </p:nvGrpSpPr>
          <p:grpSpPr>
            <a:xfrm>
              <a:off x="9162394" y="2826856"/>
              <a:ext cx="1508654" cy="529887"/>
              <a:chOff x="5585559" y="992874"/>
              <a:chExt cx="1508654" cy="529887"/>
            </a:xfrm>
          </p:grpSpPr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C69DF3CB-E4B6-0CE2-7EE3-4F05E2416FC9}"/>
                  </a:ext>
                </a:extLst>
              </p:cNvPr>
              <p:cNvSpPr/>
              <p:nvPr/>
            </p:nvSpPr>
            <p:spPr>
              <a:xfrm>
                <a:off x="6251530" y="1240202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Ellipse 399">
                <a:extLst>
                  <a:ext uri="{FF2B5EF4-FFF2-40B4-BE49-F238E27FC236}">
                    <a16:creationId xmlns:a16="http://schemas.microsoft.com/office/drawing/2014/main" id="{92BC73D2-8780-08F1-B7A9-063BB292F4CD}"/>
                  </a:ext>
                </a:extLst>
              </p:cNvPr>
              <p:cNvSpPr/>
              <p:nvPr/>
            </p:nvSpPr>
            <p:spPr>
              <a:xfrm>
                <a:off x="5660485" y="115020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1" name="Ellipse 400">
                <a:extLst>
                  <a:ext uri="{FF2B5EF4-FFF2-40B4-BE49-F238E27FC236}">
                    <a16:creationId xmlns:a16="http://schemas.microsoft.com/office/drawing/2014/main" id="{79D7066A-5761-9E47-3582-8451A83DEE6D}"/>
                  </a:ext>
                </a:extLst>
              </p:cNvPr>
              <p:cNvSpPr/>
              <p:nvPr/>
            </p:nvSpPr>
            <p:spPr>
              <a:xfrm>
                <a:off x="6662575" y="116276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2" name="Textfeld 401">
                <a:extLst>
                  <a:ext uri="{FF2B5EF4-FFF2-40B4-BE49-F238E27FC236}">
                    <a16:creationId xmlns:a16="http://schemas.microsoft.com/office/drawing/2014/main" id="{BED1A475-6248-0102-6A9A-AC086614868F}"/>
                  </a:ext>
                </a:extLst>
              </p:cNvPr>
              <p:cNvSpPr txBox="1"/>
              <p:nvPr/>
            </p:nvSpPr>
            <p:spPr>
              <a:xfrm>
                <a:off x="6063722" y="992874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403" name="Textfeld 402">
                <a:extLst>
                  <a:ext uri="{FF2B5EF4-FFF2-40B4-BE49-F238E27FC236}">
                    <a16:creationId xmlns:a16="http://schemas.microsoft.com/office/drawing/2014/main" id="{79781F85-01A0-C21F-EA3C-B1A73C04A9E1}"/>
                  </a:ext>
                </a:extLst>
              </p:cNvPr>
              <p:cNvSpPr txBox="1"/>
              <p:nvPr/>
            </p:nvSpPr>
            <p:spPr>
              <a:xfrm>
                <a:off x="6596961" y="120389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404" name="Textfeld 403">
                <a:extLst>
                  <a:ext uri="{FF2B5EF4-FFF2-40B4-BE49-F238E27FC236}">
                    <a16:creationId xmlns:a16="http://schemas.microsoft.com/office/drawing/2014/main" id="{9344742F-5391-7466-6AD4-C342F2714DE8}"/>
                  </a:ext>
                </a:extLst>
              </p:cNvPr>
              <p:cNvSpPr txBox="1"/>
              <p:nvPr/>
            </p:nvSpPr>
            <p:spPr>
              <a:xfrm>
                <a:off x="5585559" y="119740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384" name="Textfeld 383">
              <a:extLst>
                <a:ext uri="{FF2B5EF4-FFF2-40B4-BE49-F238E27FC236}">
                  <a16:creationId xmlns:a16="http://schemas.microsoft.com/office/drawing/2014/main" id="{A5428096-E95F-F875-DC02-A060DB24E548}"/>
                </a:ext>
              </a:extLst>
            </p:cNvPr>
            <p:cNvSpPr txBox="1"/>
            <p:nvPr/>
          </p:nvSpPr>
          <p:spPr>
            <a:xfrm rot="16200000">
              <a:off x="9650329" y="2012659"/>
              <a:ext cx="5721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RS485</a:t>
              </a:r>
            </a:p>
          </p:txBody>
        </p:sp>
        <p:sp>
          <p:nvSpPr>
            <p:cNvPr id="385" name="Rechteck: abgerundete Ecken 384">
              <a:extLst>
                <a:ext uri="{FF2B5EF4-FFF2-40B4-BE49-F238E27FC236}">
                  <a16:creationId xmlns:a16="http://schemas.microsoft.com/office/drawing/2014/main" id="{3500D91C-B8BE-14E1-AE56-DBFD9BDA3C57}"/>
                </a:ext>
              </a:extLst>
            </p:cNvPr>
            <p:cNvSpPr/>
            <p:nvPr/>
          </p:nvSpPr>
          <p:spPr>
            <a:xfrm>
              <a:off x="9623217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6" name="Rechteck: abgerundete Ecken 385">
              <a:extLst>
                <a:ext uri="{FF2B5EF4-FFF2-40B4-BE49-F238E27FC236}">
                  <a16:creationId xmlns:a16="http://schemas.microsoft.com/office/drawing/2014/main" id="{105DA5DB-0C31-9DD9-B8E9-8C7AA9147031}"/>
                </a:ext>
              </a:extLst>
            </p:cNvPr>
            <p:cNvSpPr/>
            <p:nvPr/>
          </p:nvSpPr>
          <p:spPr>
            <a:xfrm>
              <a:off x="9437873" y="863494"/>
              <a:ext cx="90000" cy="162000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87" name="Gruppieren 386">
              <a:extLst>
                <a:ext uri="{FF2B5EF4-FFF2-40B4-BE49-F238E27FC236}">
                  <a16:creationId xmlns:a16="http://schemas.microsoft.com/office/drawing/2014/main" id="{AA4D2B2E-5819-93D2-1EEE-E74B3DAE2081}"/>
                </a:ext>
              </a:extLst>
            </p:cNvPr>
            <p:cNvGrpSpPr/>
            <p:nvPr/>
          </p:nvGrpSpPr>
          <p:grpSpPr>
            <a:xfrm>
              <a:off x="10275371" y="863273"/>
              <a:ext cx="521306" cy="576000"/>
              <a:chOff x="5522556" y="3472601"/>
              <a:chExt cx="521306" cy="576000"/>
            </a:xfrm>
          </p:grpSpPr>
          <p:sp>
            <p:nvSpPr>
              <p:cNvPr id="397" name="Rechteck: abgerundete Ecken 396">
                <a:extLst>
                  <a:ext uri="{FF2B5EF4-FFF2-40B4-BE49-F238E27FC236}">
                    <a16:creationId xmlns:a16="http://schemas.microsoft.com/office/drawing/2014/main" id="{077188C5-357E-AC57-0C79-75B5786106BA}"/>
                  </a:ext>
                </a:extLst>
              </p:cNvPr>
              <p:cNvSpPr/>
              <p:nvPr/>
            </p:nvSpPr>
            <p:spPr>
              <a:xfrm>
                <a:off x="5522556" y="3472601"/>
                <a:ext cx="521305" cy="576000"/>
              </a:xfrm>
              <a:prstGeom prst="roundRect">
                <a:avLst/>
              </a:prstGeom>
              <a:solidFill>
                <a:srgbClr val="7671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Textfeld 397">
                <a:extLst>
                  <a:ext uri="{FF2B5EF4-FFF2-40B4-BE49-F238E27FC236}">
                    <a16:creationId xmlns:a16="http://schemas.microsoft.com/office/drawing/2014/main" id="{E3551B2C-501D-3F2C-83BE-00CD73DDA195}"/>
                  </a:ext>
                </a:extLst>
              </p:cNvPr>
              <p:cNvSpPr txBox="1"/>
              <p:nvPr/>
            </p:nvSpPr>
            <p:spPr>
              <a:xfrm>
                <a:off x="5533134" y="3622102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388" name="Gruppieren 387">
              <a:extLst>
                <a:ext uri="{FF2B5EF4-FFF2-40B4-BE49-F238E27FC236}">
                  <a16:creationId xmlns:a16="http://schemas.microsoft.com/office/drawing/2014/main" id="{0D2B845F-157D-B0F5-7D20-9F971BFC0B4F}"/>
                </a:ext>
              </a:extLst>
            </p:cNvPr>
            <p:cNvGrpSpPr/>
            <p:nvPr/>
          </p:nvGrpSpPr>
          <p:grpSpPr>
            <a:xfrm rot="10800000">
              <a:off x="10293953" y="2479609"/>
              <a:ext cx="433247" cy="360620"/>
              <a:chOff x="8238632" y="1988930"/>
              <a:chExt cx="433247" cy="360620"/>
            </a:xfrm>
          </p:grpSpPr>
          <p:sp>
            <p:nvSpPr>
              <p:cNvPr id="392" name="Rechteck 391">
                <a:extLst>
                  <a:ext uri="{FF2B5EF4-FFF2-40B4-BE49-F238E27FC236}">
                    <a16:creationId xmlns:a16="http://schemas.microsoft.com/office/drawing/2014/main" id="{B83CFA86-6E78-C755-834F-F4F98C0AB410}"/>
                  </a:ext>
                </a:extLst>
              </p:cNvPr>
              <p:cNvSpPr/>
              <p:nvPr/>
            </p:nvSpPr>
            <p:spPr>
              <a:xfrm>
                <a:off x="8239879" y="1988930"/>
                <a:ext cx="432000" cy="36007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3" name="Ellipse 392">
                <a:extLst>
                  <a:ext uri="{FF2B5EF4-FFF2-40B4-BE49-F238E27FC236}">
                    <a16:creationId xmlns:a16="http://schemas.microsoft.com/office/drawing/2014/main" id="{30B4D178-BC65-A18A-EDBB-20B76081F3E6}"/>
                  </a:ext>
                </a:extLst>
              </p:cNvPr>
              <p:cNvSpPr/>
              <p:nvPr/>
            </p:nvSpPr>
            <p:spPr>
              <a:xfrm>
                <a:off x="8425789" y="2007818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4" name="Ellipse 393">
                <a:extLst>
                  <a:ext uri="{FF2B5EF4-FFF2-40B4-BE49-F238E27FC236}">
                    <a16:creationId xmlns:a16="http://schemas.microsoft.com/office/drawing/2014/main" id="{D9B53C35-F2E1-1AD0-6FE2-D72E7ACAF0F0}"/>
                  </a:ext>
                </a:extLst>
              </p:cNvPr>
              <p:cNvSpPr/>
              <p:nvPr/>
            </p:nvSpPr>
            <p:spPr>
              <a:xfrm>
                <a:off x="8425789" y="2183993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70E27694-8E93-04EA-7A44-9F40A859BB60}"/>
                  </a:ext>
                </a:extLst>
              </p:cNvPr>
              <p:cNvSpPr/>
              <p:nvPr/>
            </p:nvSpPr>
            <p:spPr>
              <a:xfrm>
                <a:off x="8238632" y="198979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Rechteck 395">
                <a:extLst>
                  <a:ext uri="{FF2B5EF4-FFF2-40B4-BE49-F238E27FC236}">
                    <a16:creationId xmlns:a16="http://schemas.microsoft.com/office/drawing/2014/main" id="{D26929C4-DFC1-33D7-F51D-24009D393503}"/>
                  </a:ext>
                </a:extLst>
              </p:cNvPr>
              <p:cNvSpPr/>
              <p:nvPr/>
            </p:nvSpPr>
            <p:spPr>
              <a:xfrm>
                <a:off x="8238632" y="2169550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89" name="Rechteck: abgerundete Ecken 388">
              <a:extLst>
                <a:ext uri="{FF2B5EF4-FFF2-40B4-BE49-F238E27FC236}">
                  <a16:creationId xmlns:a16="http://schemas.microsoft.com/office/drawing/2014/main" id="{B68ED51E-BDDE-1E95-4AA4-B3988723F99A}"/>
                </a:ext>
              </a:extLst>
            </p:cNvPr>
            <p:cNvSpPr/>
            <p:nvPr/>
          </p:nvSpPr>
          <p:spPr>
            <a:xfrm>
              <a:off x="10021397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0" name="Rechteck: abgerundete Ecken 389">
              <a:extLst>
                <a:ext uri="{FF2B5EF4-FFF2-40B4-BE49-F238E27FC236}">
                  <a16:creationId xmlns:a16="http://schemas.microsoft.com/office/drawing/2014/main" id="{6549886F-EF96-0186-4384-039D7530408B}"/>
                </a:ext>
              </a:extLst>
            </p:cNvPr>
            <p:cNvSpPr/>
            <p:nvPr/>
          </p:nvSpPr>
          <p:spPr>
            <a:xfrm>
              <a:off x="9836053" y="863494"/>
              <a:ext cx="90000" cy="102334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1" name="Textfeld 390">
              <a:extLst>
                <a:ext uri="{FF2B5EF4-FFF2-40B4-BE49-F238E27FC236}">
                  <a16:creationId xmlns:a16="http://schemas.microsoft.com/office/drawing/2014/main" id="{E02BD0D7-9362-1E43-C2F7-BD340F4D25B2}"/>
                </a:ext>
              </a:extLst>
            </p:cNvPr>
            <p:cNvSpPr txBox="1"/>
            <p:nvPr/>
          </p:nvSpPr>
          <p:spPr>
            <a:xfrm>
              <a:off x="10682199" y="2582581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204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ruppieren 382">
            <a:extLst>
              <a:ext uri="{FF2B5EF4-FFF2-40B4-BE49-F238E27FC236}">
                <a16:creationId xmlns:a16="http://schemas.microsoft.com/office/drawing/2014/main" id="{1EE26BC9-652B-B855-E6BE-F12EAFAB89DB}"/>
              </a:ext>
            </a:extLst>
          </p:cNvPr>
          <p:cNvGrpSpPr/>
          <p:nvPr/>
        </p:nvGrpSpPr>
        <p:grpSpPr>
          <a:xfrm>
            <a:off x="853439" y="1101374"/>
            <a:ext cx="2548129" cy="4491217"/>
            <a:chOff x="853439" y="1101374"/>
            <a:chExt cx="2548129" cy="4491217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4123115D-F7EB-5813-BBA3-0D9C84582F5A}"/>
                </a:ext>
              </a:extLst>
            </p:cNvPr>
            <p:cNvSpPr/>
            <p:nvPr/>
          </p:nvSpPr>
          <p:spPr>
            <a:xfrm>
              <a:off x="1437806" y="2919438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94E519A3-2E27-20D0-C4A8-E7EF209B4A40}"/>
                </a:ext>
              </a:extLst>
            </p:cNvPr>
            <p:cNvSpPr/>
            <p:nvPr/>
          </p:nvSpPr>
          <p:spPr>
            <a:xfrm>
              <a:off x="853439" y="1324893"/>
              <a:ext cx="2548129" cy="2115719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8B8CEAB4-2A9A-9B3E-0446-65F6EB624A2D}"/>
                </a:ext>
              </a:extLst>
            </p:cNvPr>
            <p:cNvSpPr/>
            <p:nvPr/>
          </p:nvSpPr>
          <p:spPr>
            <a:xfrm>
              <a:off x="1113262" y="1945995"/>
              <a:ext cx="180000" cy="180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F555F7F7-F248-0AE5-2718-69A01ACF1D24}"/>
                </a:ext>
              </a:extLst>
            </p:cNvPr>
            <p:cNvSpPr txBox="1"/>
            <p:nvPr/>
          </p:nvSpPr>
          <p:spPr>
            <a:xfrm rot="16200000">
              <a:off x="729152" y="1903769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198" name="Gruppieren 197">
              <a:extLst>
                <a:ext uri="{FF2B5EF4-FFF2-40B4-BE49-F238E27FC236}">
                  <a16:creationId xmlns:a16="http://schemas.microsoft.com/office/drawing/2014/main" id="{F2BFE98D-1D4C-AD37-00CE-9D2CDD85A171}"/>
                </a:ext>
              </a:extLst>
            </p:cNvPr>
            <p:cNvGrpSpPr/>
            <p:nvPr/>
          </p:nvGrpSpPr>
          <p:grpSpPr>
            <a:xfrm>
              <a:off x="2892402" y="1370614"/>
              <a:ext cx="497252" cy="360000"/>
              <a:chOff x="5743091" y="1692781"/>
              <a:chExt cx="497252" cy="360000"/>
            </a:xfrm>
          </p:grpSpPr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1D8B9666-6A37-973F-1D3D-C9B73E8DB7DC}"/>
                  </a:ext>
                </a:extLst>
              </p:cNvPr>
              <p:cNvSpPr/>
              <p:nvPr/>
            </p:nvSpPr>
            <p:spPr>
              <a:xfrm>
                <a:off x="5808705" y="1692781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6F5BFF75-90D1-D59D-E960-6503B79C099F}"/>
                  </a:ext>
                </a:extLst>
              </p:cNvPr>
              <p:cNvSpPr txBox="1"/>
              <p:nvPr/>
            </p:nvSpPr>
            <p:spPr>
              <a:xfrm>
                <a:off x="5743091" y="1733914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</p:grpSp>
        <p:grpSp>
          <p:nvGrpSpPr>
            <p:cNvPr id="199" name="Gruppieren 198">
              <a:extLst>
                <a:ext uri="{FF2B5EF4-FFF2-40B4-BE49-F238E27FC236}">
                  <a16:creationId xmlns:a16="http://schemas.microsoft.com/office/drawing/2014/main" id="{C37FD3DF-8853-664D-3E26-9122B9D2E777}"/>
                </a:ext>
              </a:extLst>
            </p:cNvPr>
            <p:cNvGrpSpPr/>
            <p:nvPr/>
          </p:nvGrpSpPr>
          <p:grpSpPr>
            <a:xfrm>
              <a:off x="858336" y="1370246"/>
              <a:ext cx="497252" cy="360000"/>
              <a:chOff x="4731689" y="1680222"/>
              <a:chExt cx="497252" cy="360000"/>
            </a:xfrm>
          </p:grpSpPr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C88E7036-D2EC-43F1-6D30-F20B44B1DDED}"/>
                  </a:ext>
                </a:extLst>
              </p:cNvPr>
              <p:cNvSpPr/>
              <p:nvPr/>
            </p:nvSpPr>
            <p:spPr>
              <a:xfrm>
                <a:off x="4806615" y="1680222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143BE5D4-A7D1-FFC9-E09B-CD448800F190}"/>
                  </a:ext>
                </a:extLst>
              </p:cNvPr>
              <p:cNvSpPr txBox="1"/>
              <p:nvPr/>
            </p:nvSpPr>
            <p:spPr>
              <a:xfrm>
                <a:off x="4731689" y="1727428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C9E54BBE-6669-719B-119E-D7A3B2FF28E2}"/>
                </a:ext>
              </a:extLst>
            </p:cNvPr>
            <p:cNvSpPr txBox="1"/>
            <p:nvPr/>
          </p:nvSpPr>
          <p:spPr>
            <a:xfrm>
              <a:off x="1448383" y="3068938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16C78F08-F413-44EE-D63D-4D042CB4312F}"/>
                </a:ext>
              </a:extLst>
            </p:cNvPr>
            <p:cNvGrpSpPr/>
            <p:nvPr/>
          </p:nvGrpSpPr>
          <p:grpSpPr>
            <a:xfrm>
              <a:off x="2256779" y="3049925"/>
              <a:ext cx="343998" cy="255825"/>
              <a:chOff x="7585604" y="3312027"/>
              <a:chExt cx="343998" cy="255825"/>
            </a:xfrm>
          </p:grpSpPr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1DE7F344-B4E3-A65E-077A-974DF3E637BD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39" name="Gruppieren 38">
                <a:extLst>
                  <a:ext uri="{FF2B5EF4-FFF2-40B4-BE49-F238E27FC236}">
                    <a16:creationId xmlns:a16="http://schemas.microsoft.com/office/drawing/2014/main" id="{1B44AB23-7963-8678-C716-60124064B647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3" name="Rechteck 2">
                  <a:extLst>
                    <a:ext uri="{FF2B5EF4-FFF2-40B4-BE49-F238E27FC236}">
                      <a16:creationId xmlns:a16="http://schemas.microsoft.com/office/drawing/2014/main" id="{1975EB2E-2ECC-B9CF-B984-A35A79F8B8BB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3C15A7AD-B632-4BAA-F380-5BC753654922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B6913F4E-0DC8-9FC6-0713-29DCAEF8D7ED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" name="Rechteck 115">
                <a:extLst>
                  <a:ext uri="{FF2B5EF4-FFF2-40B4-BE49-F238E27FC236}">
                    <a16:creationId xmlns:a16="http://schemas.microsoft.com/office/drawing/2014/main" id="{C985510F-6A90-34B4-F3F6-8DFBCA00CEFA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9F8DD013-9217-E02D-EF77-11992768200A}"/>
                </a:ext>
              </a:extLst>
            </p:cNvPr>
            <p:cNvGrpSpPr/>
            <p:nvPr/>
          </p:nvGrpSpPr>
          <p:grpSpPr>
            <a:xfrm>
              <a:off x="950578" y="3053930"/>
              <a:ext cx="343998" cy="255825"/>
              <a:chOff x="7585604" y="3312027"/>
              <a:chExt cx="343998" cy="255825"/>
            </a:xfrm>
          </p:grpSpPr>
          <p:sp>
            <p:nvSpPr>
              <p:cNvPr id="119" name="Rechteck 118">
                <a:extLst>
                  <a:ext uri="{FF2B5EF4-FFF2-40B4-BE49-F238E27FC236}">
                    <a16:creationId xmlns:a16="http://schemas.microsoft.com/office/drawing/2014/main" id="{52EB2364-377C-C299-877E-3AA4F34015CA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1928E136-6A4A-BE26-B7BA-BA7EA42C653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33" name="Rechteck 132">
                  <a:extLst>
                    <a:ext uri="{FF2B5EF4-FFF2-40B4-BE49-F238E27FC236}">
                      <a16:creationId xmlns:a16="http://schemas.microsoft.com/office/drawing/2014/main" id="{DF3B8B65-D249-E47D-E9C2-FC4B560344F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34" name="Rechteck 133">
                  <a:extLst>
                    <a:ext uri="{FF2B5EF4-FFF2-40B4-BE49-F238E27FC236}">
                      <a16:creationId xmlns:a16="http://schemas.microsoft.com/office/drawing/2014/main" id="{C323BEB1-4C18-D011-B85E-C9F7D3AA86B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C944477A-0749-74C3-2CA5-695A6B9F3218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DC2DB6CA-787D-78B8-CA3E-31B2A498C0CB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36" name="Gruppieren 135">
              <a:extLst>
                <a:ext uri="{FF2B5EF4-FFF2-40B4-BE49-F238E27FC236}">
                  <a16:creationId xmlns:a16="http://schemas.microsoft.com/office/drawing/2014/main" id="{FF57E940-725C-0BBE-29E0-CC135C145118}"/>
                </a:ext>
              </a:extLst>
            </p:cNvPr>
            <p:cNvGrpSpPr/>
            <p:nvPr/>
          </p:nvGrpSpPr>
          <p:grpSpPr>
            <a:xfrm>
              <a:off x="2925542" y="3049926"/>
              <a:ext cx="343998" cy="255825"/>
              <a:chOff x="7585604" y="3312027"/>
              <a:chExt cx="343998" cy="255825"/>
            </a:xfrm>
          </p:grpSpPr>
          <p:sp>
            <p:nvSpPr>
              <p:cNvPr id="137" name="Rechteck 136">
                <a:extLst>
                  <a:ext uri="{FF2B5EF4-FFF2-40B4-BE49-F238E27FC236}">
                    <a16:creationId xmlns:a16="http://schemas.microsoft.com/office/drawing/2014/main" id="{559CB20B-C3C6-4104-93E1-5415967EE794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38" name="Gruppieren 137">
                <a:extLst>
                  <a:ext uri="{FF2B5EF4-FFF2-40B4-BE49-F238E27FC236}">
                    <a16:creationId xmlns:a16="http://schemas.microsoft.com/office/drawing/2014/main" id="{8F1106AD-9B23-72A9-4896-147A66DB4190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7" cy="114699"/>
                <a:chOff x="7599557" y="3453153"/>
                <a:chExt cx="343997" cy="114699"/>
              </a:xfrm>
              <a:solidFill>
                <a:schemeClr val="bg1"/>
              </a:solidFill>
            </p:grpSpPr>
            <p:sp>
              <p:nvSpPr>
                <p:cNvPr id="141" name="Rechteck 140">
                  <a:extLst>
                    <a:ext uri="{FF2B5EF4-FFF2-40B4-BE49-F238E27FC236}">
                      <a16:creationId xmlns:a16="http://schemas.microsoft.com/office/drawing/2014/main" id="{4FFDC95D-D8A5-F881-D8BF-F81C8C2BF170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7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2" name="Rechteck 141">
                  <a:extLst>
                    <a:ext uri="{FF2B5EF4-FFF2-40B4-BE49-F238E27FC236}">
                      <a16:creationId xmlns:a16="http://schemas.microsoft.com/office/drawing/2014/main" id="{9F95EC62-CA66-2742-06DC-EFDD008FE970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39" name="Rechteck 138">
                <a:extLst>
                  <a:ext uri="{FF2B5EF4-FFF2-40B4-BE49-F238E27FC236}">
                    <a16:creationId xmlns:a16="http://schemas.microsoft.com/office/drawing/2014/main" id="{53DEE395-A7E3-86F4-742E-349225382F3C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0" name="Rechteck 139">
                <a:extLst>
                  <a:ext uri="{FF2B5EF4-FFF2-40B4-BE49-F238E27FC236}">
                    <a16:creationId xmlns:a16="http://schemas.microsoft.com/office/drawing/2014/main" id="{E76D8D4A-86B2-62DC-DC2C-6F9FECC8EBE3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35B301C7-D31C-209F-831B-61364D2C786A}"/>
                </a:ext>
              </a:extLst>
            </p:cNvPr>
            <p:cNvGrpSpPr/>
            <p:nvPr/>
          </p:nvGrpSpPr>
          <p:grpSpPr>
            <a:xfrm>
              <a:off x="950578" y="2505290"/>
              <a:ext cx="343998" cy="255825"/>
              <a:chOff x="7585604" y="3312027"/>
              <a:chExt cx="343998" cy="255825"/>
            </a:xfrm>
          </p:grpSpPr>
          <p:sp>
            <p:nvSpPr>
              <p:cNvPr id="144" name="Rechteck 143">
                <a:extLst>
                  <a:ext uri="{FF2B5EF4-FFF2-40B4-BE49-F238E27FC236}">
                    <a16:creationId xmlns:a16="http://schemas.microsoft.com/office/drawing/2014/main" id="{D14683B3-8DDF-6975-CE37-007D079FEFFF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5" name="Gruppieren 144">
                <a:extLst>
                  <a:ext uri="{FF2B5EF4-FFF2-40B4-BE49-F238E27FC236}">
                    <a16:creationId xmlns:a16="http://schemas.microsoft.com/office/drawing/2014/main" id="{73D9ABE5-3624-2FE8-C920-D11D7544B435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48" name="Rechteck 147">
                  <a:extLst>
                    <a:ext uri="{FF2B5EF4-FFF2-40B4-BE49-F238E27FC236}">
                      <a16:creationId xmlns:a16="http://schemas.microsoft.com/office/drawing/2014/main" id="{4429A717-D9B8-9236-A151-BD119A28A023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49" name="Rechteck 148">
                  <a:extLst>
                    <a:ext uri="{FF2B5EF4-FFF2-40B4-BE49-F238E27FC236}">
                      <a16:creationId xmlns:a16="http://schemas.microsoft.com/office/drawing/2014/main" id="{5693F686-50CB-8E85-CC74-BC3E32EA0434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46" name="Rechteck 145">
                <a:extLst>
                  <a:ext uri="{FF2B5EF4-FFF2-40B4-BE49-F238E27FC236}">
                    <a16:creationId xmlns:a16="http://schemas.microsoft.com/office/drawing/2014/main" id="{DAC7869A-E9B0-BEC5-25A1-D260BC904DF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7" name="Rechteck 146">
                <a:extLst>
                  <a:ext uri="{FF2B5EF4-FFF2-40B4-BE49-F238E27FC236}">
                    <a16:creationId xmlns:a16="http://schemas.microsoft.com/office/drawing/2014/main" id="{E2D30A85-AEB6-E6E5-BF8B-134789725298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0" name="Gruppieren 149">
              <a:extLst>
                <a:ext uri="{FF2B5EF4-FFF2-40B4-BE49-F238E27FC236}">
                  <a16:creationId xmlns:a16="http://schemas.microsoft.com/office/drawing/2014/main" id="{32B039A8-12F7-CF1F-153F-EFD9C0A74ABC}"/>
                </a:ext>
              </a:extLst>
            </p:cNvPr>
            <p:cNvGrpSpPr/>
            <p:nvPr/>
          </p:nvGrpSpPr>
          <p:grpSpPr>
            <a:xfrm>
              <a:off x="1623779" y="2500010"/>
              <a:ext cx="343998" cy="255825"/>
              <a:chOff x="7585604" y="3312027"/>
              <a:chExt cx="343998" cy="255825"/>
            </a:xfrm>
          </p:grpSpPr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FBDA6D6F-D567-3FC7-4F88-FAFB5F3F659E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2" name="Gruppieren 151">
                <a:extLst>
                  <a:ext uri="{FF2B5EF4-FFF2-40B4-BE49-F238E27FC236}">
                    <a16:creationId xmlns:a16="http://schemas.microsoft.com/office/drawing/2014/main" id="{0FBF2E3D-37B2-7D3C-B015-99BD99977E8A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55" name="Rechteck 154">
                  <a:extLst>
                    <a:ext uri="{FF2B5EF4-FFF2-40B4-BE49-F238E27FC236}">
                      <a16:creationId xmlns:a16="http://schemas.microsoft.com/office/drawing/2014/main" id="{5D364377-63C6-686A-2FD1-9F786A3200BC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6D9DE085-E6D5-C3A1-4CEF-0CDF31EA16A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370CB8B2-FC25-C852-A652-7009ED4F5370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4" name="Rechteck 153">
                <a:extLst>
                  <a:ext uri="{FF2B5EF4-FFF2-40B4-BE49-F238E27FC236}">
                    <a16:creationId xmlns:a16="http://schemas.microsoft.com/office/drawing/2014/main" id="{346B6A98-5A37-FE4F-45C2-0306F710DE51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57" name="Gruppieren 156">
              <a:extLst>
                <a:ext uri="{FF2B5EF4-FFF2-40B4-BE49-F238E27FC236}">
                  <a16:creationId xmlns:a16="http://schemas.microsoft.com/office/drawing/2014/main" id="{F42DE42C-D7A3-2650-E9A1-9FE8A541440F}"/>
                </a:ext>
              </a:extLst>
            </p:cNvPr>
            <p:cNvGrpSpPr/>
            <p:nvPr/>
          </p:nvGrpSpPr>
          <p:grpSpPr>
            <a:xfrm>
              <a:off x="2256779" y="2505289"/>
              <a:ext cx="343998" cy="255825"/>
              <a:chOff x="7585604" y="3312027"/>
              <a:chExt cx="343998" cy="255825"/>
            </a:xfrm>
          </p:grpSpPr>
          <p:sp>
            <p:nvSpPr>
              <p:cNvPr id="158" name="Rechteck 157">
                <a:extLst>
                  <a:ext uri="{FF2B5EF4-FFF2-40B4-BE49-F238E27FC236}">
                    <a16:creationId xmlns:a16="http://schemas.microsoft.com/office/drawing/2014/main" id="{475208A8-652A-BF29-2790-9CB0F959C1F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9" name="Gruppieren 158">
                <a:extLst>
                  <a:ext uri="{FF2B5EF4-FFF2-40B4-BE49-F238E27FC236}">
                    <a16:creationId xmlns:a16="http://schemas.microsoft.com/office/drawing/2014/main" id="{DD8F317A-8F81-EE9B-E168-8F3EC3AE8E6E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098C70A2-639D-085A-ED49-41323790F187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3CF12D2A-664D-CD6B-3E22-9AF0CDBF0775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0" name="Rechteck 159">
                <a:extLst>
                  <a:ext uri="{FF2B5EF4-FFF2-40B4-BE49-F238E27FC236}">
                    <a16:creationId xmlns:a16="http://schemas.microsoft.com/office/drawing/2014/main" id="{1A0C1FE3-A5CB-AB90-E851-B887677C380E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1" name="Rechteck 160">
                <a:extLst>
                  <a:ext uri="{FF2B5EF4-FFF2-40B4-BE49-F238E27FC236}">
                    <a16:creationId xmlns:a16="http://schemas.microsoft.com/office/drawing/2014/main" id="{3904CEB0-6270-52F4-BA9A-8338C8FF2986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64" name="Gruppieren 163">
              <a:extLst>
                <a:ext uri="{FF2B5EF4-FFF2-40B4-BE49-F238E27FC236}">
                  <a16:creationId xmlns:a16="http://schemas.microsoft.com/office/drawing/2014/main" id="{9D58184F-DC4A-EFBE-94F2-1B5387E44013}"/>
                </a:ext>
              </a:extLst>
            </p:cNvPr>
            <p:cNvGrpSpPr/>
            <p:nvPr/>
          </p:nvGrpSpPr>
          <p:grpSpPr>
            <a:xfrm>
              <a:off x="2929981" y="2500010"/>
              <a:ext cx="343998" cy="255825"/>
              <a:chOff x="7585604" y="3312027"/>
              <a:chExt cx="343998" cy="255825"/>
            </a:xfrm>
          </p:grpSpPr>
          <p:sp>
            <p:nvSpPr>
              <p:cNvPr id="165" name="Rechteck 164">
                <a:extLst>
                  <a:ext uri="{FF2B5EF4-FFF2-40B4-BE49-F238E27FC236}">
                    <a16:creationId xmlns:a16="http://schemas.microsoft.com/office/drawing/2014/main" id="{3A768F6D-1C74-EE0A-F876-F68D992C52E1}"/>
                  </a:ext>
                </a:extLst>
              </p:cNvPr>
              <p:cNvSpPr/>
              <p:nvPr/>
            </p:nvSpPr>
            <p:spPr>
              <a:xfrm>
                <a:off x="7585605" y="3312027"/>
                <a:ext cx="343997" cy="25582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66" name="Gruppieren 165">
                <a:extLst>
                  <a:ext uri="{FF2B5EF4-FFF2-40B4-BE49-F238E27FC236}">
                    <a16:creationId xmlns:a16="http://schemas.microsoft.com/office/drawing/2014/main" id="{8E4453BE-8B98-77D0-719E-1DE2A7821DBB}"/>
                  </a:ext>
                </a:extLst>
              </p:cNvPr>
              <p:cNvGrpSpPr/>
              <p:nvPr/>
            </p:nvGrpSpPr>
            <p:grpSpPr>
              <a:xfrm>
                <a:off x="7585604" y="3453153"/>
                <a:ext cx="343998" cy="114699"/>
                <a:chOff x="7599557" y="3453153"/>
                <a:chExt cx="343998" cy="114699"/>
              </a:xfrm>
              <a:solidFill>
                <a:schemeClr val="bg1"/>
              </a:solidFill>
            </p:grpSpPr>
            <p:sp>
              <p:nvSpPr>
                <p:cNvPr id="169" name="Rechteck 168">
                  <a:extLst>
                    <a:ext uri="{FF2B5EF4-FFF2-40B4-BE49-F238E27FC236}">
                      <a16:creationId xmlns:a16="http://schemas.microsoft.com/office/drawing/2014/main" id="{A1FD8470-2D4A-A0BB-61BC-CFE2405894BF}"/>
                    </a:ext>
                  </a:extLst>
                </p:cNvPr>
                <p:cNvSpPr/>
                <p:nvPr/>
              </p:nvSpPr>
              <p:spPr>
                <a:xfrm>
                  <a:off x="7599557" y="3453153"/>
                  <a:ext cx="343998" cy="50997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70" name="Rechteck 169">
                  <a:extLst>
                    <a:ext uri="{FF2B5EF4-FFF2-40B4-BE49-F238E27FC236}">
                      <a16:creationId xmlns:a16="http://schemas.microsoft.com/office/drawing/2014/main" id="{0733549C-E9B1-BA57-483B-E1677AF89BF3}"/>
                    </a:ext>
                  </a:extLst>
                </p:cNvPr>
                <p:cNvSpPr/>
                <p:nvPr/>
              </p:nvSpPr>
              <p:spPr>
                <a:xfrm rot="16200000">
                  <a:off x="7735267" y="3513142"/>
                  <a:ext cx="63701" cy="45719"/>
                </a:xfrm>
                <a:prstGeom prst="rect">
                  <a:avLst/>
                </a:prstGeom>
                <a:grpFill/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67" name="Rechteck 166">
                <a:extLst>
                  <a:ext uri="{FF2B5EF4-FFF2-40B4-BE49-F238E27FC236}">
                    <a16:creationId xmlns:a16="http://schemas.microsoft.com/office/drawing/2014/main" id="{1A78D906-720F-D6F9-7BB6-0A11FEACB28B}"/>
                  </a:ext>
                </a:extLst>
              </p:cNvPr>
              <p:cNvSpPr/>
              <p:nvPr/>
            </p:nvSpPr>
            <p:spPr>
              <a:xfrm>
                <a:off x="7790605" y="3413534"/>
                <a:ext cx="45720" cy="54469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8" name="Rechteck 167">
                <a:extLst>
                  <a:ext uri="{FF2B5EF4-FFF2-40B4-BE49-F238E27FC236}">
                    <a16:creationId xmlns:a16="http://schemas.microsoft.com/office/drawing/2014/main" id="{7780DB58-DE81-BA81-6D4B-D4DC19BB4115}"/>
                  </a:ext>
                </a:extLst>
              </p:cNvPr>
              <p:cNvSpPr/>
              <p:nvPr/>
            </p:nvSpPr>
            <p:spPr>
              <a:xfrm>
                <a:off x="7674468" y="3413534"/>
                <a:ext cx="45720" cy="54469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71" name="Textfeld 170">
              <a:extLst>
                <a:ext uri="{FF2B5EF4-FFF2-40B4-BE49-F238E27FC236}">
                  <a16:creationId xmlns:a16="http://schemas.microsoft.com/office/drawing/2014/main" id="{17003B43-834C-3D94-9A2F-51A4EEBC200B}"/>
                </a:ext>
              </a:extLst>
            </p:cNvPr>
            <p:cNvSpPr txBox="1"/>
            <p:nvPr/>
          </p:nvSpPr>
          <p:spPr>
            <a:xfrm>
              <a:off x="966110" y="2842291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9V</a:t>
              </a:r>
            </a:p>
          </p:txBody>
        </p:sp>
        <p:sp>
          <p:nvSpPr>
            <p:cNvPr id="172" name="Textfeld 171">
              <a:extLst>
                <a:ext uri="{FF2B5EF4-FFF2-40B4-BE49-F238E27FC236}">
                  <a16:creationId xmlns:a16="http://schemas.microsoft.com/office/drawing/2014/main" id="{3F4EEBED-1AC5-310F-66FB-F046B0C92329}"/>
                </a:ext>
              </a:extLst>
            </p:cNvPr>
            <p:cNvSpPr txBox="1"/>
            <p:nvPr/>
          </p:nvSpPr>
          <p:spPr>
            <a:xfrm>
              <a:off x="2230427" y="2836997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M1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A39FEFF5-A7EA-7C31-15B6-34EAA8918BBD}"/>
                </a:ext>
              </a:extLst>
            </p:cNvPr>
            <p:cNvSpPr txBox="1"/>
            <p:nvPr/>
          </p:nvSpPr>
          <p:spPr>
            <a:xfrm>
              <a:off x="2895772" y="2836629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M2</a:t>
              </a:r>
            </a:p>
          </p:txBody>
        </p:sp>
        <p:sp>
          <p:nvSpPr>
            <p:cNvPr id="174" name="Textfeld 173">
              <a:extLst>
                <a:ext uri="{FF2B5EF4-FFF2-40B4-BE49-F238E27FC236}">
                  <a16:creationId xmlns:a16="http://schemas.microsoft.com/office/drawing/2014/main" id="{E362BD50-6A6A-7B52-C31F-CD2E926AC3D7}"/>
                </a:ext>
              </a:extLst>
            </p:cNvPr>
            <p:cNvSpPr txBox="1"/>
            <p:nvPr/>
          </p:nvSpPr>
          <p:spPr>
            <a:xfrm>
              <a:off x="943730" y="226609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A1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F25201E-E038-6EE2-8046-8576569BD6A6}"/>
                </a:ext>
              </a:extLst>
            </p:cNvPr>
            <p:cNvSpPr txBox="1"/>
            <p:nvPr/>
          </p:nvSpPr>
          <p:spPr>
            <a:xfrm>
              <a:off x="1620971" y="226332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A2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F8EF2C22-A8FD-D876-F8A3-071992581F90}"/>
                </a:ext>
              </a:extLst>
            </p:cNvPr>
            <p:cNvSpPr txBox="1"/>
            <p:nvPr/>
          </p:nvSpPr>
          <p:spPr>
            <a:xfrm>
              <a:off x="2247848" y="226609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A3</a:t>
              </a:r>
            </a:p>
          </p:txBody>
        </p:sp>
        <p:sp>
          <p:nvSpPr>
            <p:cNvPr id="177" name="Textfeld 176">
              <a:extLst>
                <a:ext uri="{FF2B5EF4-FFF2-40B4-BE49-F238E27FC236}">
                  <a16:creationId xmlns:a16="http://schemas.microsoft.com/office/drawing/2014/main" id="{7D338CB3-4AAF-1520-AD35-070ABD93FC9E}"/>
                </a:ext>
              </a:extLst>
            </p:cNvPr>
            <p:cNvSpPr txBox="1"/>
            <p:nvPr/>
          </p:nvSpPr>
          <p:spPr>
            <a:xfrm>
              <a:off x="2920947" y="2252960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A4</a:t>
              </a:r>
            </a:p>
          </p:txBody>
        </p:sp>
        <p:grpSp>
          <p:nvGrpSpPr>
            <p:cNvPr id="189" name="Gruppieren 188">
              <a:extLst>
                <a:ext uri="{FF2B5EF4-FFF2-40B4-BE49-F238E27FC236}">
                  <a16:creationId xmlns:a16="http://schemas.microsoft.com/office/drawing/2014/main" id="{D9227B7F-BE8F-E825-E8D5-3F6657330A7A}"/>
                </a:ext>
              </a:extLst>
            </p:cNvPr>
            <p:cNvGrpSpPr/>
            <p:nvPr/>
          </p:nvGrpSpPr>
          <p:grpSpPr>
            <a:xfrm>
              <a:off x="1368733" y="2121399"/>
              <a:ext cx="1497002" cy="180000"/>
              <a:chOff x="1213104" y="3583192"/>
              <a:chExt cx="1497002" cy="18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A570BC57-4DE3-4673-03F5-9FF02033E7DB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4055B31-65CD-1730-1E12-378521AD547F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E8BBA25B-FB5E-3CA2-699A-C4248802C97E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7D390D7E-A726-635A-6815-11CAC7A95445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04FE4D49-7A98-B860-D5CE-2E1124AF5A4F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5" name="Rechteck 184">
                <a:extLst>
                  <a:ext uri="{FF2B5EF4-FFF2-40B4-BE49-F238E27FC236}">
                    <a16:creationId xmlns:a16="http://schemas.microsoft.com/office/drawing/2014/main" id="{207E9A17-3755-8317-F41F-8D3F09C3FD89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6" name="Rechteck 185">
                <a:extLst>
                  <a:ext uri="{FF2B5EF4-FFF2-40B4-BE49-F238E27FC236}">
                    <a16:creationId xmlns:a16="http://schemas.microsoft.com/office/drawing/2014/main" id="{6F241FFA-0608-94AC-3C71-BE3C6BE98FE2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7" name="Rechteck 186">
                <a:extLst>
                  <a:ext uri="{FF2B5EF4-FFF2-40B4-BE49-F238E27FC236}">
                    <a16:creationId xmlns:a16="http://schemas.microsoft.com/office/drawing/2014/main" id="{3D4EDF0D-428A-F7BA-DA58-B63AECF5F0D1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3388F1FD-425F-06BC-23E6-B6135E5ECA24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1" name="Gruppieren 190">
              <a:extLst>
                <a:ext uri="{FF2B5EF4-FFF2-40B4-BE49-F238E27FC236}">
                  <a16:creationId xmlns:a16="http://schemas.microsoft.com/office/drawing/2014/main" id="{FEDFFD11-0006-B234-2F06-D417A689145D}"/>
                </a:ext>
              </a:extLst>
            </p:cNvPr>
            <p:cNvGrpSpPr/>
            <p:nvPr/>
          </p:nvGrpSpPr>
          <p:grpSpPr>
            <a:xfrm>
              <a:off x="1367502" y="1353860"/>
              <a:ext cx="547705" cy="607074"/>
              <a:chOff x="2258676" y="2954020"/>
              <a:chExt cx="547705" cy="607074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E78BE03B-B41C-29CB-F57A-034E8DE48BC7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3" name="Rechteck 112">
                <a:extLst>
                  <a:ext uri="{FF2B5EF4-FFF2-40B4-BE49-F238E27FC236}">
                    <a16:creationId xmlns:a16="http://schemas.microsoft.com/office/drawing/2014/main" id="{2C6F98D4-839E-A6B7-7C14-9FB7A2586766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4" name="Rechteck 113">
                <a:extLst>
                  <a:ext uri="{FF2B5EF4-FFF2-40B4-BE49-F238E27FC236}">
                    <a16:creationId xmlns:a16="http://schemas.microsoft.com/office/drawing/2014/main" id="{4ECE4D06-2C82-2D93-94D0-B09231539559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5" name="Rechteck 114">
                <a:extLst>
                  <a:ext uri="{FF2B5EF4-FFF2-40B4-BE49-F238E27FC236}">
                    <a16:creationId xmlns:a16="http://schemas.microsoft.com/office/drawing/2014/main" id="{C658F20F-D4B8-BA01-45CE-8677A16723DF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0C1FF06B-7EA7-1956-D985-C11728CC6A88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92" name="Gruppieren 191">
              <a:extLst>
                <a:ext uri="{FF2B5EF4-FFF2-40B4-BE49-F238E27FC236}">
                  <a16:creationId xmlns:a16="http://schemas.microsoft.com/office/drawing/2014/main" id="{37419ABE-F766-1322-37A4-F423AD019E50}"/>
                </a:ext>
              </a:extLst>
            </p:cNvPr>
            <p:cNvGrpSpPr/>
            <p:nvPr/>
          </p:nvGrpSpPr>
          <p:grpSpPr>
            <a:xfrm>
              <a:off x="2345250" y="1345712"/>
              <a:ext cx="547705" cy="607074"/>
              <a:chOff x="2258676" y="2954020"/>
              <a:chExt cx="547705" cy="607074"/>
            </a:xfrm>
          </p:grpSpPr>
          <p:sp>
            <p:nvSpPr>
              <p:cNvPr id="193" name="Rechteck 192">
                <a:extLst>
                  <a:ext uri="{FF2B5EF4-FFF2-40B4-BE49-F238E27FC236}">
                    <a16:creationId xmlns:a16="http://schemas.microsoft.com/office/drawing/2014/main" id="{AD97D3B2-75E1-165B-FE6F-8D5DDEBA045D}"/>
                  </a:ext>
                </a:extLst>
              </p:cNvPr>
              <p:cNvSpPr/>
              <p:nvPr/>
            </p:nvSpPr>
            <p:spPr>
              <a:xfrm>
                <a:off x="2258676" y="2954020"/>
                <a:ext cx="547705" cy="607074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4" name="Rechteck 193">
                <a:extLst>
                  <a:ext uri="{FF2B5EF4-FFF2-40B4-BE49-F238E27FC236}">
                    <a16:creationId xmlns:a16="http://schemas.microsoft.com/office/drawing/2014/main" id="{D9F5AABB-BB56-FEDD-3BB5-6B718FD5C657}"/>
                  </a:ext>
                </a:extLst>
              </p:cNvPr>
              <p:cNvSpPr/>
              <p:nvPr/>
            </p:nvSpPr>
            <p:spPr>
              <a:xfrm>
                <a:off x="2303461" y="3002281"/>
                <a:ext cx="91440" cy="5215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0853932F-9B33-BEA9-24E4-3932CEE9E9C1}"/>
                  </a:ext>
                </a:extLst>
              </p:cNvPr>
              <p:cNvSpPr/>
              <p:nvPr/>
            </p:nvSpPr>
            <p:spPr>
              <a:xfrm>
                <a:off x="2483059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6" name="Rechteck 195">
                <a:extLst>
                  <a:ext uri="{FF2B5EF4-FFF2-40B4-BE49-F238E27FC236}">
                    <a16:creationId xmlns:a16="http://schemas.microsoft.com/office/drawing/2014/main" id="{EED9A1B9-1CBA-3F06-D56F-60564F01AF2E}"/>
                  </a:ext>
                </a:extLst>
              </p:cNvPr>
              <p:cNvSpPr/>
              <p:nvPr/>
            </p:nvSpPr>
            <p:spPr>
              <a:xfrm>
                <a:off x="2662657" y="3002281"/>
                <a:ext cx="91440" cy="52154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7" name="Rechteck 196">
                <a:extLst>
                  <a:ext uri="{FF2B5EF4-FFF2-40B4-BE49-F238E27FC236}">
                    <a16:creationId xmlns:a16="http://schemas.microsoft.com/office/drawing/2014/main" id="{409D19FD-5BD1-1192-BA78-425E5C28E78C}"/>
                  </a:ext>
                </a:extLst>
              </p:cNvPr>
              <p:cNvSpPr/>
              <p:nvPr/>
            </p:nvSpPr>
            <p:spPr>
              <a:xfrm rot="16200000">
                <a:off x="2483059" y="3168150"/>
                <a:ext cx="91440" cy="521543"/>
              </a:xfrm>
              <a:prstGeom prst="rect">
                <a:avLst/>
              </a:prstGeom>
              <a:solidFill>
                <a:schemeClr val="bg2">
                  <a:lumMod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00" name="Textfeld 199">
              <a:extLst>
                <a:ext uri="{FF2B5EF4-FFF2-40B4-BE49-F238E27FC236}">
                  <a16:creationId xmlns:a16="http://schemas.microsoft.com/office/drawing/2014/main" id="{D86F108E-657D-156D-A103-A4AAC8729826}"/>
                </a:ext>
              </a:extLst>
            </p:cNvPr>
            <p:cNvSpPr txBox="1"/>
            <p:nvPr/>
          </p:nvSpPr>
          <p:spPr>
            <a:xfrm>
              <a:off x="1369743" y="1101374"/>
              <a:ext cx="5357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Servo</a:t>
              </a:r>
            </a:p>
          </p:txBody>
        </p:sp>
        <p:sp>
          <p:nvSpPr>
            <p:cNvPr id="201" name="Textfeld 200">
              <a:extLst>
                <a:ext uri="{FF2B5EF4-FFF2-40B4-BE49-F238E27FC236}">
                  <a16:creationId xmlns:a16="http://schemas.microsoft.com/office/drawing/2014/main" id="{8AD8E6A1-D629-2AB7-BAAC-5FC879FF71A3}"/>
                </a:ext>
              </a:extLst>
            </p:cNvPr>
            <p:cNvSpPr txBox="1"/>
            <p:nvPr/>
          </p:nvSpPr>
          <p:spPr>
            <a:xfrm>
              <a:off x="2352122" y="1104503"/>
              <a:ext cx="5733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ftPixel</a:t>
              </a:r>
            </a:p>
          </p:txBody>
        </p:sp>
        <p:sp>
          <p:nvSpPr>
            <p:cNvPr id="202" name="Textfeld 201">
              <a:extLst>
                <a:ext uri="{FF2B5EF4-FFF2-40B4-BE49-F238E27FC236}">
                  <a16:creationId xmlns:a16="http://schemas.microsoft.com/office/drawing/2014/main" id="{762C7D34-EB84-D7C4-4CCF-B0DD1A7D69C6}"/>
                </a:ext>
              </a:extLst>
            </p:cNvPr>
            <p:cNvSpPr txBox="1"/>
            <p:nvPr/>
          </p:nvSpPr>
          <p:spPr>
            <a:xfrm>
              <a:off x="1724657" y="189749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grpSp>
          <p:nvGrpSpPr>
            <p:cNvPr id="213" name="Gruppieren 212">
              <a:extLst>
                <a:ext uri="{FF2B5EF4-FFF2-40B4-BE49-F238E27FC236}">
                  <a16:creationId xmlns:a16="http://schemas.microsoft.com/office/drawing/2014/main" id="{8D1A99DB-65B3-DD8C-939F-883CE50BF20E}"/>
                </a:ext>
              </a:extLst>
            </p:cNvPr>
            <p:cNvGrpSpPr/>
            <p:nvPr/>
          </p:nvGrpSpPr>
          <p:grpSpPr>
            <a:xfrm>
              <a:off x="1299627" y="3625891"/>
              <a:ext cx="648304" cy="1134934"/>
              <a:chOff x="3805800" y="4921160"/>
              <a:chExt cx="648304" cy="1134934"/>
            </a:xfrm>
          </p:grpSpPr>
          <p:grpSp>
            <p:nvGrpSpPr>
              <p:cNvPr id="203" name="Gruppieren 202">
                <a:extLst>
                  <a:ext uri="{FF2B5EF4-FFF2-40B4-BE49-F238E27FC236}">
                    <a16:creationId xmlns:a16="http://schemas.microsoft.com/office/drawing/2014/main" id="{1433428B-F2EC-B794-FADA-2890F868EC59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04" name="Rechteck 203">
                  <a:extLst>
                    <a:ext uri="{FF2B5EF4-FFF2-40B4-BE49-F238E27FC236}">
                      <a16:creationId xmlns:a16="http://schemas.microsoft.com/office/drawing/2014/main" id="{98A92478-38E3-70A6-2976-226C813DFBBA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5" name="Rechteck 204">
                  <a:extLst>
                    <a:ext uri="{FF2B5EF4-FFF2-40B4-BE49-F238E27FC236}">
                      <a16:creationId xmlns:a16="http://schemas.microsoft.com/office/drawing/2014/main" id="{9A8C34E1-A074-1A64-5E34-B2D0DFE90354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06" name="Rechteck 205">
                  <a:extLst>
                    <a:ext uri="{FF2B5EF4-FFF2-40B4-BE49-F238E27FC236}">
                      <a16:creationId xmlns:a16="http://schemas.microsoft.com/office/drawing/2014/main" id="{649388AC-C84C-C5F5-B5F6-F86CE69F7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7" name="Rechteck 206">
                  <a:extLst>
                    <a:ext uri="{FF2B5EF4-FFF2-40B4-BE49-F238E27FC236}">
                      <a16:creationId xmlns:a16="http://schemas.microsoft.com/office/drawing/2014/main" id="{29F15FB7-AB53-FC8C-6CEB-CFD5638C14D9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F8FA8851-C173-DEA6-426E-72CA42431AF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0" name="Textfeld 209">
                <a:extLst>
                  <a:ext uri="{FF2B5EF4-FFF2-40B4-BE49-F238E27FC236}">
                    <a16:creationId xmlns:a16="http://schemas.microsoft.com/office/drawing/2014/main" id="{1544F03C-43F9-576B-AF43-A3D5952F5B11}"/>
                  </a:ext>
                </a:extLst>
              </p:cNvPr>
              <p:cNvSpPr txBox="1"/>
              <p:nvPr/>
            </p:nvSpPr>
            <p:spPr>
              <a:xfrm rot="16200000">
                <a:off x="3644858" y="5082102"/>
                <a:ext cx="59888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11" name="Textfeld 210">
                <a:extLst>
                  <a:ext uri="{FF2B5EF4-FFF2-40B4-BE49-F238E27FC236}">
                    <a16:creationId xmlns:a16="http://schemas.microsoft.com/office/drawing/2014/main" id="{7B0513C9-4F16-CE03-EF1D-22AD4A92959C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75F6E6D4-5850-3FE2-F05F-D4B9D9A97079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14" name="Gruppieren 213">
              <a:extLst>
                <a:ext uri="{FF2B5EF4-FFF2-40B4-BE49-F238E27FC236}">
                  <a16:creationId xmlns:a16="http://schemas.microsoft.com/office/drawing/2014/main" id="{F23B569F-5CFF-71E2-DB7D-38F75901F8A9}"/>
                </a:ext>
              </a:extLst>
            </p:cNvPr>
            <p:cNvGrpSpPr/>
            <p:nvPr/>
          </p:nvGrpSpPr>
          <p:grpSpPr>
            <a:xfrm>
              <a:off x="2269714" y="3752718"/>
              <a:ext cx="646446" cy="1022326"/>
              <a:chOff x="3807658" y="5033768"/>
              <a:chExt cx="646446" cy="1022326"/>
            </a:xfrm>
          </p:grpSpPr>
          <p:grpSp>
            <p:nvGrpSpPr>
              <p:cNvPr id="215" name="Gruppieren 214">
                <a:extLst>
                  <a:ext uri="{FF2B5EF4-FFF2-40B4-BE49-F238E27FC236}">
                    <a16:creationId xmlns:a16="http://schemas.microsoft.com/office/drawing/2014/main" id="{FF47226C-5624-4E67-2F91-A7CB7DCCFD53}"/>
                  </a:ext>
                </a:extLst>
              </p:cNvPr>
              <p:cNvGrpSpPr/>
              <p:nvPr/>
            </p:nvGrpSpPr>
            <p:grpSpPr>
              <a:xfrm>
                <a:off x="3861614" y="5449020"/>
                <a:ext cx="547705" cy="607074"/>
                <a:chOff x="2258676" y="2954020"/>
                <a:chExt cx="547705" cy="607074"/>
              </a:xfrm>
            </p:grpSpPr>
            <p:sp>
              <p:nvSpPr>
                <p:cNvPr id="219" name="Rechteck 218">
                  <a:extLst>
                    <a:ext uri="{FF2B5EF4-FFF2-40B4-BE49-F238E27FC236}">
                      <a16:creationId xmlns:a16="http://schemas.microsoft.com/office/drawing/2014/main" id="{52300BF5-29E7-49FC-2496-E723A00C7559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0" name="Rechteck 219">
                  <a:extLst>
                    <a:ext uri="{FF2B5EF4-FFF2-40B4-BE49-F238E27FC236}">
                      <a16:creationId xmlns:a16="http://schemas.microsoft.com/office/drawing/2014/main" id="{222A03D4-75F7-1E08-45E1-50940D85DAB2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21" name="Rechteck 220">
                  <a:extLst>
                    <a:ext uri="{FF2B5EF4-FFF2-40B4-BE49-F238E27FC236}">
                      <a16:creationId xmlns:a16="http://schemas.microsoft.com/office/drawing/2014/main" id="{0604D945-7835-DF04-774A-4160C48C464A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2" name="Rechteck 221">
                  <a:extLst>
                    <a:ext uri="{FF2B5EF4-FFF2-40B4-BE49-F238E27FC236}">
                      <a16:creationId xmlns:a16="http://schemas.microsoft.com/office/drawing/2014/main" id="{E369B8C5-9AF3-C0DF-0A7A-AC77015B4F91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BA139089-EC8E-6341-BC5C-FC870E9D47B9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4161D4F2-A351-3A05-6BEA-AAA5CA2D0EFF}"/>
                  </a:ext>
                </a:extLst>
              </p:cNvPr>
              <p:cNvSpPr txBox="1"/>
              <p:nvPr/>
            </p:nvSpPr>
            <p:spPr>
              <a:xfrm rot="16200000">
                <a:off x="3736805" y="5155289"/>
                <a:ext cx="41870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813463F-5A89-5A56-0464-06FE6A9E0F6E}"/>
                  </a:ext>
                </a:extLst>
              </p:cNvPr>
              <p:cNvSpPr txBox="1"/>
              <p:nvPr/>
            </p:nvSpPr>
            <p:spPr>
              <a:xfrm rot="16200000">
                <a:off x="3913736" y="5153517"/>
                <a:ext cx="4267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+5V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1D37E150-BDAB-361C-C6CF-96739F1F440A}"/>
                  </a:ext>
                </a:extLst>
              </p:cNvPr>
              <p:cNvSpPr txBox="1"/>
              <p:nvPr/>
            </p:nvSpPr>
            <p:spPr>
              <a:xfrm rot="16200000">
                <a:off x="4077399" y="513347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34" name="Gruppieren 233">
              <a:extLst>
                <a:ext uri="{FF2B5EF4-FFF2-40B4-BE49-F238E27FC236}">
                  <a16:creationId xmlns:a16="http://schemas.microsoft.com/office/drawing/2014/main" id="{B1971612-6613-C268-45EA-8A6872CD0E01}"/>
                </a:ext>
              </a:extLst>
            </p:cNvPr>
            <p:cNvGrpSpPr/>
            <p:nvPr/>
          </p:nvGrpSpPr>
          <p:grpSpPr>
            <a:xfrm>
              <a:off x="1362984" y="4988179"/>
              <a:ext cx="1497002" cy="180000"/>
              <a:chOff x="1213104" y="3583192"/>
              <a:chExt cx="1497002" cy="180000"/>
            </a:xfrm>
          </p:grpSpPr>
          <p:sp>
            <p:nvSpPr>
              <p:cNvPr id="235" name="Rechteck 234">
                <a:extLst>
                  <a:ext uri="{FF2B5EF4-FFF2-40B4-BE49-F238E27FC236}">
                    <a16:creationId xmlns:a16="http://schemas.microsoft.com/office/drawing/2014/main" id="{5F9A2D39-7C53-5148-7DE3-C63B714816D7}"/>
                  </a:ext>
                </a:extLst>
              </p:cNvPr>
              <p:cNvSpPr/>
              <p:nvPr/>
            </p:nvSpPr>
            <p:spPr>
              <a:xfrm>
                <a:off x="1213104" y="3583192"/>
                <a:ext cx="1497002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6" name="Rechteck 235">
                <a:extLst>
                  <a:ext uri="{FF2B5EF4-FFF2-40B4-BE49-F238E27FC236}">
                    <a16:creationId xmlns:a16="http://schemas.microsoft.com/office/drawing/2014/main" id="{286400CE-B3D7-8885-91C9-54397FF33F55}"/>
                  </a:ext>
                </a:extLst>
              </p:cNvPr>
              <p:cNvSpPr/>
              <p:nvPr/>
            </p:nvSpPr>
            <p:spPr>
              <a:xfrm>
                <a:off x="1275599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7" name="Rechteck 236">
                <a:extLst>
                  <a:ext uri="{FF2B5EF4-FFF2-40B4-BE49-F238E27FC236}">
                    <a16:creationId xmlns:a16="http://schemas.microsoft.com/office/drawing/2014/main" id="{CCD6B6F4-DB79-2B4E-E353-B4F1D64AEDB6}"/>
                  </a:ext>
                </a:extLst>
              </p:cNvPr>
              <p:cNvSpPr/>
              <p:nvPr/>
            </p:nvSpPr>
            <p:spPr>
              <a:xfrm>
                <a:off x="1459470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8" name="Rechteck 237">
                <a:extLst>
                  <a:ext uri="{FF2B5EF4-FFF2-40B4-BE49-F238E27FC236}">
                    <a16:creationId xmlns:a16="http://schemas.microsoft.com/office/drawing/2014/main" id="{E3513BC8-4B65-AFF4-0B44-5118D1DE7AD8}"/>
                  </a:ext>
                </a:extLst>
              </p:cNvPr>
              <p:cNvSpPr/>
              <p:nvPr/>
            </p:nvSpPr>
            <p:spPr>
              <a:xfrm>
                <a:off x="1643341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9" name="Rechteck 238">
                <a:extLst>
                  <a:ext uri="{FF2B5EF4-FFF2-40B4-BE49-F238E27FC236}">
                    <a16:creationId xmlns:a16="http://schemas.microsoft.com/office/drawing/2014/main" id="{39FE6FE8-6BBB-C0DD-54B6-C9AEAEEA81D1}"/>
                  </a:ext>
                </a:extLst>
              </p:cNvPr>
              <p:cNvSpPr/>
              <p:nvPr/>
            </p:nvSpPr>
            <p:spPr>
              <a:xfrm>
                <a:off x="1827212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0" name="Rechteck 239">
                <a:extLst>
                  <a:ext uri="{FF2B5EF4-FFF2-40B4-BE49-F238E27FC236}">
                    <a16:creationId xmlns:a16="http://schemas.microsoft.com/office/drawing/2014/main" id="{B5393C0C-0B74-5FAB-AE8F-47A6888651FE}"/>
                  </a:ext>
                </a:extLst>
              </p:cNvPr>
              <p:cNvSpPr/>
              <p:nvPr/>
            </p:nvSpPr>
            <p:spPr>
              <a:xfrm>
                <a:off x="2011083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1" name="Rechteck 240">
                <a:extLst>
                  <a:ext uri="{FF2B5EF4-FFF2-40B4-BE49-F238E27FC236}">
                    <a16:creationId xmlns:a16="http://schemas.microsoft.com/office/drawing/2014/main" id="{730578DB-187D-4D1D-FF11-B560721C6013}"/>
                  </a:ext>
                </a:extLst>
              </p:cNvPr>
              <p:cNvSpPr/>
              <p:nvPr/>
            </p:nvSpPr>
            <p:spPr>
              <a:xfrm>
                <a:off x="2194954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2" name="Rechteck 241">
                <a:extLst>
                  <a:ext uri="{FF2B5EF4-FFF2-40B4-BE49-F238E27FC236}">
                    <a16:creationId xmlns:a16="http://schemas.microsoft.com/office/drawing/2014/main" id="{EB743D60-8D26-9436-6DDE-69C9169D3C1C}"/>
                  </a:ext>
                </a:extLst>
              </p:cNvPr>
              <p:cNvSpPr/>
              <p:nvPr/>
            </p:nvSpPr>
            <p:spPr>
              <a:xfrm>
                <a:off x="2378825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3" name="Rechteck 242">
                <a:extLst>
                  <a:ext uri="{FF2B5EF4-FFF2-40B4-BE49-F238E27FC236}">
                    <a16:creationId xmlns:a16="http://schemas.microsoft.com/office/drawing/2014/main" id="{583D6399-F0C8-F65F-2E50-B9D3E107A3E7}"/>
                  </a:ext>
                </a:extLst>
              </p:cNvPr>
              <p:cNvSpPr/>
              <p:nvPr/>
            </p:nvSpPr>
            <p:spPr>
              <a:xfrm>
                <a:off x="2562697" y="361728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1D7A528A-E283-478F-17AC-6C20B0AA6C60}"/>
                </a:ext>
              </a:extLst>
            </p:cNvPr>
            <p:cNvSpPr txBox="1"/>
            <p:nvPr/>
          </p:nvSpPr>
          <p:spPr>
            <a:xfrm>
              <a:off x="1718907" y="4764275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Extension</a:t>
              </a:r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11FB5881-81BF-8AFA-63BE-CCA9DE4E40A3}"/>
                </a:ext>
              </a:extLst>
            </p:cNvPr>
            <p:cNvSpPr txBox="1"/>
            <p:nvPr/>
          </p:nvSpPr>
          <p:spPr>
            <a:xfrm rot="16200000">
              <a:off x="1238075" y="5205076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3.3V</a:t>
              </a:r>
            </a:p>
          </p:txBody>
        </p:sp>
        <p:sp>
          <p:nvSpPr>
            <p:cNvPr id="246" name="Textfeld 245">
              <a:extLst>
                <a:ext uri="{FF2B5EF4-FFF2-40B4-BE49-F238E27FC236}">
                  <a16:creationId xmlns:a16="http://schemas.microsoft.com/office/drawing/2014/main" id="{A771A16B-FA3B-176D-0152-3AC86644BB89}"/>
                </a:ext>
              </a:extLst>
            </p:cNvPr>
            <p:cNvSpPr txBox="1"/>
            <p:nvPr/>
          </p:nvSpPr>
          <p:spPr>
            <a:xfrm rot="16200000">
              <a:off x="1415672" y="5215885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69709BDC-BBB7-03DD-13C9-8AE4A72E2B5D}"/>
                </a:ext>
              </a:extLst>
            </p:cNvPr>
            <p:cNvSpPr txBox="1"/>
            <p:nvPr/>
          </p:nvSpPr>
          <p:spPr>
            <a:xfrm rot="16200000">
              <a:off x="1618824" y="521304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248" name="Textfeld 247">
              <a:extLst>
                <a:ext uri="{FF2B5EF4-FFF2-40B4-BE49-F238E27FC236}">
                  <a16:creationId xmlns:a16="http://schemas.microsoft.com/office/drawing/2014/main" id="{805DC146-0AD8-122E-16A0-D5F0D81C2DB9}"/>
                </a:ext>
              </a:extLst>
            </p:cNvPr>
            <p:cNvSpPr txBox="1"/>
            <p:nvPr/>
          </p:nvSpPr>
          <p:spPr>
            <a:xfrm rot="16200000">
              <a:off x="1803814" y="521578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</p:grpSp>
      <p:sp>
        <p:nvSpPr>
          <p:cNvPr id="385" name="Textfeld 384">
            <a:extLst>
              <a:ext uri="{FF2B5EF4-FFF2-40B4-BE49-F238E27FC236}">
                <a16:creationId xmlns:a16="http://schemas.microsoft.com/office/drawing/2014/main" id="{E1DE8190-45A8-17AB-6E6B-AA5A628CABFB}"/>
              </a:ext>
            </a:extLst>
          </p:cNvPr>
          <p:cNvSpPr txBox="1"/>
          <p:nvPr/>
        </p:nvSpPr>
        <p:spPr>
          <a:xfrm>
            <a:off x="6034353" y="255405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F1</a:t>
            </a:r>
          </a:p>
        </p:txBody>
      </p:sp>
      <p:sp>
        <p:nvSpPr>
          <p:cNvPr id="386" name="Textfeld 385">
            <a:extLst>
              <a:ext uri="{FF2B5EF4-FFF2-40B4-BE49-F238E27FC236}">
                <a16:creationId xmlns:a16="http://schemas.microsoft.com/office/drawing/2014/main" id="{D540B9C5-0D0A-43C8-6414-EEA7DD5EFEF4}"/>
              </a:ext>
            </a:extLst>
          </p:cNvPr>
          <p:cNvSpPr txBox="1"/>
          <p:nvPr/>
        </p:nvSpPr>
        <p:spPr>
          <a:xfrm>
            <a:off x="8227765" y="258964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F2</a:t>
            </a:r>
          </a:p>
        </p:txBody>
      </p:sp>
      <p:sp>
        <p:nvSpPr>
          <p:cNvPr id="388" name="Rechteck 387">
            <a:extLst>
              <a:ext uri="{FF2B5EF4-FFF2-40B4-BE49-F238E27FC236}">
                <a16:creationId xmlns:a16="http://schemas.microsoft.com/office/drawing/2014/main" id="{BB0F5D95-D937-EA7D-24BD-A0A52ED94FA0}"/>
              </a:ext>
            </a:extLst>
          </p:cNvPr>
          <p:cNvSpPr/>
          <p:nvPr/>
        </p:nvSpPr>
        <p:spPr>
          <a:xfrm>
            <a:off x="5744792" y="608313"/>
            <a:ext cx="3077803" cy="2627243"/>
          </a:xfrm>
          <a:prstGeom prst="rect">
            <a:avLst/>
          </a:prstGeom>
          <a:solidFill>
            <a:srgbClr val="FFFF00">
              <a:alpha val="55000"/>
            </a:srgbClr>
          </a:solidFill>
          <a:ln w="127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89" name="Gruppieren 388">
            <a:extLst>
              <a:ext uri="{FF2B5EF4-FFF2-40B4-BE49-F238E27FC236}">
                <a16:creationId xmlns:a16="http://schemas.microsoft.com/office/drawing/2014/main" id="{682CA6A6-A5A1-1DC7-C77A-B61B0CD90AC7}"/>
              </a:ext>
            </a:extLst>
          </p:cNvPr>
          <p:cNvGrpSpPr/>
          <p:nvPr/>
        </p:nvGrpSpPr>
        <p:grpSpPr>
          <a:xfrm rot="5400000">
            <a:off x="8474657" y="712159"/>
            <a:ext cx="343998" cy="255825"/>
            <a:chOff x="7585604" y="3312027"/>
            <a:chExt cx="343998" cy="255825"/>
          </a:xfrm>
        </p:grpSpPr>
        <p:sp>
          <p:nvSpPr>
            <p:cNvPr id="506" name="Rechteck 505">
              <a:extLst>
                <a:ext uri="{FF2B5EF4-FFF2-40B4-BE49-F238E27FC236}">
                  <a16:creationId xmlns:a16="http://schemas.microsoft.com/office/drawing/2014/main" id="{0741E160-5B84-F423-56FB-5F75DA228F07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7" name="Gruppieren 506">
              <a:extLst>
                <a:ext uri="{FF2B5EF4-FFF2-40B4-BE49-F238E27FC236}">
                  <a16:creationId xmlns:a16="http://schemas.microsoft.com/office/drawing/2014/main" id="{FFB78127-0C85-AD34-2240-70A49654AB7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10" name="Rechteck 509">
                <a:extLst>
                  <a:ext uri="{FF2B5EF4-FFF2-40B4-BE49-F238E27FC236}">
                    <a16:creationId xmlns:a16="http://schemas.microsoft.com/office/drawing/2014/main" id="{A3AB3E96-CA41-6099-06F3-395289EBF80F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1" name="Rechteck 510">
                <a:extLst>
                  <a:ext uri="{FF2B5EF4-FFF2-40B4-BE49-F238E27FC236}">
                    <a16:creationId xmlns:a16="http://schemas.microsoft.com/office/drawing/2014/main" id="{090862D3-91CC-E71D-88F0-5710838A2D9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8" name="Rechteck 507">
              <a:extLst>
                <a:ext uri="{FF2B5EF4-FFF2-40B4-BE49-F238E27FC236}">
                  <a16:creationId xmlns:a16="http://schemas.microsoft.com/office/drawing/2014/main" id="{1BF5E445-CD70-5960-3432-619188AE5AD7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9" name="Rechteck 508">
              <a:extLst>
                <a:ext uri="{FF2B5EF4-FFF2-40B4-BE49-F238E27FC236}">
                  <a16:creationId xmlns:a16="http://schemas.microsoft.com/office/drawing/2014/main" id="{DB4EE8E8-ECEF-362B-5B77-D087BCB03342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0" name="Gruppieren 389">
            <a:extLst>
              <a:ext uri="{FF2B5EF4-FFF2-40B4-BE49-F238E27FC236}">
                <a16:creationId xmlns:a16="http://schemas.microsoft.com/office/drawing/2014/main" id="{A875CEA7-4BC1-1D59-934B-8B83C572633E}"/>
              </a:ext>
            </a:extLst>
          </p:cNvPr>
          <p:cNvGrpSpPr/>
          <p:nvPr/>
        </p:nvGrpSpPr>
        <p:grpSpPr>
          <a:xfrm rot="5400000">
            <a:off x="7953077" y="712159"/>
            <a:ext cx="343998" cy="255825"/>
            <a:chOff x="7585604" y="3312027"/>
            <a:chExt cx="343998" cy="255825"/>
          </a:xfrm>
        </p:grpSpPr>
        <p:sp>
          <p:nvSpPr>
            <p:cNvPr id="500" name="Rechteck 499">
              <a:extLst>
                <a:ext uri="{FF2B5EF4-FFF2-40B4-BE49-F238E27FC236}">
                  <a16:creationId xmlns:a16="http://schemas.microsoft.com/office/drawing/2014/main" id="{EB3C5ADA-9348-C6D0-B73E-050BF7DD165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1" name="Gruppieren 500">
              <a:extLst>
                <a:ext uri="{FF2B5EF4-FFF2-40B4-BE49-F238E27FC236}">
                  <a16:creationId xmlns:a16="http://schemas.microsoft.com/office/drawing/2014/main" id="{28D926B1-B765-7BDE-1C24-66DAE2B94846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504" name="Rechteck 503">
                <a:extLst>
                  <a:ext uri="{FF2B5EF4-FFF2-40B4-BE49-F238E27FC236}">
                    <a16:creationId xmlns:a16="http://schemas.microsoft.com/office/drawing/2014/main" id="{6D2B806F-4485-CB23-3DFF-7069887D3575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5" name="Rechteck 504">
                <a:extLst>
                  <a:ext uri="{FF2B5EF4-FFF2-40B4-BE49-F238E27FC236}">
                    <a16:creationId xmlns:a16="http://schemas.microsoft.com/office/drawing/2014/main" id="{D244BB46-29E1-5543-F4FB-B0AE08595C79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02" name="Rechteck 501">
              <a:extLst>
                <a:ext uri="{FF2B5EF4-FFF2-40B4-BE49-F238E27FC236}">
                  <a16:creationId xmlns:a16="http://schemas.microsoft.com/office/drawing/2014/main" id="{66C65229-713B-DF72-5E7E-14EB9CD061C6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F8410760-D599-7802-E9B3-2473A52EC1CF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1" name="Gruppieren 390">
            <a:extLst>
              <a:ext uri="{FF2B5EF4-FFF2-40B4-BE49-F238E27FC236}">
                <a16:creationId xmlns:a16="http://schemas.microsoft.com/office/drawing/2014/main" id="{ABE228F8-5FCE-DBBC-6628-0B9730EE3298}"/>
              </a:ext>
            </a:extLst>
          </p:cNvPr>
          <p:cNvGrpSpPr/>
          <p:nvPr/>
        </p:nvGrpSpPr>
        <p:grpSpPr>
          <a:xfrm rot="5400000">
            <a:off x="7621766" y="712159"/>
            <a:ext cx="343998" cy="255825"/>
            <a:chOff x="7585604" y="3312027"/>
            <a:chExt cx="343998" cy="255825"/>
          </a:xfrm>
        </p:grpSpPr>
        <p:sp>
          <p:nvSpPr>
            <p:cNvPr id="494" name="Rechteck 493">
              <a:extLst>
                <a:ext uri="{FF2B5EF4-FFF2-40B4-BE49-F238E27FC236}">
                  <a16:creationId xmlns:a16="http://schemas.microsoft.com/office/drawing/2014/main" id="{BAE3E286-CBBA-FE73-3308-B355F5DA5C3F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95" name="Gruppieren 494">
              <a:extLst>
                <a:ext uri="{FF2B5EF4-FFF2-40B4-BE49-F238E27FC236}">
                  <a16:creationId xmlns:a16="http://schemas.microsoft.com/office/drawing/2014/main" id="{35B525FC-AF04-25FD-983E-F5B1AE9352EF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8" name="Rechteck 497">
                <a:extLst>
                  <a:ext uri="{FF2B5EF4-FFF2-40B4-BE49-F238E27FC236}">
                    <a16:creationId xmlns:a16="http://schemas.microsoft.com/office/drawing/2014/main" id="{889D3D02-9063-45A0-CA2A-D1D447683F0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9" name="Rechteck 498">
                <a:extLst>
                  <a:ext uri="{FF2B5EF4-FFF2-40B4-BE49-F238E27FC236}">
                    <a16:creationId xmlns:a16="http://schemas.microsoft.com/office/drawing/2014/main" id="{EB019B73-8C89-8B1E-6509-45AAA910E7E2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6" name="Rechteck 495">
              <a:extLst>
                <a:ext uri="{FF2B5EF4-FFF2-40B4-BE49-F238E27FC236}">
                  <a16:creationId xmlns:a16="http://schemas.microsoft.com/office/drawing/2014/main" id="{198646BC-F95C-614E-72A9-78A4529C2940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7" name="Rechteck 496">
              <a:extLst>
                <a:ext uri="{FF2B5EF4-FFF2-40B4-BE49-F238E27FC236}">
                  <a16:creationId xmlns:a16="http://schemas.microsoft.com/office/drawing/2014/main" id="{7A976FAA-4227-142D-9CE3-51BD944354A6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2" name="Gruppieren 391">
            <a:extLst>
              <a:ext uri="{FF2B5EF4-FFF2-40B4-BE49-F238E27FC236}">
                <a16:creationId xmlns:a16="http://schemas.microsoft.com/office/drawing/2014/main" id="{06D96195-AC64-7F1A-BA68-47320EEF760A}"/>
              </a:ext>
            </a:extLst>
          </p:cNvPr>
          <p:cNvGrpSpPr/>
          <p:nvPr/>
        </p:nvGrpSpPr>
        <p:grpSpPr>
          <a:xfrm rot="5400000">
            <a:off x="7290455" y="712159"/>
            <a:ext cx="343998" cy="255825"/>
            <a:chOff x="7585604" y="3312027"/>
            <a:chExt cx="343998" cy="255825"/>
          </a:xfrm>
        </p:grpSpPr>
        <p:sp>
          <p:nvSpPr>
            <p:cNvPr id="488" name="Rechteck 487">
              <a:extLst>
                <a:ext uri="{FF2B5EF4-FFF2-40B4-BE49-F238E27FC236}">
                  <a16:creationId xmlns:a16="http://schemas.microsoft.com/office/drawing/2014/main" id="{52B7D8B7-9A54-7132-E576-94DE4381849C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9" name="Gruppieren 488">
              <a:extLst>
                <a:ext uri="{FF2B5EF4-FFF2-40B4-BE49-F238E27FC236}">
                  <a16:creationId xmlns:a16="http://schemas.microsoft.com/office/drawing/2014/main" id="{E2936DB4-262A-A338-0208-13C28A2B1B81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92" name="Rechteck 491">
                <a:extLst>
                  <a:ext uri="{FF2B5EF4-FFF2-40B4-BE49-F238E27FC236}">
                    <a16:creationId xmlns:a16="http://schemas.microsoft.com/office/drawing/2014/main" id="{2D09E9B7-A9A9-777B-1BEE-209E443B097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93" name="Rechteck 492">
                <a:extLst>
                  <a:ext uri="{FF2B5EF4-FFF2-40B4-BE49-F238E27FC236}">
                    <a16:creationId xmlns:a16="http://schemas.microsoft.com/office/drawing/2014/main" id="{5EFD10C6-E5E6-4962-632E-E67EE639D0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90" name="Rechteck 489">
              <a:extLst>
                <a:ext uri="{FF2B5EF4-FFF2-40B4-BE49-F238E27FC236}">
                  <a16:creationId xmlns:a16="http://schemas.microsoft.com/office/drawing/2014/main" id="{687B9985-0E2A-CDD1-E4E0-3EFC5BC28E09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1" name="Rechteck 490">
              <a:extLst>
                <a:ext uri="{FF2B5EF4-FFF2-40B4-BE49-F238E27FC236}">
                  <a16:creationId xmlns:a16="http://schemas.microsoft.com/office/drawing/2014/main" id="{0B5579A4-9E66-6656-37B6-26B0A317801D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3" name="Gruppieren 392">
            <a:extLst>
              <a:ext uri="{FF2B5EF4-FFF2-40B4-BE49-F238E27FC236}">
                <a16:creationId xmlns:a16="http://schemas.microsoft.com/office/drawing/2014/main" id="{54D9C164-48DA-6CA7-E24B-9524215B2014}"/>
              </a:ext>
            </a:extLst>
          </p:cNvPr>
          <p:cNvGrpSpPr/>
          <p:nvPr/>
        </p:nvGrpSpPr>
        <p:grpSpPr>
          <a:xfrm rot="5400000">
            <a:off x="6959144" y="712159"/>
            <a:ext cx="343998" cy="255825"/>
            <a:chOff x="7585604" y="3312027"/>
            <a:chExt cx="343998" cy="255825"/>
          </a:xfrm>
        </p:grpSpPr>
        <p:sp>
          <p:nvSpPr>
            <p:cNvPr id="482" name="Rechteck 481">
              <a:extLst>
                <a:ext uri="{FF2B5EF4-FFF2-40B4-BE49-F238E27FC236}">
                  <a16:creationId xmlns:a16="http://schemas.microsoft.com/office/drawing/2014/main" id="{C2920E65-CC48-77C6-CA6C-3864203B2E4A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83" name="Gruppieren 482">
              <a:extLst>
                <a:ext uri="{FF2B5EF4-FFF2-40B4-BE49-F238E27FC236}">
                  <a16:creationId xmlns:a16="http://schemas.microsoft.com/office/drawing/2014/main" id="{34E0F291-6503-9780-2651-925F7654F27B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6" name="Rechteck 485">
                <a:extLst>
                  <a:ext uri="{FF2B5EF4-FFF2-40B4-BE49-F238E27FC236}">
                    <a16:creationId xmlns:a16="http://schemas.microsoft.com/office/drawing/2014/main" id="{C69955DB-8CCD-ACCC-1A4E-A4B60A734954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7" name="Rechteck 486">
                <a:extLst>
                  <a:ext uri="{FF2B5EF4-FFF2-40B4-BE49-F238E27FC236}">
                    <a16:creationId xmlns:a16="http://schemas.microsoft.com/office/drawing/2014/main" id="{82B0BEA0-3C23-9AAC-4B54-CD1BACD85C3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4" name="Rechteck 483">
              <a:extLst>
                <a:ext uri="{FF2B5EF4-FFF2-40B4-BE49-F238E27FC236}">
                  <a16:creationId xmlns:a16="http://schemas.microsoft.com/office/drawing/2014/main" id="{3DE19590-0CF5-4BCC-2A15-E94A0C8F048E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5" name="Rechteck 484">
              <a:extLst>
                <a:ext uri="{FF2B5EF4-FFF2-40B4-BE49-F238E27FC236}">
                  <a16:creationId xmlns:a16="http://schemas.microsoft.com/office/drawing/2014/main" id="{F1A3B476-8B50-3A2A-0F5D-7F1654A53FD5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4" name="Gruppieren 393">
            <a:extLst>
              <a:ext uri="{FF2B5EF4-FFF2-40B4-BE49-F238E27FC236}">
                <a16:creationId xmlns:a16="http://schemas.microsoft.com/office/drawing/2014/main" id="{C289694B-00A9-CED2-6CD9-D85BE41AA6B7}"/>
              </a:ext>
            </a:extLst>
          </p:cNvPr>
          <p:cNvGrpSpPr/>
          <p:nvPr/>
        </p:nvGrpSpPr>
        <p:grpSpPr>
          <a:xfrm rot="5400000">
            <a:off x="6627833" y="712159"/>
            <a:ext cx="343998" cy="255825"/>
            <a:chOff x="7585604" y="3312027"/>
            <a:chExt cx="343998" cy="255825"/>
          </a:xfrm>
        </p:grpSpPr>
        <p:sp>
          <p:nvSpPr>
            <p:cNvPr id="476" name="Rechteck 475">
              <a:extLst>
                <a:ext uri="{FF2B5EF4-FFF2-40B4-BE49-F238E27FC236}">
                  <a16:creationId xmlns:a16="http://schemas.microsoft.com/office/drawing/2014/main" id="{32E125C4-5699-1BC1-02E0-92155CF7C839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7" name="Gruppieren 476">
              <a:extLst>
                <a:ext uri="{FF2B5EF4-FFF2-40B4-BE49-F238E27FC236}">
                  <a16:creationId xmlns:a16="http://schemas.microsoft.com/office/drawing/2014/main" id="{A1D54606-0054-F004-87DB-3F7EAEB600D2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80" name="Rechteck 479">
                <a:extLst>
                  <a:ext uri="{FF2B5EF4-FFF2-40B4-BE49-F238E27FC236}">
                    <a16:creationId xmlns:a16="http://schemas.microsoft.com/office/drawing/2014/main" id="{16A60335-9A09-ECCB-DB70-FF2B876C955A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81" name="Rechteck 480">
                <a:extLst>
                  <a:ext uri="{FF2B5EF4-FFF2-40B4-BE49-F238E27FC236}">
                    <a16:creationId xmlns:a16="http://schemas.microsoft.com/office/drawing/2014/main" id="{BDE825F2-1051-82E5-8905-209074193B53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8" name="Rechteck 477">
              <a:extLst>
                <a:ext uri="{FF2B5EF4-FFF2-40B4-BE49-F238E27FC236}">
                  <a16:creationId xmlns:a16="http://schemas.microsoft.com/office/drawing/2014/main" id="{96E3FB18-19E4-07B3-33AB-764B8FBCCD22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9" name="Rechteck 478">
              <a:extLst>
                <a:ext uri="{FF2B5EF4-FFF2-40B4-BE49-F238E27FC236}">
                  <a16:creationId xmlns:a16="http://schemas.microsoft.com/office/drawing/2014/main" id="{7EF61CA3-0BED-D266-6436-E7CABF8F4ACB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95" name="Gruppieren 394">
            <a:extLst>
              <a:ext uri="{FF2B5EF4-FFF2-40B4-BE49-F238E27FC236}">
                <a16:creationId xmlns:a16="http://schemas.microsoft.com/office/drawing/2014/main" id="{1AE5F5E6-2A1D-4314-2B27-B06ACBCEB8A8}"/>
              </a:ext>
            </a:extLst>
          </p:cNvPr>
          <p:cNvGrpSpPr/>
          <p:nvPr/>
        </p:nvGrpSpPr>
        <p:grpSpPr>
          <a:xfrm rot="5400000">
            <a:off x="6296522" y="712159"/>
            <a:ext cx="343998" cy="255825"/>
            <a:chOff x="7585604" y="3312027"/>
            <a:chExt cx="343998" cy="255825"/>
          </a:xfrm>
        </p:grpSpPr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D3479977-E47A-07BE-64AC-89AEBD48708B}"/>
                </a:ext>
              </a:extLst>
            </p:cNvPr>
            <p:cNvSpPr/>
            <p:nvPr/>
          </p:nvSpPr>
          <p:spPr>
            <a:xfrm>
              <a:off x="7585605" y="3312027"/>
              <a:ext cx="343997" cy="25582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1" name="Gruppieren 470">
              <a:extLst>
                <a:ext uri="{FF2B5EF4-FFF2-40B4-BE49-F238E27FC236}">
                  <a16:creationId xmlns:a16="http://schemas.microsoft.com/office/drawing/2014/main" id="{EC204CC4-B286-5234-308B-94302200588D}"/>
                </a:ext>
              </a:extLst>
            </p:cNvPr>
            <p:cNvGrpSpPr/>
            <p:nvPr/>
          </p:nvGrpSpPr>
          <p:grpSpPr>
            <a:xfrm>
              <a:off x="7585604" y="3453153"/>
              <a:ext cx="343998" cy="114699"/>
              <a:chOff x="7599557" y="3453153"/>
              <a:chExt cx="343998" cy="114699"/>
            </a:xfrm>
            <a:solidFill>
              <a:schemeClr val="bg1"/>
            </a:solidFill>
          </p:grpSpPr>
          <p:sp>
            <p:nvSpPr>
              <p:cNvPr id="474" name="Rechteck 473">
                <a:extLst>
                  <a:ext uri="{FF2B5EF4-FFF2-40B4-BE49-F238E27FC236}">
                    <a16:creationId xmlns:a16="http://schemas.microsoft.com/office/drawing/2014/main" id="{D6747900-C3AD-D360-41DF-F76D65B68C52}"/>
                  </a:ext>
                </a:extLst>
              </p:cNvPr>
              <p:cNvSpPr/>
              <p:nvPr/>
            </p:nvSpPr>
            <p:spPr>
              <a:xfrm>
                <a:off x="7599557" y="3453153"/>
                <a:ext cx="343998" cy="50997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75" name="Rechteck 474">
                <a:extLst>
                  <a:ext uri="{FF2B5EF4-FFF2-40B4-BE49-F238E27FC236}">
                    <a16:creationId xmlns:a16="http://schemas.microsoft.com/office/drawing/2014/main" id="{9097FC75-442A-7C60-AD35-827E1F7F8C04}"/>
                  </a:ext>
                </a:extLst>
              </p:cNvPr>
              <p:cNvSpPr/>
              <p:nvPr/>
            </p:nvSpPr>
            <p:spPr>
              <a:xfrm rot="16200000">
                <a:off x="7735267" y="3513142"/>
                <a:ext cx="63701" cy="45719"/>
              </a:xfrm>
              <a:prstGeom prst="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B5936215-F0A0-3A44-F69E-78396CEC1DB8}"/>
                </a:ext>
              </a:extLst>
            </p:cNvPr>
            <p:cNvSpPr/>
            <p:nvPr/>
          </p:nvSpPr>
          <p:spPr>
            <a:xfrm>
              <a:off x="7790605" y="3413534"/>
              <a:ext cx="45720" cy="54469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73BCC196-AC7E-BBB2-6CD1-5E90B16C7184}"/>
                </a:ext>
              </a:extLst>
            </p:cNvPr>
            <p:cNvSpPr/>
            <p:nvPr/>
          </p:nvSpPr>
          <p:spPr>
            <a:xfrm>
              <a:off x="7674468" y="3413534"/>
              <a:ext cx="45720" cy="5446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96" name="Textfeld 395">
            <a:extLst>
              <a:ext uri="{FF2B5EF4-FFF2-40B4-BE49-F238E27FC236}">
                <a16:creationId xmlns:a16="http://schemas.microsoft.com/office/drawing/2014/main" id="{B580EF25-6B79-DA24-E1CD-83F3E37E87D7}"/>
              </a:ext>
            </a:extLst>
          </p:cNvPr>
          <p:cNvSpPr txBox="1"/>
          <p:nvPr/>
        </p:nvSpPr>
        <p:spPr>
          <a:xfrm>
            <a:off x="629488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A4</a:t>
            </a:r>
          </a:p>
        </p:txBody>
      </p:sp>
      <p:sp>
        <p:nvSpPr>
          <p:cNvPr id="397" name="Textfeld 396">
            <a:extLst>
              <a:ext uri="{FF2B5EF4-FFF2-40B4-BE49-F238E27FC236}">
                <a16:creationId xmlns:a16="http://schemas.microsoft.com/office/drawing/2014/main" id="{467A474B-B62C-F9CC-3C39-532EB7407ABF}"/>
              </a:ext>
            </a:extLst>
          </p:cNvPr>
          <p:cNvSpPr txBox="1"/>
          <p:nvPr/>
        </p:nvSpPr>
        <p:spPr>
          <a:xfrm>
            <a:off x="6618399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A3</a:t>
            </a:r>
          </a:p>
        </p:txBody>
      </p:sp>
      <p:sp>
        <p:nvSpPr>
          <p:cNvPr id="398" name="Textfeld 397">
            <a:extLst>
              <a:ext uri="{FF2B5EF4-FFF2-40B4-BE49-F238E27FC236}">
                <a16:creationId xmlns:a16="http://schemas.microsoft.com/office/drawing/2014/main" id="{2FBE1453-C1D5-7FDF-83D5-3DFF5CF4CC0B}"/>
              </a:ext>
            </a:extLst>
          </p:cNvPr>
          <p:cNvSpPr txBox="1"/>
          <p:nvPr/>
        </p:nvSpPr>
        <p:spPr>
          <a:xfrm>
            <a:off x="6951794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A2</a:t>
            </a:r>
          </a:p>
        </p:txBody>
      </p:sp>
      <p:sp>
        <p:nvSpPr>
          <p:cNvPr id="399" name="Textfeld 398">
            <a:extLst>
              <a:ext uri="{FF2B5EF4-FFF2-40B4-BE49-F238E27FC236}">
                <a16:creationId xmlns:a16="http://schemas.microsoft.com/office/drawing/2014/main" id="{B4F78573-4FCE-F1E1-5FBA-8C2259B2A2F8}"/>
              </a:ext>
            </a:extLst>
          </p:cNvPr>
          <p:cNvSpPr txBox="1"/>
          <p:nvPr/>
        </p:nvSpPr>
        <p:spPr>
          <a:xfrm>
            <a:off x="7275128" y="389811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A1</a:t>
            </a:r>
          </a:p>
        </p:txBody>
      </p:sp>
      <p:sp>
        <p:nvSpPr>
          <p:cNvPr id="400" name="Textfeld 399">
            <a:extLst>
              <a:ext uri="{FF2B5EF4-FFF2-40B4-BE49-F238E27FC236}">
                <a16:creationId xmlns:a16="http://schemas.microsoft.com/office/drawing/2014/main" id="{A5FF11E6-C4DB-751E-08A6-E29CDCBE086F}"/>
              </a:ext>
            </a:extLst>
          </p:cNvPr>
          <p:cNvSpPr txBox="1"/>
          <p:nvPr/>
        </p:nvSpPr>
        <p:spPr>
          <a:xfrm>
            <a:off x="7591493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M1</a:t>
            </a:r>
          </a:p>
        </p:txBody>
      </p:sp>
      <p:sp>
        <p:nvSpPr>
          <p:cNvPr id="401" name="Textfeld 400">
            <a:extLst>
              <a:ext uri="{FF2B5EF4-FFF2-40B4-BE49-F238E27FC236}">
                <a16:creationId xmlns:a16="http://schemas.microsoft.com/office/drawing/2014/main" id="{D6ACA096-717B-0D00-E57E-F2A54B20F826}"/>
              </a:ext>
            </a:extLst>
          </p:cNvPr>
          <p:cNvSpPr txBox="1"/>
          <p:nvPr/>
        </p:nvSpPr>
        <p:spPr>
          <a:xfrm>
            <a:off x="7930605" y="389811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M2</a:t>
            </a:r>
          </a:p>
        </p:txBody>
      </p:sp>
      <p:sp>
        <p:nvSpPr>
          <p:cNvPr id="402" name="Textfeld 401">
            <a:extLst>
              <a:ext uri="{FF2B5EF4-FFF2-40B4-BE49-F238E27FC236}">
                <a16:creationId xmlns:a16="http://schemas.microsoft.com/office/drawing/2014/main" id="{48FBDF09-6229-E810-4A42-1C0FDFBF5FC6}"/>
              </a:ext>
            </a:extLst>
          </p:cNvPr>
          <p:cNvSpPr txBox="1"/>
          <p:nvPr/>
        </p:nvSpPr>
        <p:spPr>
          <a:xfrm>
            <a:off x="8470939" y="389811"/>
            <a:ext cx="3497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9V</a:t>
            </a:r>
          </a:p>
        </p:txBody>
      </p:sp>
      <p:sp>
        <p:nvSpPr>
          <p:cNvPr id="403" name="Rechteck 402">
            <a:extLst>
              <a:ext uri="{FF2B5EF4-FFF2-40B4-BE49-F238E27FC236}">
                <a16:creationId xmlns:a16="http://schemas.microsoft.com/office/drawing/2014/main" id="{94CCEB54-F1C4-A083-B757-F2E2A9B871A8}"/>
              </a:ext>
            </a:extLst>
          </p:cNvPr>
          <p:cNvSpPr/>
          <p:nvPr/>
        </p:nvSpPr>
        <p:spPr>
          <a:xfrm>
            <a:off x="8335068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4" name="Rechteck 403">
            <a:extLst>
              <a:ext uri="{FF2B5EF4-FFF2-40B4-BE49-F238E27FC236}">
                <a16:creationId xmlns:a16="http://schemas.microsoft.com/office/drawing/2014/main" id="{B40F5719-13BC-32C8-6159-090F549583F6}"/>
              </a:ext>
            </a:extLst>
          </p:cNvPr>
          <p:cNvSpPr/>
          <p:nvPr/>
        </p:nvSpPr>
        <p:spPr>
          <a:xfrm>
            <a:off x="6147230" y="493688"/>
            <a:ext cx="100670" cy="11462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5" name="Gruppieren 404">
            <a:extLst>
              <a:ext uri="{FF2B5EF4-FFF2-40B4-BE49-F238E27FC236}">
                <a16:creationId xmlns:a16="http://schemas.microsoft.com/office/drawing/2014/main" id="{175BB59F-5E61-29F1-F406-1CD69D7C3FCB}"/>
              </a:ext>
            </a:extLst>
          </p:cNvPr>
          <p:cNvGrpSpPr/>
          <p:nvPr/>
        </p:nvGrpSpPr>
        <p:grpSpPr>
          <a:xfrm rot="16200000">
            <a:off x="8335345" y="1879697"/>
            <a:ext cx="637423" cy="468399"/>
            <a:chOff x="5360743" y="3212199"/>
            <a:chExt cx="637423" cy="468399"/>
          </a:xfrm>
        </p:grpSpPr>
        <p:sp>
          <p:nvSpPr>
            <p:cNvPr id="468" name="Rechteck: abgerundete Ecken 467">
              <a:extLst>
                <a:ext uri="{FF2B5EF4-FFF2-40B4-BE49-F238E27FC236}">
                  <a16:creationId xmlns:a16="http://schemas.microsoft.com/office/drawing/2014/main" id="{978A7072-7CEE-C260-8008-5C0CC9F4CFE0}"/>
                </a:ext>
              </a:extLst>
            </p:cNvPr>
            <p:cNvSpPr/>
            <p:nvPr/>
          </p:nvSpPr>
          <p:spPr>
            <a:xfrm>
              <a:off x="5448389" y="3212199"/>
              <a:ext cx="487812" cy="46839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469" name="Textfeld 468">
              <a:extLst>
                <a:ext uri="{FF2B5EF4-FFF2-40B4-BE49-F238E27FC236}">
                  <a16:creationId xmlns:a16="http://schemas.microsoft.com/office/drawing/2014/main" id="{BD6E968F-57DC-7343-14DE-754ED75990AF}"/>
                </a:ext>
              </a:extLst>
            </p:cNvPr>
            <p:cNvSpPr txBox="1"/>
            <p:nvPr/>
          </p:nvSpPr>
          <p:spPr>
            <a:xfrm>
              <a:off x="5360743" y="3318622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</p:grpSp>
      <p:sp>
        <p:nvSpPr>
          <p:cNvPr id="406" name="Ellipse 405">
            <a:extLst>
              <a:ext uri="{FF2B5EF4-FFF2-40B4-BE49-F238E27FC236}">
                <a16:creationId xmlns:a16="http://schemas.microsoft.com/office/drawing/2014/main" id="{4C1A3EBC-E373-770A-6F98-E55AFAE0356D}"/>
              </a:ext>
            </a:extLst>
          </p:cNvPr>
          <p:cNvSpPr/>
          <p:nvPr/>
        </p:nvSpPr>
        <p:spPr>
          <a:xfrm>
            <a:off x="5825229" y="1253228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7" name="Ellipse 406">
            <a:extLst>
              <a:ext uri="{FF2B5EF4-FFF2-40B4-BE49-F238E27FC236}">
                <a16:creationId xmlns:a16="http://schemas.microsoft.com/office/drawing/2014/main" id="{82AD782B-0362-15E1-4D8A-193B1F67D725}"/>
              </a:ext>
            </a:extLst>
          </p:cNvPr>
          <p:cNvSpPr/>
          <p:nvPr/>
        </p:nvSpPr>
        <p:spPr>
          <a:xfrm>
            <a:off x="8333030" y="1243356"/>
            <a:ext cx="422671" cy="408304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08" name="Gruppieren 407">
            <a:extLst>
              <a:ext uri="{FF2B5EF4-FFF2-40B4-BE49-F238E27FC236}">
                <a16:creationId xmlns:a16="http://schemas.microsoft.com/office/drawing/2014/main" id="{C8E8FFC1-A0F5-9C1C-5D9F-036A691226AC}"/>
              </a:ext>
            </a:extLst>
          </p:cNvPr>
          <p:cNvGrpSpPr/>
          <p:nvPr/>
        </p:nvGrpSpPr>
        <p:grpSpPr>
          <a:xfrm>
            <a:off x="6720361" y="1117366"/>
            <a:ext cx="1201405" cy="596547"/>
            <a:chOff x="4322578" y="2401407"/>
            <a:chExt cx="1201405" cy="596547"/>
          </a:xfrm>
        </p:grpSpPr>
        <p:sp>
          <p:nvSpPr>
            <p:cNvPr id="463" name="Rechteck 462">
              <a:extLst>
                <a:ext uri="{FF2B5EF4-FFF2-40B4-BE49-F238E27FC236}">
                  <a16:creationId xmlns:a16="http://schemas.microsoft.com/office/drawing/2014/main" id="{69F8AF28-C71E-5E42-48B4-B3F606E2D51D}"/>
                </a:ext>
              </a:extLst>
            </p:cNvPr>
            <p:cNvSpPr/>
            <p:nvPr/>
          </p:nvSpPr>
          <p:spPr>
            <a:xfrm>
              <a:off x="4322578" y="2449453"/>
              <a:ext cx="1137161" cy="548501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64" name="Grafik 463">
              <a:extLst>
                <a:ext uri="{FF2B5EF4-FFF2-40B4-BE49-F238E27FC236}">
                  <a16:creationId xmlns:a16="http://schemas.microsoft.com/office/drawing/2014/main" id="{BBA8BAAC-BF10-953E-D3BE-0D4C12735A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377535" y="2641136"/>
              <a:ext cx="1009949" cy="301079"/>
            </a:xfrm>
            <a:prstGeom prst="rect">
              <a:avLst/>
            </a:prstGeom>
          </p:spPr>
        </p:pic>
        <p:cxnSp>
          <p:nvCxnSpPr>
            <p:cNvPr id="465" name="Gerader Verbinder 464">
              <a:extLst>
                <a:ext uri="{FF2B5EF4-FFF2-40B4-BE49-F238E27FC236}">
                  <a16:creationId xmlns:a16="http://schemas.microsoft.com/office/drawing/2014/main" id="{4A74D0C8-11BF-FD4D-7B89-66E7B6507830}"/>
                </a:ext>
              </a:extLst>
            </p:cNvPr>
            <p:cNvCxnSpPr/>
            <p:nvPr/>
          </p:nvCxnSpPr>
          <p:spPr>
            <a:xfrm>
              <a:off x="4322578" y="2562889"/>
              <a:ext cx="1137161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466" name="Textfeld 465">
              <a:extLst>
                <a:ext uri="{FF2B5EF4-FFF2-40B4-BE49-F238E27FC236}">
                  <a16:creationId xmlns:a16="http://schemas.microsoft.com/office/drawing/2014/main" id="{4C700B98-6E71-AC7A-1EE5-A99521566BC5}"/>
                </a:ext>
              </a:extLst>
            </p:cNvPr>
            <p:cNvSpPr txBox="1"/>
            <p:nvPr/>
          </p:nvSpPr>
          <p:spPr>
            <a:xfrm>
              <a:off x="4667378" y="2401407"/>
              <a:ext cx="44755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online</a:t>
              </a:r>
            </a:p>
          </p:txBody>
        </p:sp>
        <p:sp>
          <p:nvSpPr>
            <p:cNvPr id="467" name="Textfeld 466">
              <a:extLst>
                <a:ext uri="{FF2B5EF4-FFF2-40B4-BE49-F238E27FC236}">
                  <a16:creationId xmlns:a16="http://schemas.microsoft.com/office/drawing/2014/main" id="{CA4AFC6E-0A5B-4902-CBEC-9D42E38975B4}"/>
                </a:ext>
              </a:extLst>
            </p:cNvPr>
            <p:cNvSpPr txBox="1"/>
            <p:nvPr/>
          </p:nvSpPr>
          <p:spPr>
            <a:xfrm>
              <a:off x="5235122" y="2401407"/>
              <a:ext cx="28886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>
                  <a:solidFill>
                    <a:schemeClr val="accent4"/>
                  </a:solidFill>
                </a:rPr>
                <a:t>K1</a:t>
              </a:r>
            </a:p>
          </p:txBody>
        </p:sp>
      </p:grpSp>
      <p:pic>
        <p:nvPicPr>
          <p:cNvPr id="409" name="Grafik 408">
            <a:extLst>
              <a:ext uri="{FF2B5EF4-FFF2-40B4-BE49-F238E27FC236}">
                <a16:creationId xmlns:a16="http://schemas.microsoft.com/office/drawing/2014/main" id="{4B69DAF3-BB67-5580-B594-CB82E81B93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7573" y="2747705"/>
            <a:ext cx="1009949" cy="301079"/>
          </a:xfrm>
          <a:prstGeom prst="rect">
            <a:avLst/>
          </a:prstGeom>
        </p:spPr>
      </p:pic>
      <p:cxnSp>
        <p:nvCxnSpPr>
          <p:cNvPr id="410" name="Gerader Verbinder 409">
            <a:extLst>
              <a:ext uri="{FF2B5EF4-FFF2-40B4-BE49-F238E27FC236}">
                <a16:creationId xmlns:a16="http://schemas.microsoft.com/office/drawing/2014/main" id="{4B525CEE-CB63-09BD-7570-446AD632BC7D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Gerader Verbinder 410">
            <a:extLst>
              <a:ext uri="{FF2B5EF4-FFF2-40B4-BE49-F238E27FC236}">
                <a16:creationId xmlns:a16="http://schemas.microsoft.com/office/drawing/2014/main" id="{8D1273F2-550C-86AD-BA62-AD4D3D382DB4}"/>
              </a:ext>
            </a:extLst>
          </p:cNvPr>
          <p:cNvCxnSpPr>
            <a:cxnSpLocks/>
          </p:cNvCxnSpPr>
          <p:nvPr/>
        </p:nvCxnSpPr>
        <p:spPr>
          <a:xfrm>
            <a:off x="8317578" y="2039467"/>
            <a:ext cx="0" cy="1024374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Gerader Verbinder 411">
            <a:extLst>
              <a:ext uri="{FF2B5EF4-FFF2-40B4-BE49-F238E27FC236}">
                <a16:creationId xmlns:a16="http://schemas.microsoft.com/office/drawing/2014/main" id="{AA1AF16C-F060-1332-320D-E43507F66439}"/>
              </a:ext>
            </a:extLst>
          </p:cNvPr>
          <p:cNvCxnSpPr>
            <a:cxnSpLocks/>
          </p:cNvCxnSpPr>
          <p:nvPr/>
        </p:nvCxnSpPr>
        <p:spPr>
          <a:xfrm>
            <a:off x="6340609" y="2039467"/>
            <a:ext cx="1976969" cy="5279"/>
          </a:xfrm>
          <a:prstGeom prst="line">
            <a:avLst/>
          </a:prstGeom>
          <a:ln w="19050">
            <a:solidFill>
              <a:srgbClr val="C9D5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Ellipse 412">
            <a:extLst>
              <a:ext uri="{FF2B5EF4-FFF2-40B4-BE49-F238E27FC236}">
                <a16:creationId xmlns:a16="http://schemas.microsoft.com/office/drawing/2014/main" id="{EB03628B-6964-4A96-6F99-1CB920D3A5F2}"/>
              </a:ext>
            </a:extLst>
          </p:cNvPr>
          <p:cNvSpPr/>
          <p:nvPr/>
        </p:nvSpPr>
        <p:spPr>
          <a:xfrm>
            <a:off x="67712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4" name="Ellipse 413">
            <a:extLst>
              <a:ext uri="{FF2B5EF4-FFF2-40B4-BE49-F238E27FC236}">
                <a16:creationId xmlns:a16="http://schemas.microsoft.com/office/drawing/2014/main" id="{C2FDFEE7-B8E6-6A40-197F-539E75589AF7}"/>
              </a:ext>
            </a:extLst>
          </p:cNvPr>
          <p:cNvSpPr/>
          <p:nvPr/>
        </p:nvSpPr>
        <p:spPr>
          <a:xfrm>
            <a:off x="70648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5" name="Ellipse 414">
            <a:extLst>
              <a:ext uri="{FF2B5EF4-FFF2-40B4-BE49-F238E27FC236}">
                <a16:creationId xmlns:a16="http://schemas.microsoft.com/office/drawing/2014/main" id="{AA83C6EA-B788-F02C-69D1-8E404EF7E72B}"/>
              </a:ext>
            </a:extLst>
          </p:cNvPr>
          <p:cNvSpPr/>
          <p:nvPr/>
        </p:nvSpPr>
        <p:spPr>
          <a:xfrm>
            <a:off x="735835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6" name="Ellipse 415">
            <a:extLst>
              <a:ext uri="{FF2B5EF4-FFF2-40B4-BE49-F238E27FC236}">
                <a16:creationId xmlns:a16="http://schemas.microsoft.com/office/drawing/2014/main" id="{D85881C9-0B95-61FE-D9E5-4D9A6DBB142D}"/>
              </a:ext>
            </a:extLst>
          </p:cNvPr>
          <p:cNvSpPr/>
          <p:nvPr/>
        </p:nvSpPr>
        <p:spPr>
          <a:xfrm>
            <a:off x="76519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7" name="Ellipse 416">
            <a:extLst>
              <a:ext uri="{FF2B5EF4-FFF2-40B4-BE49-F238E27FC236}">
                <a16:creationId xmlns:a16="http://schemas.microsoft.com/office/drawing/2014/main" id="{42DC72A2-5071-D3B4-84FD-D9610E5D620B}"/>
              </a:ext>
            </a:extLst>
          </p:cNvPr>
          <p:cNvSpPr/>
          <p:nvPr/>
        </p:nvSpPr>
        <p:spPr>
          <a:xfrm>
            <a:off x="6477700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8" name="Ellipse 417">
            <a:extLst>
              <a:ext uri="{FF2B5EF4-FFF2-40B4-BE49-F238E27FC236}">
                <a16:creationId xmlns:a16="http://schemas.microsoft.com/office/drawing/2014/main" id="{3B8EBBB0-D54C-4DD9-033F-31C37D3B1EC4}"/>
              </a:ext>
            </a:extLst>
          </p:cNvPr>
          <p:cNvSpPr/>
          <p:nvPr/>
        </p:nvSpPr>
        <p:spPr>
          <a:xfrm>
            <a:off x="7945448" y="2188296"/>
            <a:ext cx="115417" cy="114625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9" name="Textfeld 418">
            <a:extLst>
              <a:ext uri="{FF2B5EF4-FFF2-40B4-BE49-F238E27FC236}">
                <a16:creationId xmlns:a16="http://schemas.microsoft.com/office/drawing/2014/main" id="{C0D4EC1B-9DE2-8FF6-8EDD-EA856AB066B1}"/>
              </a:ext>
            </a:extLst>
          </p:cNvPr>
          <p:cNvSpPr txBox="1"/>
          <p:nvPr/>
        </p:nvSpPr>
        <p:spPr>
          <a:xfrm rot="16200000">
            <a:off x="6243296" y="2409762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RESET</a:t>
            </a:r>
          </a:p>
        </p:txBody>
      </p:sp>
      <p:sp>
        <p:nvSpPr>
          <p:cNvPr id="420" name="Textfeld 419">
            <a:extLst>
              <a:ext uri="{FF2B5EF4-FFF2-40B4-BE49-F238E27FC236}">
                <a16:creationId xmlns:a16="http://schemas.microsoft.com/office/drawing/2014/main" id="{BDEFE229-521B-8CA0-122C-0D00DB6FEFDC}"/>
              </a:ext>
            </a:extLst>
          </p:cNvPr>
          <p:cNvSpPr txBox="1"/>
          <p:nvPr/>
        </p:nvSpPr>
        <p:spPr>
          <a:xfrm rot="16200000">
            <a:off x="665739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S1</a:t>
            </a:r>
          </a:p>
        </p:txBody>
      </p:sp>
      <p:sp>
        <p:nvSpPr>
          <p:cNvPr id="421" name="Textfeld 420">
            <a:extLst>
              <a:ext uri="{FF2B5EF4-FFF2-40B4-BE49-F238E27FC236}">
                <a16:creationId xmlns:a16="http://schemas.microsoft.com/office/drawing/2014/main" id="{2A1D028F-147A-C9BE-796F-B96C8AB04532}"/>
              </a:ext>
            </a:extLst>
          </p:cNvPr>
          <p:cNvSpPr txBox="1"/>
          <p:nvPr/>
        </p:nvSpPr>
        <p:spPr>
          <a:xfrm rot="16200000">
            <a:off x="6951460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S2</a:t>
            </a:r>
          </a:p>
        </p:txBody>
      </p:sp>
      <p:sp>
        <p:nvSpPr>
          <p:cNvPr id="422" name="Textfeld 421">
            <a:extLst>
              <a:ext uri="{FF2B5EF4-FFF2-40B4-BE49-F238E27FC236}">
                <a16:creationId xmlns:a16="http://schemas.microsoft.com/office/drawing/2014/main" id="{1140DDB4-E81B-9A35-8372-7054DE322DA1}"/>
              </a:ext>
            </a:extLst>
          </p:cNvPr>
          <p:cNvSpPr txBox="1"/>
          <p:nvPr/>
        </p:nvSpPr>
        <p:spPr>
          <a:xfrm rot="16200000">
            <a:off x="7249185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S3</a:t>
            </a:r>
          </a:p>
        </p:txBody>
      </p:sp>
      <p:sp>
        <p:nvSpPr>
          <p:cNvPr id="423" name="Textfeld 422">
            <a:extLst>
              <a:ext uri="{FF2B5EF4-FFF2-40B4-BE49-F238E27FC236}">
                <a16:creationId xmlns:a16="http://schemas.microsoft.com/office/drawing/2014/main" id="{644057AD-E356-8D8A-F0E1-737E8ED60401}"/>
              </a:ext>
            </a:extLst>
          </p:cNvPr>
          <p:cNvSpPr txBox="1"/>
          <p:nvPr/>
        </p:nvSpPr>
        <p:spPr>
          <a:xfrm rot="16200000">
            <a:off x="7548548" y="2286846"/>
            <a:ext cx="333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S4</a:t>
            </a:r>
          </a:p>
        </p:txBody>
      </p:sp>
      <p:sp>
        <p:nvSpPr>
          <p:cNvPr id="424" name="Textfeld 423">
            <a:extLst>
              <a:ext uri="{FF2B5EF4-FFF2-40B4-BE49-F238E27FC236}">
                <a16:creationId xmlns:a16="http://schemas.microsoft.com/office/drawing/2014/main" id="{6CE9FD44-7F38-B518-E5DA-FF97AD8F9891}"/>
              </a:ext>
            </a:extLst>
          </p:cNvPr>
          <p:cNvSpPr txBox="1"/>
          <p:nvPr/>
        </p:nvSpPr>
        <p:spPr>
          <a:xfrm rot="16200000">
            <a:off x="7809526" y="2317967"/>
            <a:ext cx="3866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ON</a:t>
            </a:r>
          </a:p>
        </p:txBody>
      </p:sp>
      <p:sp>
        <p:nvSpPr>
          <p:cNvPr id="425" name="Textfeld 424">
            <a:extLst>
              <a:ext uri="{FF2B5EF4-FFF2-40B4-BE49-F238E27FC236}">
                <a16:creationId xmlns:a16="http://schemas.microsoft.com/office/drawing/2014/main" id="{CDDBE73D-21B8-1D00-D220-3DA5BD6D564C}"/>
              </a:ext>
            </a:extLst>
          </p:cNvPr>
          <p:cNvSpPr txBox="1"/>
          <p:nvPr/>
        </p:nvSpPr>
        <p:spPr>
          <a:xfrm>
            <a:off x="5873561" y="1316438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J1</a:t>
            </a:r>
          </a:p>
        </p:txBody>
      </p:sp>
      <p:sp>
        <p:nvSpPr>
          <p:cNvPr id="426" name="Textfeld 425">
            <a:extLst>
              <a:ext uri="{FF2B5EF4-FFF2-40B4-BE49-F238E27FC236}">
                <a16:creationId xmlns:a16="http://schemas.microsoft.com/office/drawing/2014/main" id="{9021E4BA-FE21-4FEC-F86A-BC16174C839A}"/>
              </a:ext>
            </a:extLst>
          </p:cNvPr>
          <p:cNvSpPr txBox="1"/>
          <p:nvPr/>
        </p:nvSpPr>
        <p:spPr>
          <a:xfrm>
            <a:off x="8406096" y="1299684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J2</a:t>
            </a:r>
          </a:p>
        </p:txBody>
      </p:sp>
      <p:sp>
        <p:nvSpPr>
          <p:cNvPr id="427" name="Textfeld 426">
            <a:extLst>
              <a:ext uri="{FF2B5EF4-FFF2-40B4-BE49-F238E27FC236}">
                <a16:creationId xmlns:a16="http://schemas.microsoft.com/office/drawing/2014/main" id="{BE895460-64A8-2128-CE63-AEEB2C070EC9}"/>
              </a:ext>
            </a:extLst>
          </p:cNvPr>
          <p:cNvSpPr txBox="1"/>
          <p:nvPr/>
        </p:nvSpPr>
        <p:spPr>
          <a:xfrm rot="16200000">
            <a:off x="5163492" y="2327263"/>
            <a:ext cx="7925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sp>
        <p:nvSpPr>
          <p:cNvPr id="428" name="Rechteck 427">
            <a:extLst>
              <a:ext uri="{FF2B5EF4-FFF2-40B4-BE49-F238E27FC236}">
                <a16:creationId xmlns:a16="http://schemas.microsoft.com/office/drawing/2014/main" id="{5102ED21-7756-A9B9-D715-709C981B962C}"/>
              </a:ext>
            </a:extLst>
          </p:cNvPr>
          <p:cNvSpPr/>
          <p:nvPr/>
        </p:nvSpPr>
        <p:spPr>
          <a:xfrm rot="16200000">
            <a:off x="5139635" y="2431855"/>
            <a:ext cx="1137161" cy="73152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9" name="Textfeld 428">
            <a:extLst>
              <a:ext uri="{FF2B5EF4-FFF2-40B4-BE49-F238E27FC236}">
                <a16:creationId xmlns:a16="http://schemas.microsoft.com/office/drawing/2014/main" id="{C8D6ABA6-0DC3-E372-636F-B856F8314607}"/>
              </a:ext>
            </a:extLst>
          </p:cNvPr>
          <p:cNvSpPr txBox="1"/>
          <p:nvPr/>
        </p:nvSpPr>
        <p:spPr>
          <a:xfrm>
            <a:off x="6898736" y="3518302"/>
            <a:ext cx="792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Extension</a:t>
            </a:r>
          </a:p>
        </p:txBody>
      </p:sp>
      <p:grpSp>
        <p:nvGrpSpPr>
          <p:cNvPr id="430" name="Gruppieren 429">
            <a:extLst>
              <a:ext uri="{FF2B5EF4-FFF2-40B4-BE49-F238E27FC236}">
                <a16:creationId xmlns:a16="http://schemas.microsoft.com/office/drawing/2014/main" id="{7DF78D5B-41E3-FAF8-D024-6015D70D2CB1}"/>
              </a:ext>
            </a:extLst>
          </p:cNvPr>
          <p:cNvGrpSpPr/>
          <p:nvPr/>
        </p:nvGrpSpPr>
        <p:grpSpPr>
          <a:xfrm>
            <a:off x="6515396" y="3731156"/>
            <a:ext cx="1550821" cy="1387496"/>
            <a:chOff x="6530636" y="3731156"/>
            <a:chExt cx="1550821" cy="1387496"/>
          </a:xfrm>
        </p:grpSpPr>
        <p:sp>
          <p:nvSpPr>
            <p:cNvPr id="431" name="Rechteck 430">
              <a:extLst>
                <a:ext uri="{FF2B5EF4-FFF2-40B4-BE49-F238E27FC236}">
                  <a16:creationId xmlns:a16="http://schemas.microsoft.com/office/drawing/2014/main" id="{8E8C9B40-22EF-5CA7-CECB-FEA1D4EE81C7}"/>
                </a:ext>
              </a:extLst>
            </p:cNvPr>
            <p:cNvSpPr/>
            <p:nvPr/>
          </p:nvSpPr>
          <p:spPr>
            <a:xfrm rot="5400000">
              <a:off x="6643684" y="4241037"/>
              <a:ext cx="1333173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2" name="Rechteck 431">
              <a:extLst>
                <a:ext uri="{FF2B5EF4-FFF2-40B4-BE49-F238E27FC236}">
                  <a16:creationId xmlns:a16="http://schemas.microsoft.com/office/drawing/2014/main" id="{564F48E1-8BA4-2C8E-4025-61BB5688C657}"/>
                </a:ext>
              </a:extLst>
            </p:cNvPr>
            <p:cNvSpPr/>
            <p:nvPr/>
          </p:nvSpPr>
          <p:spPr>
            <a:xfrm rot="5400000">
              <a:off x="7346538" y="381398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E7B9048B-9E06-69AC-3006-1786A2F35A23}"/>
                </a:ext>
              </a:extLst>
            </p:cNvPr>
            <p:cNvSpPr/>
            <p:nvPr/>
          </p:nvSpPr>
          <p:spPr>
            <a:xfrm rot="5400000">
              <a:off x="7346538" y="399785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4B658453-C0D8-664F-A547-E142B360A66B}"/>
                </a:ext>
              </a:extLst>
            </p:cNvPr>
            <p:cNvSpPr/>
            <p:nvPr/>
          </p:nvSpPr>
          <p:spPr>
            <a:xfrm rot="5400000">
              <a:off x="7346538" y="418172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0A0BA63D-760F-8EF6-3680-DDE111BD04C3}"/>
                </a:ext>
              </a:extLst>
            </p:cNvPr>
            <p:cNvSpPr/>
            <p:nvPr/>
          </p:nvSpPr>
          <p:spPr>
            <a:xfrm rot="5400000">
              <a:off x="7346538" y="436559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6" name="Rechteck 435">
              <a:extLst>
                <a:ext uri="{FF2B5EF4-FFF2-40B4-BE49-F238E27FC236}">
                  <a16:creationId xmlns:a16="http://schemas.microsoft.com/office/drawing/2014/main" id="{13140B89-27F6-5C7B-F797-0FDED72B40EF}"/>
                </a:ext>
              </a:extLst>
            </p:cNvPr>
            <p:cNvSpPr/>
            <p:nvPr/>
          </p:nvSpPr>
          <p:spPr>
            <a:xfrm rot="5400000">
              <a:off x="7346538" y="454946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7" name="Rechteck 436">
              <a:extLst>
                <a:ext uri="{FF2B5EF4-FFF2-40B4-BE49-F238E27FC236}">
                  <a16:creationId xmlns:a16="http://schemas.microsoft.com/office/drawing/2014/main" id="{84214E3A-11FA-67B1-4A65-2D024709BDA8}"/>
                </a:ext>
              </a:extLst>
            </p:cNvPr>
            <p:cNvSpPr/>
            <p:nvPr/>
          </p:nvSpPr>
          <p:spPr>
            <a:xfrm rot="5400000">
              <a:off x="7346538" y="473333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8" name="Rechteck 437">
              <a:extLst>
                <a:ext uri="{FF2B5EF4-FFF2-40B4-BE49-F238E27FC236}">
                  <a16:creationId xmlns:a16="http://schemas.microsoft.com/office/drawing/2014/main" id="{6E0E6A25-1428-2A5F-7550-63C9E8ACE6C8}"/>
                </a:ext>
              </a:extLst>
            </p:cNvPr>
            <p:cNvSpPr/>
            <p:nvPr/>
          </p:nvSpPr>
          <p:spPr>
            <a:xfrm rot="5400000">
              <a:off x="7346538" y="491720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9" name="Rechteck 438">
              <a:extLst>
                <a:ext uri="{FF2B5EF4-FFF2-40B4-BE49-F238E27FC236}">
                  <a16:creationId xmlns:a16="http://schemas.microsoft.com/office/drawing/2014/main" id="{92FEB3EA-FDA7-2A63-9648-3CA34ED74D90}"/>
                </a:ext>
              </a:extLst>
            </p:cNvPr>
            <p:cNvSpPr/>
            <p:nvPr/>
          </p:nvSpPr>
          <p:spPr>
            <a:xfrm rot="5400000">
              <a:off x="7181754" y="3814622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0" name="Rechteck 439">
              <a:extLst>
                <a:ext uri="{FF2B5EF4-FFF2-40B4-BE49-F238E27FC236}">
                  <a16:creationId xmlns:a16="http://schemas.microsoft.com/office/drawing/2014/main" id="{1FAA6E39-7608-7972-DF1E-2C4CEF06E463}"/>
                </a:ext>
              </a:extLst>
            </p:cNvPr>
            <p:cNvSpPr/>
            <p:nvPr/>
          </p:nvSpPr>
          <p:spPr>
            <a:xfrm rot="5400000">
              <a:off x="7181754" y="3998493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1" name="Rechteck 440">
              <a:extLst>
                <a:ext uri="{FF2B5EF4-FFF2-40B4-BE49-F238E27FC236}">
                  <a16:creationId xmlns:a16="http://schemas.microsoft.com/office/drawing/2014/main" id="{EF800009-2C66-4883-EC49-475EC5D43992}"/>
                </a:ext>
              </a:extLst>
            </p:cNvPr>
            <p:cNvSpPr/>
            <p:nvPr/>
          </p:nvSpPr>
          <p:spPr>
            <a:xfrm rot="5400000">
              <a:off x="7181754" y="4182364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2" name="Rechteck 441">
              <a:extLst>
                <a:ext uri="{FF2B5EF4-FFF2-40B4-BE49-F238E27FC236}">
                  <a16:creationId xmlns:a16="http://schemas.microsoft.com/office/drawing/2014/main" id="{65257263-BE65-3AF9-466B-DFBC56123F5D}"/>
                </a:ext>
              </a:extLst>
            </p:cNvPr>
            <p:cNvSpPr/>
            <p:nvPr/>
          </p:nvSpPr>
          <p:spPr>
            <a:xfrm rot="5400000">
              <a:off x="7181754" y="4361155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Rechteck 442">
              <a:extLst>
                <a:ext uri="{FF2B5EF4-FFF2-40B4-BE49-F238E27FC236}">
                  <a16:creationId xmlns:a16="http://schemas.microsoft.com/office/drawing/2014/main" id="{CCF9FD47-2CD4-66E9-F7BC-E8EE3B439EED}"/>
                </a:ext>
              </a:extLst>
            </p:cNvPr>
            <p:cNvSpPr/>
            <p:nvPr/>
          </p:nvSpPr>
          <p:spPr>
            <a:xfrm rot="5400000">
              <a:off x="7181754" y="45501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Rechteck 443">
              <a:extLst>
                <a:ext uri="{FF2B5EF4-FFF2-40B4-BE49-F238E27FC236}">
                  <a16:creationId xmlns:a16="http://schemas.microsoft.com/office/drawing/2014/main" id="{B34DDB5D-194C-6539-77FB-43FDC2529554}"/>
                </a:ext>
              </a:extLst>
            </p:cNvPr>
            <p:cNvSpPr/>
            <p:nvPr/>
          </p:nvSpPr>
          <p:spPr>
            <a:xfrm rot="5400000">
              <a:off x="7181754" y="473397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5" name="Rechteck 444">
              <a:extLst>
                <a:ext uri="{FF2B5EF4-FFF2-40B4-BE49-F238E27FC236}">
                  <a16:creationId xmlns:a16="http://schemas.microsoft.com/office/drawing/2014/main" id="{111F7350-A1CA-6D55-0D10-04C6BEC9F15A}"/>
                </a:ext>
              </a:extLst>
            </p:cNvPr>
            <p:cNvSpPr/>
            <p:nvPr/>
          </p:nvSpPr>
          <p:spPr>
            <a:xfrm rot="5400000">
              <a:off x="7181754" y="49178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6" name="Rechteck 445">
              <a:extLst>
                <a:ext uri="{FF2B5EF4-FFF2-40B4-BE49-F238E27FC236}">
                  <a16:creationId xmlns:a16="http://schemas.microsoft.com/office/drawing/2014/main" id="{0DEC2C47-C35B-E3EF-2EF1-ED87EDB133AB}"/>
                </a:ext>
              </a:extLst>
            </p:cNvPr>
            <p:cNvSpPr/>
            <p:nvPr/>
          </p:nvSpPr>
          <p:spPr>
            <a:xfrm rot="5400000">
              <a:off x="6982965" y="4384244"/>
              <a:ext cx="213360" cy="758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7" name="Textfeld 446">
              <a:extLst>
                <a:ext uri="{FF2B5EF4-FFF2-40B4-BE49-F238E27FC236}">
                  <a16:creationId xmlns:a16="http://schemas.microsoft.com/office/drawing/2014/main" id="{A8DEC82A-BCC5-0573-4669-6E2931F8400B}"/>
                </a:ext>
              </a:extLst>
            </p:cNvPr>
            <p:cNvSpPr txBox="1"/>
            <p:nvPr/>
          </p:nvSpPr>
          <p:spPr>
            <a:xfrm>
              <a:off x="6700169" y="37311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48" name="Textfeld 447">
              <a:extLst>
                <a:ext uri="{FF2B5EF4-FFF2-40B4-BE49-F238E27FC236}">
                  <a16:creationId xmlns:a16="http://schemas.microsoft.com/office/drawing/2014/main" id="{A46D1DE5-43F6-2560-B81E-ECD022F89383}"/>
                </a:ext>
              </a:extLst>
            </p:cNvPr>
            <p:cNvSpPr txBox="1"/>
            <p:nvPr/>
          </p:nvSpPr>
          <p:spPr>
            <a:xfrm>
              <a:off x="6530636" y="4106677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3V</a:t>
              </a:r>
            </a:p>
          </p:txBody>
        </p:sp>
        <p:sp>
          <p:nvSpPr>
            <p:cNvPr id="449" name="Textfeld 448">
              <a:extLst>
                <a:ext uri="{FF2B5EF4-FFF2-40B4-BE49-F238E27FC236}">
                  <a16:creationId xmlns:a16="http://schemas.microsoft.com/office/drawing/2014/main" id="{3B72C555-E825-0B28-3BCD-B136BB7CEFA1}"/>
                </a:ext>
              </a:extLst>
            </p:cNvPr>
            <p:cNvSpPr txBox="1"/>
            <p:nvPr/>
          </p:nvSpPr>
          <p:spPr>
            <a:xfrm>
              <a:off x="7449553" y="4106678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3V</a:t>
              </a:r>
            </a:p>
          </p:txBody>
        </p:sp>
        <p:sp>
          <p:nvSpPr>
            <p:cNvPr id="450" name="Textfeld 449">
              <a:extLst>
                <a:ext uri="{FF2B5EF4-FFF2-40B4-BE49-F238E27FC236}">
                  <a16:creationId xmlns:a16="http://schemas.microsoft.com/office/drawing/2014/main" id="{B936D229-89CF-0E6D-133F-1286B503B569}"/>
                </a:ext>
              </a:extLst>
            </p:cNvPr>
            <p:cNvSpPr txBox="1"/>
            <p:nvPr/>
          </p:nvSpPr>
          <p:spPr>
            <a:xfrm>
              <a:off x="6538256" y="4841652"/>
              <a:ext cx="63767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 5V</a:t>
              </a:r>
            </a:p>
          </p:txBody>
        </p:sp>
        <p:sp>
          <p:nvSpPr>
            <p:cNvPr id="451" name="Textfeld 450">
              <a:extLst>
                <a:ext uri="{FF2B5EF4-FFF2-40B4-BE49-F238E27FC236}">
                  <a16:creationId xmlns:a16="http://schemas.microsoft.com/office/drawing/2014/main" id="{E2F49984-DCE1-02A1-938F-9F1FEDA9E50C}"/>
                </a:ext>
              </a:extLst>
            </p:cNvPr>
            <p:cNvSpPr txBox="1"/>
            <p:nvPr/>
          </p:nvSpPr>
          <p:spPr>
            <a:xfrm>
              <a:off x="7449553" y="4841653"/>
              <a:ext cx="6319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 5V</a:t>
              </a:r>
            </a:p>
          </p:txBody>
        </p:sp>
        <p:sp>
          <p:nvSpPr>
            <p:cNvPr id="452" name="Textfeld 451">
              <a:extLst>
                <a:ext uri="{FF2B5EF4-FFF2-40B4-BE49-F238E27FC236}">
                  <a16:creationId xmlns:a16="http://schemas.microsoft.com/office/drawing/2014/main" id="{BCBD6842-C8DB-9B45-B3B7-3C0A5EF54839}"/>
                </a:ext>
              </a:extLst>
            </p:cNvPr>
            <p:cNvSpPr txBox="1"/>
            <p:nvPr/>
          </p:nvSpPr>
          <p:spPr>
            <a:xfrm>
              <a:off x="6820491" y="428259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3V</a:t>
              </a:r>
            </a:p>
          </p:txBody>
        </p: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385C1DAF-064C-4505-312D-74DC85A3E36C}"/>
                </a:ext>
              </a:extLst>
            </p:cNvPr>
            <p:cNvSpPr txBox="1"/>
            <p:nvPr/>
          </p:nvSpPr>
          <p:spPr>
            <a:xfrm>
              <a:off x="7453457" y="4284085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5V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3A60EAAC-40BC-F96C-3371-DAA05AB3DDBA}"/>
                </a:ext>
              </a:extLst>
            </p:cNvPr>
            <p:cNvSpPr txBox="1"/>
            <p:nvPr/>
          </p:nvSpPr>
          <p:spPr>
            <a:xfrm>
              <a:off x="6693741" y="4466878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455" name="Textfeld 454">
              <a:extLst>
                <a:ext uri="{FF2B5EF4-FFF2-40B4-BE49-F238E27FC236}">
                  <a16:creationId xmlns:a16="http://schemas.microsoft.com/office/drawing/2014/main" id="{03F02982-7C46-D378-9D2E-6B8E4168BA80}"/>
                </a:ext>
              </a:extLst>
            </p:cNvPr>
            <p:cNvSpPr txBox="1"/>
            <p:nvPr/>
          </p:nvSpPr>
          <p:spPr>
            <a:xfrm>
              <a:off x="7116541" y="3776341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</a:t>
              </a:r>
            </a:p>
          </p:txBody>
        </p:sp>
        <p:sp>
          <p:nvSpPr>
            <p:cNvPr id="456" name="Textfeld 455">
              <a:extLst>
                <a:ext uri="{FF2B5EF4-FFF2-40B4-BE49-F238E27FC236}">
                  <a16:creationId xmlns:a16="http://schemas.microsoft.com/office/drawing/2014/main" id="{4D644281-E527-0679-4BB2-A9306E4EBF11}"/>
                </a:ext>
              </a:extLst>
            </p:cNvPr>
            <p:cNvSpPr txBox="1"/>
            <p:nvPr/>
          </p:nvSpPr>
          <p:spPr>
            <a:xfrm>
              <a:off x="7116540" y="4136765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5</a:t>
              </a:r>
            </a:p>
          </p:txBody>
        </p: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643C5462-C9FE-3AA8-B957-0B5CA3733769}"/>
                </a:ext>
              </a:extLst>
            </p:cNvPr>
            <p:cNvSpPr txBox="1"/>
            <p:nvPr/>
          </p:nvSpPr>
          <p:spPr>
            <a:xfrm>
              <a:off x="7278815" y="4137202"/>
              <a:ext cx="22955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6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246B000B-0AFF-9030-EDEA-741218CD8C9B}"/>
                </a:ext>
              </a:extLst>
            </p:cNvPr>
            <p:cNvSpPr txBox="1"/>
            <p:nvPr/>
          </p:nvSpPr>
          <p:spPr>
            <a:xfrm>
              <a:off x="7113871" y="4324121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7</a:t>
              </a:r>
            </a:p>
          </p:txBody>
        </p:sp>
        <p:sp>
          <p:nvSpPr>
            <p:cNvPr id="459" name="Textfeld 458">
              <a:extLst>
                <a:ext uri="{FF2B5EF4-FFF2-40B4-BE49-F238E27FC236}">
                  <a16:creationId xmlns:a16="http://schemas.microsoft.com/office/drawing/2014/main" id="{A697CDB2-3182-D7BF-D493-3173AC0709AC}"/>
                </a:ext>
              </a:extLst>
            </p:cNvPr>
            <p:cNvSpPr txBox="1"/>
            <p:nvPr/>
          </p:nvSpPr>
          <p:spPr>
            <a:xfrm>
              <a:off x="7273734" y="4320082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8</a:t>
              </a:r>
            </a:p>
          </p:txBody>
        </p:sp>
        <p:sp>
          <p:nvSpPr>
            <p:cNvPr id="460" name="Textfeld 459">
              <a:extLst>
                <a:ext uri="{FF2B5EF4-FFF2-40B4-BE49-F238E27FC236}">
                  <a16:creationId xmlns:a16="http://schemas.microsoft.com/office/drawing/2014/main" id="{BE83538A-76F4-D1A3-2069-680B357C4818}"/>
                </a:ext>
              </a:extLst>
            </p:cNvPr>
            <p:cNvSpPr txBox="1"/>
            <p:nvPr/>
          </p:nvSpPr>
          <p:spPr>
            <a:xfrm>
              <a:off x="7089018" y="4873365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13</a:t>
              </a:r>
            </a:p>
          </p:txBody>
        </p:sp>
        <p:sp>
          <p:nvSpPr>
            <p:cNvPr id="461" name="Textfeld 460">
              <a:extLst>
                <a:ext uri="{FF2B5EF4-FFF2-40B4-BE49-F238E27FC236}">
                  <a16:creationId xmlns:a16="http://schemas.microsoft.com/office/drawing/2014/main" id="{C0876E1D-8035-8A09-FDBE-61CD3B8907D3}"/>
                </a:ext>
              </a:extLst>
            </p:cNvPr>
            <p:cNvSpPr txBox="1"/>
            <p:nvPr/>
          </p:nvSpPr>
          <p:spPr>
            <a:xfrm>
              <a:off x="7251292" y="4873802"/>
              <a:ext cx="27443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14</a:t>
              </a:r>
            </a:p>
          </p:txBody>
        </p:sp>
        <p:sp>
          <p:nvSpPr>
            <p:cNvPr id="462" name="Textfeld 461">
              <a:extLst>
                <a:ext uri="{FF2B5EF4-FFF2-40B4-BE49-F238E27FC236}">
                  <a16:creationId xmlns:a16="http://schemas.microsoft.com/office/drawing/2014/main" id="{2D9CAA79-25AF-1788-7084-11DF041CB825}"/>
                </a:ext>
              </a:extLst>
            </p:cNvPr>
            <p:cNvSpPr txBox="1"/>
            <p:nvPr/>
          </p:nvSpPr>
          <p:spPr>
            <a:xfrm>
              <a:off x="7111459" y="4507994"/>
              <a:ext cx="22955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700" dirty="0"/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6555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26A4ACE-1960-A913-8210-52867AE4CF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70640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FD3A3C0-6752-619D-1A6E-C5DCFAB029E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2235487" y="674796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70F1C0-BE86-3B55-9B8A-A15B9E82070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3764567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7DDCD77-185B-0657-9D71-D12D83CAC494}"/>
              </a:ext>
            </a:extLst>
          </p:cNvPr>
          <p:cNvCxnSpPr>
            <a:cxnSpLocks/>
          </p:cNvCxnSpPr>
          <p:nvPr/>
        </p:nvCxnSpPr>
        <p:spPr>
          <a:xfrm flipV="1">
            <a:off x="2720800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6A43BED-010D-302F-73A5-B84A6D4E00AE}"/>
              </a:ext>
            </a:extLst>
          </p:cNvPr>
          <p:cNvGrpSpPr/>
          <p:nvPr/>
        </p:nvGrpSpPr>
        <p:grpSpPr>
          <a:xfrm>
            <a:off x="1191720" y="624478"/>
            <a:ext cx="1399540" cy="243940"/>
            <a:chOff x="2268778" y="2905760"/>
            <a:chExt cx="1399540" cy="243940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F482F837-6B7C-CE02-F240-1298C5EFD2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4880E89-7237-C305-C8B1-0901E04A32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92D05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12D5102B-8C31-E3E4-20C9-583A091F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93EC045-B036-CC17-A17F-29EA86736AA8}"/>
              </a:ext>
            </a:extLst>
          </p:cNvPr>
          <p:cNvCxnSpPr>
            <a:cxnSpLocks/>
          </p:cNvCxnSpPr>
          <p:nvPr/>
        </p:nvCxnSpPr>
        <p:spPr>
          <a:xfrm flipH="1">
            <a:off x="2720800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61DC3D71-AFBE-293D-1D75-7F135A4F8904}"/>
              </a:ext>
            </a:extLst>
          </p:cNvPr>
          <p:cNvCxnSpPr>
            <a:cxnSpLocks/>
          </p:cNvCxnSpPr>
          <p:nvPr/>
        </p:nvCxnSpPr>
        <p:spPr>
          <a:xfrm flipV="1">
            <a:off x="4122245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7C0BBC94-F649-D341-82AF-E9685E935E2A}"/>
              </a:ext>
            </a:extLst>
          </p:cNvPr>
          <p:cNvGrpSpPr/>
          <p:nvPr/>
        </p:nvGrpSpPr>
        <p:grpSpPr>
          <a:xfrm>
            <a:off x="1128100" y="577487"/>
            <a:ext cx="1399540" cy="290921"/>
            <a:chOff x="2268778" y="2905760"/>
            <a:chExt cx="1399540" cy="243940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90372A-B535-F432-FC3D-B7D3ADFB30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B7508720-76B8-67AE-F267-AF0AFEE864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E5B4723E-DD20-9A5C-1C4A-417639E40E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360DB3E9-179A-2313-9221-2F62D2CBD1C4}"/>
              </a:ext>
            </a:extLst>
          </p:cNvPr>
          <p:cNvGrpSpPr/>
          <p:nvPr/>
        </p:nvGrpSpPr>
        <p:grpSpPr>
          <a:xfrm>
            <a:off x="2658449" y="577487"/>
            <a:ext cx="1399540" cy="290921"/>
            <a:chOff x="2268778" y="2905760"/>
            <a:chExt cx="1399540" cy="24394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6B3190-1837-17E1-A3AA-FA7E751E0A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473715E7-1CF0-E6B6-1770-275A28C9E3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3C4C701-0E70-C5BE-842A-56E164CEB1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Grafik 28">
            <a:extLst>
              <a:ext uri="{FF2B5EF4-FFF2-40B4-BE49-F238E27FC236}">
                <a16:creationId xmlns:a16="http://schemas.microsoft.com/office/drawing/2014/main" id="{27157D40-1BC3-A854-DF12-9787316C1B3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5400000">
            <a:off x="5290713" y="674795"/>
            <a:ext cx="1016347" cy="12156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A46D6E-3201-B47C-EF55-666DB72DBDF7}"/>
              </a:ext>
            </a:extLst>
          </p:cNvPr>
          <p:cNvCxnSpPr>
            <a:cxnSpLocks/>
          </p:cNvCxnSpPr>
          <p:nvPr/>
        </p:nvCxnSpPr>
        <p:spPr>
          <a:xfrm flipV="1">
            <a:off x="4246946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84839CE0-95A1-64EB-E308-82466CEAD6D4}"/>
              </a:ext>
            </a:extLst>
          </p:cNvPr>
          <p:cNvCxnSpPr>
            <a:cxnSpLocks/>
          </p:cNvCxnSpPr>
          <p:nvPr/>
        </p:nvCxnSpPr>
        <p:spPr>
          <a:xfrm flipH="1">
            <a:off x="4246946" y="624478"/>
            <a:ext cx="1399540" cy="0"/>
          </a:xfrm>
          <a:prstGeom prst="line">
            <a:avLst/>
          </a:prstGeom>
          <a:ln w="22225" cap="rnd">
            <a:solidFill>
              <a:srgbClr val="92D050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9A06FBD2-B053-69E9-8913-E25272887BA8}"/>
              </a:ext>
            </a:extLst>
          </p:cNvPr>
          <p:cNvCxnSpPr>
            <a:cxnSpLocks/>
          </p:cNvCxnSpPr>
          <p:nvPr/>
        </p:nvCxnSpPr>
        <p:spPr>
          <a:xfrm flipV="1">
            <a:off x="5648391" y="624478"/>
            <a:ext cx="0" cy="243940"/>
          </a:xfrm>
          <a:prstGeom prst="line">
            <a:avLst/>
          </a:prstGeom>
          <a:ln w="22225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19097D6-C4C1-58D1-BC2C-E87D750C80DD}"/>
              </a:ext>
            </a:extLst>
          </p:cNvPr>
          <p:cNvGrpSpPr/>
          <p:nvPr/>
        </p:nvGrpSpPr>
        <p:grpSpPr>
          <a:xfrm>
            <a:off x="4184595" y="577487"/>
            <a:ext cx="1399540" cy="290921"/>
            <a:chOff x="2268778" y="2905760"/>
            <a:chExt cx="1399540" cy="24394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2CB40FE-8F0B-7B5A-8720-543048C26F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877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87437822-36F9-AD72-C2EF-F0AD128806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8778" y="2905760"/>
              <a:ext cx="1399540" cy="0"/>
            </a:xfrm>
            <a:prstGeom prst="line">
              <a:avLst/>
            </a:prstGeom>
            <a:ln w="22225" cap="rnd">
              <a:solidFill>
                <a:srgbClr val="FF0000"/>
              </a:solidFill>
              <a:beve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454DAFB0-2A5A-C3E3-FCD8-D003F24077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8318" y="2905760"/>
              <a:ext cx="0" cy="24394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hteck 36">
            <a:extLst>
              <a:ext uri="{FF2B5EF4-FFF2-40B4-BE49-F238E27FC236}">
                <a16:creationId xmlns:a16="http://schemas.microsoft.com/office/drawing/2014/main" id="{10817FC0-E69C-B44A-05F2-FB20829E46EB}"/>
              </a:ext>
            </a:extLst>
          </p:cNvPr>
          <p:cNvSpPr/>
          <p:nvPr/>
        </p:nvSpPr>
        <p:spPr>
          <a:xfrm>
            <a:off x="1062257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AB3F25C-804E-342C-ADAA-97EF7BDD6709}"/>
              </a:ext>
            </a:extLst>
          </p:cNvPr>
          <p:cNvSpPr/>
          <p:nvPr/>
        </p:nvSpPr>
        <p:spPr>
          <a:xfrm>
            <a:off x="5646486" y="1182008"/>
            <a:ext cx="129457" cy="704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E5E0AB0-D83B-2663-447F-C50BCA007EE6}"/>
              </a:ext>
            </a:extLst>
          </p:cNvPr>
          <p:cNvGrpSpPr/>
          <p:nvPr/>
        </p:nvGrpSpPr>
        <p:grpSpPr>
          <a:xfrm rot="5400000">
            <a:off x="9801870" y="1247231"/>
            <a:ext cx="843507" cy="617168"/>
            <a:chOff x="1402724" y="4163850"/>
            <a:chExt cx="843507" cy="617168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D70B98C9-2CF2-CEEC-A2FD-6E2E251D26B7}"/>
                </a:ext>
              </a:extLst>
            </p:cNvPr>
            <p:cNvGrpSpPr/>
            <p:nvPr/>
          </p:nvGrpSpPr>
          <p:grpSpPr>
            <a:xfrm>
              <a:off x="1479908" y="4601018"/>
              <a:ext cx="720000" cy="180000"/>
              <a:chOff x="7869855" y="3395684"/>
              <a:chExt cx="720000" cy="180000"/>
            </a:xfrm>
          </p:grpSpPr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9E50CB37-FC60-5BB2-AB9A-A9C662B20CD2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F80A30CA-FE08-3271-8346-89CB7EB9B019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Rechteck 42">
                <a:extLst>
                  <a:ext uri="{FF2B5EF4-FFF2-40B4-BE49-F238E27FC236}">
                    <a16:creationId xmlns:a16="http://schemas.microsoft.com/office/drawing/2014/main" id="{BA1F3C67-B748-46CF-E29D-42E78300EA21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Rechteck 43">
                <a:extLst>
                  <a:ext uri="{FF2B5EF4-FFF2-40B4-BE49-F238E27FC236}">
                    <a16:creationId xmlns:a16="http://schemas.microsoft.com/office/drawing/2014/main" id="{F21AFE5B-482F-0B12-DB12-51B52C7B8EFA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6E3055FD-20D1-0220-40FF-84ABD359D880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0DDD034F-E356-D913-84ED-C9DB519C9BDD}"/>
                </a:ext>
              </a:extLst>
            </p:cNvPr>
            <p:cNvSpPr txBox="1"/>
            <p:nvPr/>
          </p:nvSpPr>
          <p:spPr>
            <a:xfrm rot="16200000">
              <a:off x="1303018" y="42648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307E4BAE-E300-C7AE-30F3-193B8CFFCEDE}"/>
                </a:ext>
              </a:extLst>
            </p:cNvPr>
            <p:cNvSpPr txBox="1"/>
            <p:nvPr/>
          </p:nvSpPr>
          <p:spPr>
            <a:xfrm rot="16200000">
              <a:off x="1535048" y="4277067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267A755D-7276-4848-54C8-831578129044}"/>
                </a:ext>
              </a:extLst>
            </p:cNvPr>
            <p:cNvSpPr txBox="1"/>
            <p:nvPr/>
          </p:nvSpPr>
          <p:spPr>
            <a:xfrm rot="16200000">
              <a:off x="1704240" y="4270971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AB2B563B-BC11-279F-F7DC-837EEBE5AE02}"/>
                </a:ext>
              </a:extLst>
            </p:cNvPr>
            <p:cNvSpPr txBox="1"/>
            <p:nvPr/>
          </p:nvSpPr>
          <p:spPr>
            <a:xfrm rot="16200000">
              <a:off x="1874335" y="4258747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</p:grpSp>
      <p:sp>
        <p:nvSpPr>
          <p:cNvPr id="47" name="Rechteck 46">
            <a:extLst>
              <a:ext uri="{FF2B5EF4-FFF2-40B4-BE49-F238E27FC236}">
                <a16:creationId xmlns:a16="http://schemas.microsoft.com/office/drawing/2014/main" id="{57BC03D2-E058-7219-74D0-BB5F83697484}"/>
              </a:ext>
            </a:extLst>
          </p:cNvPr>
          <p:cNvSpPr/>
          <p:nvPr/>
        </p:nvSpPr>
        <p:spPr>
          <a:xfrm rot="5400000">
            <a:off x="8437793" y="1488149"/>
            <a:ext cx="974600" cy="37445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478DD70-FDD7-4594-CBFA-6F8915DF1AAC}"/>
              </a:ext>
            </a:extLst>
          </p:cNvPr>
          <p:cNvSpPr/>
          <p:nvPr/>
        </p:nvSpPr>
        <p:spPr>
          <a:xfrm rot="5400000">
            <a:off x="8961360" y="1240376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19639175-0C43-9CE0-E7E4-6ED06C1A5F26}"/>
              </a:ext>
            </a:extLst>
          </p:cNvPr>
          <p:cNvSpPr/>
          <p:nvPr/>
        </p:nvSpPr>
        <p:spPr>
          <a:xfrm rot="5400000">
            <a:off x="8961360" y="142424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B2676AED-E431-E7D7-375C-33168C0393C3}"/>
              </a:ext>
            </a:extLst>
          </p:cNvPr>
          <p:cNvSpPr/>
          <p:nvPr/>
        </p:nvSpPr>
        <p:spPr>
          <a:xfrm rot="5400000">
            <a:off x="8961360" y="160811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FBBF32AB-9482-6197-E370-1C0FFE7A1B41}"/>
              </a:ext>
            </a:extLst>
          </p:cNvPr>
          <p:cNvSpPr/>
          <p:nvPr/>
        </p:nvSpPr>
        <p:spPr>
          <a:xfrm rot="5400000">
            <a:off x="8961360" y="179198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1391589-7C70-DB64-F14E-5C47946C5BE2}"/>
              </a:ext>
            </a:extLst>
          </p:cNvPr>
          <p:cNvSpPr/>
          <p:nvPr/>
        </p:nvSpPr>
        <p:spPr>
          <a:xfrm rot="5400000">
            <a:off x="8961360" y="197586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12A48DE-0237-6C41-A33F-F23548FDB2AB}"/>
              </a:ext>
            </a:extLst>
          </p:cNvPr>
          <p:cNvSpPr/>
          <p:nvPr/>
        </p:nvSpPr>
        <p:spPr>
          <a:xfrm rot="5400000">
            <a:off x="8796576" y="1241017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295C7DA6-84F0-9520-C67E-756A50B7281B}"/>
              </a:ext>
            </a:extLst>
          </p:cNvPr>
          <p:cNvSpPr/>
          <p:nvPr/>
        </p:nvSpPr>
        <p:spPr>
          <a:xfrm rot="5400000">
            <a:off x="8796576" y="1424888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D131722-8B55-9170-9AAB-8D0111E87783}"/>
              </a:ext>
            </a:extLst>
          </p:cNvPr>
          <p:cNvSpPr/>
          <p:nvPr/>
        </p:nvSpPr>
        <p:spPr>
          <a:xfrm rot="5400000">
            <a:off x="8796576" y="1608759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A0AAD41F-9F00-C485-A2FE-5F5495FF38E1}"/>
              </a:ext>
            </a:extLst>
          </p:cNvPr>
          <p:cNvSpPr/>
          <p:nvPr/>
        </p:nvSpPr>
        <p:spPr>
          <a:xfrm rot="5400000">
            <a:off x="8796576" y="1787550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9E84662E-0836-14FF-ABED-D096CFEC6809}"/>
              </a:ext>
            </a:extLst>
          </p:cNvPr>
          <p:cNvSpPr/>
          <p:nvPr/>
        </p:nvSpPr>
        <p:spPr>
          <a:xfrm rot="5400000">
            <a:off x="8796576" y="1976501"/>
            <a:ext cx="91440" cy="1118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C761DEE-5BBC-7386-9C30-19808444D32E}"/>
              </a:ext>
            </a:extLst>
          </p:cNvPr>
          <p:cNvSpPr/>
          <p:nvPr/>
        </p:nvSpPr>
        <p:spPr>
          <a:xfrm rot="5400000">
            <a:off x="8597787" y="1635379"/>
            <a:ext cx="213360" cy="7580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37F034CF-A3C3-E79A-9D26-AE81A182CCCB}"/>
              </a:ext>
            </a:extLst>
          </p:cNvPr>
          <p:cNvSpPr txBox="1"/>
          <p:nvPr/>
        </p:nvSpPr>
        <p:spPr>
          <a:xfrm>
            <a:off x="8751103" y="1750516"/>
            <a:ext cx="18473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de-DE" sz="700" dirty="0"/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EE32C8A-B11B-4F0F-F1E3-F9D3C1938C41}"/>
              </a:ext>
            </a:extLst>
          </p:cNvPr>
          <p:cNvCxnSpPr/>
          <p:nvPr/>
        </p:nvCxnSpPr>
        <p:spPr>
          <a:xfrm flipV="1">
            <a:off x="8842296" y="998870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A2A74CF3-5C49-EA2E-7CA6-88F307C33960}"/>
              </a:ext>
            </a:extLst>
          </p:cNvPr>
          <p:cNvCxnSpPr/>
          <p:nvPr/>
        </p:nvCxnSpPr>
        <p:spPr>
          <a:xfrm flipV="1">
            <a:off x="10009760" y="1004571"/>
            <a:ext cx="0" cy="29718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70D4C70-788F-F50B-BB1C-466A492191D5}"/>
              </a:ext>
            </a:extLst>
          </p:cNvPr>
          <p:cNvCxnSpPr>
            <a:cxnSpLocks/>
          </p:cNvCxnSpPr>
          <p:nvPr/>
        </p:nvCxnSpPr>
        <p:spPr>
          <a:xfrm flipH="1">
            <a:off x="8842296" y="998870"/>
            <a:ext cx="1165109" cy="0"/>
          </a:xfrm>
          <a:prstGeom prst="line">
            <a:avLst/>
          </a:prstGeom>
          <a:ln w="31750" cap="rnd">
            <a:solidFill>
              <a:srgbClr val="996633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DBDDB48-2D84-EA47-5133-82F7F3A291A3}"/>
              </a:ext>
            </a:extLst>
          </p:cNvPr>
          <p:cNvCxnSpPr>
            <a:cxnSpLocks/>
          </p:cNvCxnSpPr>
          <p:nvPr/>
        </p:nvCxnSpPr>
        <p:spPr>
          <a:xfrm flipH="1">
            <a:off x="8666564" y="2311416"/>
            <a:ext cx="1160346" cy="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3DAC4895-A257-7E43-2C64-33AFDF2B1DFE}"/>
              </a:ext>
            </a:extLst>
          </p:cNvPr>
          <p:cNvCxnSpPr>
            <a:cxnSpLocks/>
            <a:endCxn id="62" idx="2"/>
          </p:cNvCxnSpPr>
          <p:nvPr/>
        </p:nvCxnSpPr>
        <p:spPr>
          <a:xfrm flipH="1">
            <a:off x="8666564" y="1672126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677F7F7F-6579-17F6-AA5E-55E97B532DF3}"/>
              </a:ext>
            </a:extLst>
          </p:cNvPr>
          <p:cNvCxnSpPr>
            <a:cxnSpLocks/>
            <a:endCxn id="62" idx="2"/>
          </p:cNvCxnSpPr>
          <p:nvPr/>
        </p:nvCxnSpPr>
        <p:spPr>
          <a:xfrm flipV="1">
            <a:off x="8666564" y="1673282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C1B91180-B3F2-C2B0-F5B0-BFB3B7C47CEF}"/>
              </a:ext>
            </a:extLst>
          </p:cNvPr>
          <p:cNvCxnSpPr>
            <a:cxnSpLocks/>
          </p:cNvCxnSpPr>
          <p:nvPr/>
        </p:nvCxnSpPr>
        <p:spPr>
          <a:xfrm flipH="1">
            <a:off x="9831673" y="1665734"/>
            <a:ext cx="170324" cy="1156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C7AD1BBF-6951-E983-0FFF-4AE6B9CBA6D9}"/>
              </a:ext>
            </a:extLst>
          </p:cNvPr>
          <p:cNvCxnSpPr>
            <a:cxnSpLocks/>
          </p:cNvCxnSpPr>
          <p:nvPr/>
        </p:nvCxnSpPr>
        <p:spPr>
          <a:xfrm flipV="1">
            <a:off x="9831673" y="1666890"/>
            <a:ext cx="0" cy="635000"/>
          </a:xfrm>
          <a:prstGeom prst="line">
            <a:avLst/>
          </a:prstGeom>
          <a:ln w="31750" cap="rnd">
            <a:solidFill>
              <a:srgbClr val="FF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EAF96189-A721-4D95-372E-EC539F6B62E6}"/>
              </a:ext>
            </a:extLst>
          </p:cNvPr>
          <p:cNvCxnSpPr>
            <a:cxnSpLocks/>
          </p:cNvCxnSpPr>
          <p:nvPr/>
        </p:nvCxnSpPr>
        <p:spPr>
          <a:xfrm flipH="1">
            <a:off x="9009539" y="1668089"/>
            <a:ext cx="170324" cy="1156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08CEC3CF-BA73-26BC-0193-8AD024E1C9F7}"/>
              </a:ext>
            </a:extLst>
          </p:cNvPr>
          <p:cNvCxnSpPr>
            <a:cxnSpLocks/>
          </p:cNvCxnSpPr>
          <p:nvPr/>
        </p:nvCxnSpPr>
        <p:spPr>
          <a:xfrm>
            <a:off x="9181353" y="1498563"/>
            <a:ext cx="0" cy="15762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A02D16B0-D04E-23F2-175F-DCBC9B7F4708}"/>
              </a:ext>
            </a:extLst>
          </p:cNvPr>
          <p:cNvCxnSpPr>
            <a:cxnSpLocks/>
          </p:cNvCxnSpPr>
          <p:nvPr/>
        </p:nvCxnSpPr>
        <p:spPr>
          <a:xfrm flipH="1">
            <a:off x="9179863" y="1482149"/>
            <a:ext cx="820339" cy="0"/>
          </a:xfrm>
          <a:prstGeom prst="line">
            <a:avLst/>
          </a:prstGeom>
          <a:ln w="31750" cap="rnd">
            <a:solidFill>
              <a:srgbClr val="FFC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9E68E82B-438E-8D7E-3AA6-6649BC08A8E0}"/>
              </a:ext>
            </a:extLst>
          </p:cNvPr>
          <p:cNvSpPr txBox="1"/>
          <p:nvPr/>
        </p:nvSpPr>
        <p:spPr>
          <a:xfrm>
            <a:off x="9820244" y="671829"/>
            <a:ext cx="7106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ftSwarm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B4985FE-9803-1CEF-D0EC-0DDC9041CF83}"/>
              </a:ext>
            </a:extLst>
          </p:cNvPr>
          <p:cNvCxnSpPr>
            <a:cxnSpLocks/>
          </p:cNvCxnSpPr>
          <p:nvPr/>
        </p:nvCxnSpPr>
        <p:spPr>
          <a:xfrm>
            <a:off x="9590032" y="624478"/>
            <a:ext cx="0" cy="1886089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8" name="Gruppieren 1207">
            <a:extLst>
              <a:ext uri="{FF2B5EF4-FFF2-40B4-BE49-F238E27FC236}">
                <a16:creationId xmlns:a16="http://schemas.microsoft.com/office/drawing/2014/main" id="{C12E981B-4360-3A27-3FB2-D5352772E0DD}"/>
              </a:ext>
            </a:extLst>
          </p:cNvPr>
          <p:cNvGrpSpPr/>
          <p:nvPr/>
        </p:nvGrpSpPr>
        <p:grpSpPr>
          <a:xfrm>
            <a:off x="1166506" y="2830164"/>
            <a:ext cx="4417629" cy="2788576"/>
            <a:chOff x="3016249" y="2556786"/>
            <a:chExt cx="4417629" cy="2788576"/>
          </a:xfrm>
        </p:grpSpPr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D22AC4F7-05DC-4D9A-C83E-7E5F4E02C40E}"/>
                </a:ext>
              </a:extLst>
            </p:cNvPr>
            <p:cNvSpPr txBox="1"/>
            <p:nvPr/>
          </p:nvSpPr>
          <p:spPr>
            <a:xfrm>
              <a:off x="4692283" y="4248532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GND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7F4FFAB6-2975-A094-4592-92459D02AB96}"/>
                </a:ext>
              </a:extLst>
            </p:cNvPr>
            <p:cNvSpPr txBox="1"/>
            <p:nvPr/>
          </p:nvSpPr>
          <p:spPr>
            <a:xfrm>
              <a:off x="4710337" y="3956292"/>
              <a:ext cx="437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SDA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F4DB2752-2A22-0EB2-8AD5-F741353701A0}"/>
                </a:ext>
              </a:extLst>
            </p:cNvPr>
            <p:cNvSpPr/>
            <p:nvPr/>
          </p:nvSpPr>
          <p:spPr>
            <a:xfrm>
              <a:off x="3016250" y="2724150"/>
              <a:ext cx="1698625" cy="219074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EAB7C9E2-8F9F-037A-2AA5-572DCA7FAE8B}"/>
                </a:ext>
              </a:extLst>
            </p:cNvPr>
            <p:cNvSpPr/>
            <p:nvPr/>
          </p:nvSpPr>
          <p:spPr>
            <a:xfrm rot="16200000">
              <a:off x="3758511" y="3703227"/>
              <a:ext cx="974600" cy="3744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0" name="Rechteck 119">
              <a:extLst>
                <a:ext uri="{FF2B5EF4-FFF2-40B4-BE49-F238E27FC236}">
                  <a16:creationId xmlns:a16="http://schemas.microsoft.com/office/drawing/2014/main" id="{5C1D850B-030D-768C-793A-9FFAB76CD7F6}"/>
                </a:ext>
              </a:extLst>
            </p:cNvPr>
            <p:cNvSpPr/>
            <p:nvPr/>
          </p:nvSpPr>
          <p:spPr>
            <a:xfrm rot="16200000">
              <a:off x="4118104" y="4213631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2696D863-1179-209F-13B4-9CDC398B312B}"/>
                </a:ext>
              </a:extLst>
            </p:cNvPr>
            <p:cNvSpPr/>
            <p:nvPr/>
          </p:nvSpPr>
          <p:spPr>
            <a:xfrm rot="16200000">
              <a:off x="4118104" y="402976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A475989B-418F-6F71-A65F-989ED24DBD40}"/>
                </a:ext>
              </a:extLst>
            </p:cNvPr>
            <p:cNvSpPr/>
            <p:nvPr/>
          </p:nvSpPr>
          <p:spPr>
            <a:xfrm rot="16200000">
              <a:off x="4118104" y="384588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76EEC10B-0F8F-90CF-2696-E7D73A113EE4}"/>
                </a:ext>
              </a:extLst>
            </p:cNvPr>
            <p:cNvSpPr/>
            <p:nvPr/>
          </p:nvSpPr>
          <p:spPr>
            <a:xfrm rot="16200000">
              <a:off x="4118104" y="366201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4" name="Rechteck 123">
              <a:extLst>
                <a:ext uri="{FF2B5EF4-FFF2-40B4-BE49-F238E27FC236}">
                  <a16:creationId xmlns:a16="http://schemas.microsoft.com/office/drawing/2014/main" id="{F7ABB500-3038-40B9-B3BC-A9EB640C1ECD}"/>
                </a:ext>
              </a:extLst>
            </p:cNvPr>
            <p:cNvSpPr/>
            <p:nvPr/>
          </p:nvSpPr>
          <p:spPr>
            <a:xfrm rot="16200000">
              <a:off x="4118104" y="347814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Rechteck 124">
              <a:extLst>
                <a:ext uri="{FF2B5EF4-FFF2-40B4-BE49-F238E27FC236}">
                  <a16:creationId xmlns:a16="http://schemas.microsoft.com/office/drawing/2014/main" id="{6B4CEDF6-57BB-8248-5D50-75BF7C1BBB3F}"/>
                </a:ext>
              </a:extLst>
            </p:cNvPr>
            <p:cNvSpPr/>
            <p:nvPr/>
          </p:nvSpPr>
          <p:spPr>
            <a:xfrm rot="16200000">
              <a:off x="4282888" y="4212990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6" name="Rechteck 125">
              <a:extLst>
                <a:ext uri="{FF2B5EF4-FFF2-40B4-BE49-F238E27FC236}">
                  <a16:creationId xmlns:a16="http://schemas.microsoft.com/office/drawing/2014/main" id="{16F1610B-F7C0-3DB4-6D0E-41A97B2EB823}"/>
                </a:ext>
              </a:extLst>
            </p:cNvPr>
            <p:cNvSpPr/>
            <p:nvPr/>
          </p:nvSpPr>
          <p:spPr>
            <a:xfrm rot="16200000">
              <a:off x="4282888" y="4029119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95E95A8-8764-BFB8-1EB5-76EAB4D4D6FC}"/>
                </a:ext>
              </a:extLst>
            </p:cNvPr>
            <p:cNvSpPr/>
            <p:nvPr/>
          </p:nvSpPr>
          <p:spPr>
            <a:xfrm rot="16200000">
              <a:off x="4282888" y="3845248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Rechteck 1023">
              <a:extLst>
                <a:ext uri="{FF2B5EF4-FFF2-40B4-BE49-F238E27FC236}">
                  <a16:creationId xmlns:a16="http://schemas.microsoft.com/office/drawing/2014/main" id="{3406C196-231C-EE95-F715-8E8C6899561E}"/>
                </a:ext>
              </a:extLst>
            </p:cNvPr>
            <p:cNvSpPr/>
            <p:nvPr/>
          </p:nvSpPr>
          <p:spPr>
            <a:xfrm rot="16200000">
              <a:off x="4282888" y="366645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Rechteck 1024">
              <a:extLst>
                <a:ext uri="{FF2B5EF4-FFF2-40B4-BE49-F238E27FC236}">
                  <a16:creationId xmlns:a16="http://schemas.microsoft.com/office/drawing/2014/main" id="{B54E98C2-75FB-CD32-295E-821C9D24B26B}"/>
                </a:ext>
              </a:extLst>
            </p:cNvPr>
            <p:cNvSpPr/>
            <p:nvPr/>
          </p:nvSpPr>
          <p:spPr>
            <a:xfrm rot="16200000">
              <a:off x="4282888" y="3477506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Rechteck 1026">
              <a:extLst>
                <a:ext uri="{FF2B5EF4-FFF2-40B4-BE49-F238E27FC236}">
                  <a16:creationId xmlns:a16="http://schemas.microsoft.com/office/drawing/2014/main" id="{30FDF64F-5D32-8D73-F395-68F1E2572CE6}"/>
                </a:ext>
              </a:extLst>
            </p:cNvPr>
            <p:cNvSpPr/>
            <p:nvPr/>
          </p:nvSpPr>
          <p:spPr>
            <a:xfrm rot="16200000">
              <a:off x="4353407" y="3854647"/>
              <a:ext cx="213360" cy="7580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0" name="Textfeld 1029">
              <a:extLst>
                <a:ext uri="{FF2B5EF4-FFF2-40B4-BE49-F238E27FC236}">
                  <a16:creationId xmlns:a16="http://schemas.microsoft.com/office/drawing/2014/main" id="{7F5D7A96-B257-83B8-6B39-C0071942D809}"/>
                </a:ext>
              </a:extLst>
            </p:cNvPr>
            <p:cNvSpPr txBox="1"/>
            <p:nvPr/>
          </p:nvSpPr>
          <p:spPr>
            <a:xfrm rot="10800000">
              <a:off x="4235070" y="3615261"/>
              <a:ext cx="1847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de-DE" sz="700" dirty="0"/>
            </a:p>
          </p:txBody>
        </p:sp>
        <p:cxnSp>
          <p:nvCxnSpPr>
            <p:cNvPr id="1031" name="Gerader Verbinder 1030">
              <a:extLst>
                <a:ext uri="{FF2B5EF4-FFF2-40B4-BE49-F238E27FC236}">
                  <a16:creationId xmlns:a16="http://schemas.microsoft.com/office/drawing/2014/main" id="{D1D94F68-0DEC-6883-D821-57BD0E6097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27666" y="3890455"/>
              <a:ext cx="863405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Textfeld 1034">
              <a:extLst>
                <a:ext uri="{FF2B5EF4-FFF2-40B4-BE49-F238E27FC236}">
                  <a16:creationId xmlns:a16="http://schemas.microsoft.com/office/drawing/2014/main" id="{5BA61540-B7C4-0798-212A-9A55AAA8CDFA}"/>
                </a:ext>
              </a:extLst>
            </p:cNvPr>
            <p:cNvSpPr txBox="1"/>
            <p:nvPr/>
          </p:nvSpPr>
          <p:spPr>
            <a:xfrm rot="5400000">
              <a:off x="4038062" y="3117199"/>
              <a:ext cx="415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EXT</a:t>
              </a:r>
            </a:p>
          </p:txBody>
        </p:sp>
        <p:sp>
          <p:nvSpPr>
            <p:cNvPr id="1036" name="Rechteck: obere Ecken abgeschnitten 1035">
              <a:extLst>
                <a:ext uri="{FF2B5EF4-FFF2-40B4-BE49-F238E27FC236}">
                  <a16:creationId xmlns:a16="http://schemas.microsoft.com/office/drawing/2014/main" id="{C12C08AB-E220-39A9-F909-C79D7521DA46}"/>
                </a:ext>
              </a:extLst>
            </p:cNvPr>
            <p:cNvSpPr/>
            <p:nvPr/>
          </p:nvSpPr>
          <p:spPr>
            <a:xfrm rot="16200000">
              <a:off x="4552205" y="3507651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7" name="Rechteck: obere Ecken abgeschnitten 1036">
              <a:extLst>
                <a:ext uri="{FF2B5EF4-FFF2-40B4-BE49-F238E27FC236}">
                  <a16:creationId xmlns:a16="http://schemas.microsoft.com/office/drawing/2014/main" id="{ED920B8F-4785-2B90-5CB1-3396369E0482}"/>
                </a:ext>
              </a:extLst>
            </p:cNvPr>
            <p:cNvSpPr/>
            <p:nvPr/>
          </p:nvSpPr>
          <p:spPr>
            <a:xfrm rot="10800000">
              <a:off x="3680058" y="2583067"/>
              <a:ext cx="390518" cy="213583"/>
            </a:xfrm>
            <a:prstGeom prst="snip2SameRect">
              <a:avLst>
                <a:gd name="adj1" fmla="val 36736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8" name="Textfeld 1037">
              <a:extLst>
                <a:ext uri="{FF2B5EF4-FFF2-40B4-BE49-F238E27FC236}">
                  <a16:creationId xmlns:a16="http://schemas.microsoft.com/office/drawing/2014/main" id="{8CB07B09-4F7B-EC01-6072-4E10AFD73E05}"/>
                </a:ext>
              </a:extLst>
            </p:cNvPr>
            <p:cNvSpPr txBox="1"/>
            <p:nvPr/>
          </p:nvSpPr>
          <p:spPr>
            <a:xfrm rot="5400000">
              <a:off x="4334014" y="2908762"/>
              <a:ext cx="51648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USB1</a:t>
              </a:r>
            </a:p>
          </p:txBody>
        </p:sp>
        <p:cxnSp>
          <p:nvCxnSpPr>
            <p:cNvPr id="1040" name="Gerader Verbinder 1039">
              <a:extLst>
                <a:ext uri="{FF2B5EF4-FFF2-40B4-BE49-F238E27FC236}">
                  <a16:creationId xmlns:a16="http://schemas.microsoft.com/office/drawing/2014/main" id="{4424E1CB-6BC0-8CAC-7C47-F62A9773992C}"/>
                </a:ext>
              </a:extLst>
            </p:cNvPr>
            <p:cNvCxnSpPr/>
            <p:nvPr/>
          </p:nvCxnSpPr>
          <p:spPr>
            <a:xfrm flipH="1">
              <a:off x="3943350" y="4464050"/>
              <a:ext cx="56099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1" name="Gerader Verbinder 1040">
              <a:extLst>
                <a:ext uri="{FF2B5EF4-FFF2-40B4-BE49-F238E27FC236}">
                  <a16:creationId xmlns:a16="http://schemas.microsoft.com/office/drawing/2014/main" id="{A97DE83C-0831-7CBC-22DF-E191D55E00E2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3876634"/>
              <a:ext cx="0" cy="587416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4" name="Gerader Verbinder 1043">
              <a:extLst>
                <a:ext uri="{FF2B5EF4-FFF2-40B4-BE49-F238E27FC236}">
                  <a16:creationId xmlns:a16="http://schemas.microsoft.com/office/drawing/2014/main" id="{288BD213-395B-4DB8-BCB0-FCC92FCB51A4}"/>
                </a:ext>
              </a:extLst>
            </p:cNvPr>
            <p:cNvCxnSpPr>
              <a:cxnSpLocks/>
            </p:cNvCxnSpPr>
            <p:nvPr/>
          </p:nvCxnSpPr>
          <p:spPr>
            <a:xfrm>
              <a:off x="4504340" y="4464050"/>
              <a:ext cx="0" cy="450847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Gerader Verbinder 1045">
              <a:extLst>
                <a:ext uri="{FF2B5EF4-FFF2-40B4-BE49-F238E27FC236}">
                  <a16:creationId xmlns:a16="http://schemas.microsoft.com/office/drawing/2014/main" id="{7E07418C-AD57-C327-5A7D-D14291BC5A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876634"/>
              <a:ext cx="927100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Gerader Verbinder 1048">
              <a:extLst>
                <a:ext uri="{FF2B5EF4-FFF2-40B4-BE49-F238E27FC236}">
                  <a16:creationId xmlns:a16="http://schemas.microsoft.com/office/drawing/2014/main" id="{4D5595AC-DEEE-9C9F-DE2E-3F91F71A4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0754" y="2724150"/>
              <a:ext cx="3496" cy="10048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Gerader Verbinder 1051">
              <a:extLst>
                <a:ext uri="{FF2B5EF4-FFF2-40B4-BE49-F238E27FC236}">
                  <a16:creationId xmlns:a16="http://schemas.microsoft.com/office/drawing/2014/main" id="{3E4559EA-A984-E43A-7557-C9A05E9440FA}"/>
                </a:ext>
              </a:extLst>
            </p:cNvPr>
            <p:cNvCxnSpPr>
              <a:cxnSpLocks/>
              <a:endCxn id="118" idx="1"/>
            </p:cNvCxnSpPr>
            <p:nvPr/>
          </p:nvCxnSpPr>
          <p:spPr>
            <a:xfrm flipH="1">
              <a:off x="3016250" y="3729037"/>
              <a:ext cx="504504" cy="90487"/>
            </a:xfrm>
            <a:prstGeom prst="line">
              <a:avLst/>
            </a:prstGeom>
            <a:ln w="6350">
              <a:solidFill>
                <a:schemeClr val="tx1">
                  <a:lumMod val="85000"/>
                  <a:lumOff val="15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7" name="Textfeld 1056">
              <a:extLst>
                <a:ext uri="{FF2B5EF4-FFF2-40B4-BE49-F238E27FC236}">
                  <a16:creationId xmlns:a16="http://schemas.microsoft.com/office/drawing/2014/main" id="{54633781-60E1-DB18-E09B-125F03538761}"/>
                </a:ext>
              </a:extLst>
            </p:cNvPr>
            <p:cNvSpPr txBox="1"/>
            <p:nvPr/>
          </p:nvSpPr>
          <p:spPr>
            <a:xfrm rot="5400000">
              <a:off x="3092030" y="2855953"/>
              <a:ext cx="3016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chemeClr val="bg1"/>
                  </a:solidFill>
                </a:rPr>
                <a:t>I1</a:t>
              </a:r>
            </a:p>
          </p:txBody>
        </p:sp>
        <p:cxnSp>
          <p:nvCxnSpPr>
            <p:cNvPr id="1058" name="Gerader Verbinder 1057">
              <a:extLst>
                <a:ext uri="{FF2B5EF4-FFF2-40B4-BE49-F238E27FC236}">
                  <a16:creationId xmlns:a16="http://schemas.microsoft.com/office/drawing/2014/main" id="{29098CEC-5020-FE5C-B76F-7EC0507B8D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16250" y="3333305"/>
              <a:ext cx="213923" cy="0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Gerader Verbinder 1059">
              <a:extLst>
                <a:ext uri="{FF2B5EF4-FFF2-40B4-BE49-F238E27FC236}">
                  <a16:creationId xmlns:a16="http://schemas.microsoft.com/office/drawing/2014/main" id="{9ED74DFC-FE8C-801A-3E99-789CAB8463D4}"/>
                </a:ext>
              </a:extLst>
            </p:cNvPr>
            <p:cNvCxnSpPr>
              <a:cxnSpLocks/>
            </p:cNvCxnSpPr>
            <p:nvPr/>
          </p:nvCxnSpPr>
          <p:spPr>
            <a:xfrm>
              <a:off x="3230173" y="3333305"/>
              <a:ext cx="0" cy="130263"/>
            </a:xfrm>
            <a:prstGeom prst="line">
              <a:avLst/>
            </a:prstGeom>
            <a:ln w="952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2" name="Ellipse 1061">
              <a:extLst>
                <a:ext uri="{FF2B5EF4-FFF2-40B4-BE49-F238E27FC236}">
                  <a16:creationId xmlns:a16="http://schemas.microsoft.com/office/drawing/2014/main" id="{0468F28A-4314-A774-2B2C-CE5F5A540FB0}"/>
                </a:ext>
              </a:extLst>
            </p:cNvPr>
            <p:cNvSpPr/>
            <p:nvPr/>
          </p:nvSpPr>
          <p:spPr>
            <a:xfrm>
              <a:off x="3181002" y="3110974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3" name="Ellipse 1062">
              <a:extLst>
                <a:ext uri="{FF2B5EF4-FFF2-40B4-BE49-F238E27FC236}">
                  <a16:creationId xmlns:a16="http://schemas.microsoft.com/office/drawing/2014/main" id="{B8FF3768-828B-0161-9EAB-811D9771ECC9}"/>
                </a:ext>
              </a:extLst>
            </p:cNvPr>
            <p:cNvSpPr/>
            <p:nvPr/>
          </p:nvSpPr>
          <p:spPr>
            <a:xfrm>
              <a:off x="3177683" y="3497873"/>
              <a:ext cx="108000" cy="108000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65" name="Rechteck 1064">
              <a:extLst>
                <a:ext uri="{FF2B5EF4-FFF2-40B4-BE49-F238E27FC236}">
                  <a16:creationId xmlns:a16="http://schemas.microsoft.com/office/drawing/2014/main" id="{9E295483-9CCE-3F7A-C638-849B1ACF6D41}"/>
                </a:ext>
              </a:extLst>
            </p:cNvPr>
            <p:cNvSpPr/>
            <p:nvPr/>
          </p:nvSpPr>
          <p:spPr>
            <a:xfrm>
              <a:off x="3016249" y="3988459"/>
              <a:ext cx="829029" cy="926438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76" name="Grafik 1175">
              <a:extLst>
                <a:ext uri="{FF2B5EF4-FFF2-40B4-BE49-F238E27FC236}">
                  <a16:creationId xmlns:a16="http://schemas.microsoft.com/office/drawing/2014/main" id="{64113295-6707-2D36-3EC2-DF92739FB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6100" y="2556786"/>
              <a:ext cx="1987778" cy="2413730"/>
            </a:xfrm>
            <a:prstGeom prst="rect">
              <a:avLst/>
            </a:prstGeom>
          </p:spPr>
        </p:pic>
        <p:cxnSp>
          <p:nvCxnSpPr>
            <p:cNvPr id="1177" name="Gerader Verbinder 1176">
              <a:extLst>
                <a:ext uri="{FF2B5EF4-FFF2-40B4-BE49-F238E27FC236}">
                  <a16:creationId xmlns:a16="http://schemas.microsoft.com/office/drawing/2014/main" id="{41660A3A-7B2C-3DA7-3FA4-E765475D2E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27435" y="4268902"/>
              <a:ext cx="1578065" cy="0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9" name="Gerader Verbinder 1178">
              <a:extLst>
                <a:ext uri="{FF2B5EF4-FFF2-40B4-BE49-F238E27FC236}">
                  <a16:creationId xmlns:a16="http://schemas.microsoft.com/office/drawing/2014/main" id="{DC80C8F7-DA41-462F-E815-437ED67E7956}"/>
                </a:ext>
              </a:extLst>
            </p:cNvPr>
            <p:cNvCxnSpPr>
              <a:cxnSpLocks/>
            </p:cNvCxnSpPr>
            <p:nvPr/>
          </p:nvCxnSpPr>
          <p:spPr>
            <a:xfrm>
              <a:off x="5905500" y="3702589"/>
              <a:ext cx="0" cy="566313"/>
            </a:xfrm>
            <a:prstGeom prst="line">
              <a:avLst/>
            </a:prstGeom>
            <a:ln w="31750" cap="rnd">
              <a:solidFill>
                <a:srgbClr val="996633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4" name="Gerader Verbinder 1183">
              <a:extLst>
                <a:ext uri="{FF2B5EF4-FFF2-40B4-BE49-F238E27FC236}">
                  <a16:creationId xmlns:a16="http://schemas.microsoft.com/office/drawing/2014/main" id="{B1D5FDC9-D83D-3255-A5A1-385E059B769A}"/>
                </a:ext>
              </a:extLst>
            </p:cNvPr>
            <p:cNvCxnSpPr>
              <a:cxnSpLocks/>
            </p:cNvCxnSpPr>
            <p:nvPr/>
          </p:nvCxnSpPr>
          <p:spPr>
            <a:xfrm>
              <a:off x="4163824" y="3906935"/>
              <a:ext cx="81987" cy="7881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6" name="Gerader Verbinder 1185">
              <a:extLst>
                <a:ext uri="{FF2B5EF4-FFF2-40B4-BE49-F238E27FC236}">
                  <a16:creationId xmlns:a16="http://schemas.microsoft.com/office/drawing/2014/main" id="{12546308-89F9-6BB1-6AD9-59571CC546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49272" y="3982959"/>
              <a:ext cx="1118429" cy="5691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" name="Gerader Verbinder 1188">
              <a:extLst>
                <a:ext uri="{FF2B5EF4-FFF2-40B4-BE49-F238E27FC236}">
                  <a16:creationId xmlns:a16="http://schemas.microsoft.com/office/drawing/2014/main" id="{1ABAC8D8-C9E4-CC49-0BD5-5A03806B7387}"/>
                </a:ext>
              </a:extLst>
            </p:cNvPr>
            <p:cNvCxnSpPr>
              <a:cxnSpLocks/>
            </p:cNvCxnSpPr>
            <p:nvPr/>
          </p:nvCxnSpPr>
          <p:spPr>
            <a:xfrm>
              <a:off x="5367701" y="3429000"/>
              <a:ext cx="0" cy="549188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2" name="Gerader Verbinder 1191">
              <a:extLst>
                <a:ext uri="{FF2B5EF4-FFF2-40B4-BE49-F238E27FC236}">
                  <a16:creationId xmlns:a16="http://schemas.microsoft.com/office/drawing/2014/main" id="{EFD05870-47A9-7B74-7DE6-95291D2D897A}"/>
                </a:ext>
              </a:extLst>
            </p:cNvPr>
            <p:cNvCxnSpPr>
              <a:cxnSpLocks/>
            </p:cNvCxnSpPr>
            <p:nvPr/>
          </p:nvCxnSpPr>
          <p:spPr>
            <a:xfrm>
              <a:off x="5374798" y="3422278"/>
              <a:ext cx="659063" cy="0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6" name="Gerader Verbinder 1195">
              <a:extLst>
                <a:ext uri="{FF2B5EF4-FFF2-40B4-BE49-F238E27FC236}">
                  <a16:creationId xmlns:a16="http://schemas.microsoft.com/office/drawing/2014/main" id="{7667E1FE-E627-7F59-DF02-53B13B955616}"/>
                </a:ext>
              </a:extLst>
            </p:cNvPr>
            <p:cNvCxnSpPr>
              <a:cxnSpLocks/>
            </p:cNvCxnSpPr>
            <p:nvPr/>
          </p:nvCxnSpPr>
          <p:spPr>
            <a:xfrm>
              <a:off x="6033861" y="3419183"/>
              <a:ext cx="0" cy="266905"/>
            </a:xfrm>
            <a:prstGeom prst="line">
              <a:avLst/>
            </a:prstGeom>
            <a:ln w="31750" cap="rnd">
              <a:solidFill>
                <a:srgbClr val="FFC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8" name="Gerader Verbinder 1197">
              <a:extLst>
                <a:ext uri="{FF2B5EF4-FFF2-40B4-BE49-F238E27FC236}">
                  <a16:creationId xmlns:a16="http://schemas.microsoft.com/office/drawing/2014/main" id="{6397FBE0-93EB-8830-F7A1-C552DFE3A6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5455"/>
              <a:ext cx="0" cy="635000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1" name="Gerader Verbinder 1200">
              <a:extLst>
                <a:ext uri="{FF2B5EF4-FFF2-40B4-BE49-F238E27FC236}">
                  <a16:creationId xmlns:a16="http://schemas.microsoft.com/office/drawing/2014/main" id="{C341A600-886C-0845-F075-89E34EE319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1071" y="3251444"/>
              <a:ext cx="971550" cy="3251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2" name="Gerader Verbinder 1201">
              <a:extLst>
                <a:ext uri="{FF2B5EF4-FFF2-40B4-BE49-F238E27FC236}">
                  <a16:creationId xmlns:a16="http://schemas.microsoft.com/office/drawing/2014/main" id="{A60642B0-8D10-0637-B184-5179E5831F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62621" y="3251444"/>
              <a:ext cx="0" cy="434644"/>
            </a:xfrm>
            <a:prstGeom prst="line">
              <a:avLst/>
            </a:prstGeom>
            <a:ln w="31750" cap="rnd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30725E95-4BC9-7ABC-D6CF-D42763CDE12E}"/>
                </a:ext>
              </a:extLst>
            </p:cNvPr>
            <p:cNvSpPr txBox="1"/>
            <p:nvPr/>
          </p:nvSpPr>
          <p:spPr>
            <a:xfrm>
              <a:off x="4717761" y="3654800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SDC</a:t>
              </a:r>
            </a:p>
          </p:txBody>
        </p:sp>
        <p:sp>
          <p:nvSpPr>
            <p:cNvPr id="110" name="Textfeld 109">
              <a:extLst>
                <a:ext uri="{FF2B5EF4-FFF2-40B4-BE49-F238E27FC236}">
                  <a16:creationId xmlns:a16="http://schemas.microsoft.com/office/drawing/2014/main" id="{D89F6A8B-8F93-F481-EE79-94D29EC4F4E7}"/>
                </a:ext>
              </a:extLst>
            </p:cNvPr>
            <p:cNvSpPr txBox="1"/>
            <p:nvPr/>
          </p:nvSpPr>
          <p:spPr>
            <a:xfrm>
              <a:off x="3094825" y="4976030"/>
              <a:ext cx="1541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dirty="0"/>
                <a:t>TXT-Controller</a:t>
              </a:r>
            </a:p>
          </p:txBody>
        </p:sp>
        <p:sp>
          <p:nvSpPr>
            <p:cNvPr id="1205" name="Textfeld 1204">
              <a:extLst>
                <a:ext uri="{FF2B5EF4-FFF2-40B4-BE49-F238E27FC236}">
                  <a16:creationId xmlns:a16="http://schemas.microsoft.com/office/drawing/2014/main" id="{F1C15713-D2DD-16C5-A9B5-8FE445131137}"/>
                </a:ext>
              </a:extLst>
            </p:cNvPr>
            <p:cNvSpPr txBox="1"/>
            <p:nvPr/>
          </p:nvSpPr>
          <p:spPr>
            <a:xfrm>
              <a:off x="5798886" y="4965316"/>
              <a:ext cx="1201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dirty="0" err="1"/>
                <a:t>ftSwarmRS</a:t>
              </a:r>
              <a:endParaRPr lang="de-DE" dirty="0"/>
            </a:p>
          </p:txBody>
        </p:sp>
      </p:grpSp>
      <p:grpSp>
        <p:nvGrpSpPr>
          <p:cNvPr id="1270" name="Gruppieren 1269">
            <a:extLst>
              <a:ext uri="{FF2B5EF4-FFF2-40B4-BE49-F238E27FC236}">
                <a16:creationId xmlns:a16="http://schemas.microsoft.com/office/drawing/2014/main" id="{6F8099BF-3BEC-EDE0-E40E-457F6A7D6415}"/>
              </a:ext>
            </a:extLst>
          </p:cNvPr>
          <p:cNvGrpSpPr/>
          <p:nvPr/>
        </p:nvGrpSpPr>
        <p:grpSpPr>
          <a:xfrm>
            <a:off x="6742352" y="2997528"/>
            <a:ext cx="4417629" cy="2788576"/>
            <a:chOff x="6742352" y="2997528"/>
            <a:chExt cx="4417629" cy="2788576"/>
          </a:xfrm>
        </p:grpSpPr>
        <p:grpSp>
          <p:nvGrpSpPr>
            <p:cNvPr id="1209" name="Gruppieren 1208">
              <a:extLst>
                <a:ext uri="{FF2B5EF4-FFF2-40B4-BE49-F238E27FC236}">
                  <a16:creationId xmlns:a16="http://schemas.microsoft.com/office/drawing/2014/main" id="{271F680D-741F-7D9E-E401-A1439F4B1BCA}"/>
                </a:ext>
              </a:extLst>
            </p:cNvPr>
            <p:cNvGrpSpPr/>
            <p:nvPr/>
          </p:nvGrpSpPr>
          <p:grpSpPr>
            <a:xfrm>
              <a:off x="6742352" y="2997528"/>
              <a:ext cx="4417629" cy="2788576"/>
              <a:chOff x="3016249" y="2556786"/>
              <a:chExt cx="4417629" cy="2788576"/>
            </a:xfrm>
          </p:grpSpPr>
          <p:sp>
            <p:nvSpPr>
              <p:cNvPr id="1212" name="Rechteck 1211">
                <a:extLst>
                  <a:ext uri="{FF2B5EF4-FFF2-40B4-BE49-F238E27FC236}">
                    <a16:creationId xmlns:a16="http://schemas.microsoft.com/office/drawing/2014/main" id="{5496CA22-1255-0568-E287-DC71CD041CD3}"/>
                  </a:ext>
                </a:extLst>
              </p:cNvPr>
              <p:cNvSpPr/>
              <p:nvPr/>
            </p:nvSpPr>
            <p:spPr>
              <a:xfrm>
                <a:off x="3016250" y="2724150"/>
                <a:ext cx="1698625" cy="219074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3" name="Rechteck 1212">
                <a:extLst>
                  <a:ext uri="{FF2B5EF4-FFF2-40B4-BE49-F238E27FC236}">
                    <a16:creationId xmlns:a16="http://schemas.microsoft.com/office/drawing/2014/main" id="{951E002C-E05C-6F74-2CF2-2288C56D0187}"/>
                  </a:ext>
                </a:extLst>
              </p:cNvPr>
              <p:cNvSpPr/>
              <p:nvPr/>
            </p:nvSpPr>
            <p:spPr>
              <a:xfrm rot="16200000">
                <a:off x="3758511" y="3703227"/>
                <a:ext cx="974600" cy="374456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4" name="Rechteck 1213">
                <a:extLst>
                  <a:ext uri="{FF2B5EF4-FFF2-40B4-BE49-F238E27FC236}">
                    <a16:creationId xmlns:a16="http://schemas.microsoft.com/office/drawing/2014/main" id="{DBD4096A-6562-1C81-EB14-25B2EA6BF214}"/>
                  </a:ext>
                </a:extLst>
              </p:cNvPr>
              <p:cNvSpPr/>
              <p:nvPr/>
            </p:nvSpPr>
            <p:spPr>
              <a:xfrm rot="16200000">
                <a:off x="4118104" y="4213631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5" name="Rechteck 1214">
                <a:extLst>
                  <a:ext uri="{FF2B5EF4-FFF2-40B4-BE49-F238E27FC236}">
                    <a16:creationId xmlns:a16="http://schemas.microsoft.com/office/drawing/2014/main" id="{05845F69-366D-9765-C958-676E8D7CAD0E}"/>
                  </a:ext>
                </a:extLst>
              </p:cNvPr>
              <p:cNvSpPr/>
              <p:nvPr/>
            </p:nvSpPr>
            <p:spPr>
              <a:xfrm rot="16200000">
                <a:off x="4118104" y="402976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6" name="Rechteck 1215">
                <a:extLst>
                  <a:ext uri="{FF2B5EF4-FFF2-40B4-BE49-F238E27FC236}">
                    <a16:creationId xmlns:a16="http://schemas.microsoft.com/office/drawing/2014/main" id="{1DCFFF2F-51F3-DE8C-75CC-463FC9EE2BE7}"/>
                  </a:ext>
                </a:extLst>
              </p:cNvPr>
              <p:cNvSpPr/>
              <p:nvPr/>
            </p:nvSpPr>
            <p:spPr>
              <a:xfrm rot="16200000">
                <a:off x="4118104" y="38458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7" name="Rechteck 1216">
                <a:extLst>
                  <a:ext uri="{FF2B5EF4-FFF2-40B4-BE49-F238E27FC236}">
                    <a16:creationId xmlns:a16="http://schemas.microsoft.com/office/drawing/2014/main" id="{0EC2F32F-6623-0724-7DE5-D13D3C3EB69E}"/>
                  </a:ext>
                </a:extLst>
              </p:cNvPr>
              <p:cNvSpPr/>
              <p:nvPr/>
            </p:nvSpPr>
            <p:spPr>
              <a:xfrm rot="16200000">
                <a:off x="4118104" y="366201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8" name="Rechteck 1217">
                <a:extLst>
                  <a:ext uri="{FF2B5EF4-FFF2-40B4-BE49-F238E27FC236}">
                    <a16:creationId xmlns:a16="http://schemas.microsoft.com/office/drawing/2014/main" id="{5EB8335C-48A2-8F92-2656-A162632E7955}"/>
                  </a:ext>
                </a:extLst>
              </p:cNvPr>
              <p:cNvSpPr/>
              <p:nvPr/>
            </p:nvSpPr>
            <p:spPr>
              <a:xfrm rot="16200000">
                <a:off x="4118104" y="347814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9" name="Rechteck 1218">
                <a:extLst>
                  <a:ext uri="{FF2B5EF4-FFF2-40B4-BE49-F238E27FC236}">
                    <a16:creationId xmlns:a16="http://schemas.microsoft.com/office/drawing/2014/main" id="{64C0428B-647D-15AF-31AC-C5151197DD54}"/>
                  </a:ext>
                </a:extLst>
              </p:cNvPr>
              <p:cNvSpPr/>
              <p:nvPr/>
            </p:nvSpPr>
            <p:spPr>
              <a:xfrm rot="16200000">
                <a:off x="4282888" y="4212990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0" name="Rechteck 1219">
                <a:extLst>
                  <a:ext uri="{FF2B5EF4-FFF2-40B4-BE49-F238E27FC236}">
                    <a16:creationId xmlns:a16="http://schemas.microsoft.com/office/drawing/2014/main" id="{E35EF2DE-BA76-3D57-F083-D6642C729694}"/>
                  </a:ext>
                </a:extLst>
              </p:cNvPr>
              <p:cNvSpPr/>
              <p:nvPr/>
            </p:nvSpPr>
            <p:spPr>
              <a:xfrm rot="16200000">
                <a:off x="4282888" y="402911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1" name="Rechteck 1220">
                <a:extLst>
                  <a:ext uri="{FF2B5EF4-FFF2-40B4-BE49-F238E27FC236}">
                    <a16:creationId xmlns:a16="http://schemas.microsoft.com/office/drawing/2014/main" id="{E0655D82-A7D5-7336-2572-D29F9FA0A34D}"/>
                  </a:ext>
                </a:extLst>
              </p:cNvPr>
              <p:cNvSpPr/>
              <p:nvPr/>
            </p:nvSpPr>
            <p:spPr>
              <a:xfrm rot="16200000">
                <a:off x="4282888" y="3845248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2" name="Rechteck 1221">
                <a:extLst>
                  <a:ext uri="{FF2B5EF4-FFF2-40B4-BE49-F238E27FC236}">
                    <a16:creationId xmlns:a16="http://schemas.microsoft.com/office/drawing/2014/main" id="{F057A754-886F-6980-3FA6-E9D2A7E1186E}"/>
                  </a:ext>
                </a:extLst>
              </p:cNvPr>
              <p:cNvSpPr/>
              <p:nvPr/>
            </p:nvSpPr>
            <p:spPr>
              <a:xfrm rot="16200000">
                <a:off x="4282888" y="3666457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3" name="Rechteck 1222">
                <a:extLst>
                  <a:ext uri="{FF2B5EF4-FFF2-40B4-BE49-F238E27FC236}">
                    <a16:creationId xmlns:a16="http://schemas.microsoft.com/office/drawing/2014/main" id="{D41CD8F3-7BC1-9BC5-2198-E412360D5295}"/>
                  </a:ext>
                </a:extLst>
              </p:cNvPr>
              <p:cNvSpPr/>
              <p:nvPr/>
            </p:nvSpPr>
            <p:spPr>
              <a:xfrm rot="16200000">
                <a:off x="4282888" y="3477506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4" name="Rechteck 1223">
                <a:extLst>
                  <a:ext uri="{FF2B5EF4-FFF2-40B4-BE49-F238E27FC236}">
                    <a16:creationId xmlns:a16="http://schemas.microsoft.com/office/drawing/2014/main" id="{149ED234-4534-4BF4-F305-A645FC127527}"/>
                  </a:ext>
                </a:extLst>
              </p:cNvPr>
              <p:cNvSpPr/>
              <p:nvPr/>
            </p:nvSpPr>
            <p:spPr>
              <a:xfrm rot="16200000">
                <a:off x="4353407" y="3854647"/>
                <a:ext cx="213360" cy="75806"/>
              </a:xfrm>
              <a:prstGeom prst="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5" name="Textfeld 1224">
                <a:extLst>
                  <a:ext uri="{FF2B5EF4-FFF2-40B4-BE49-F238E27FC236}">
                    <a16:creationId xmlns:a16="http://schemas.microsoft.com/office/drawing/2014/main" id="{C0990351-F2C6-3419-19F9-B060940CFE5F}"/>
                  </a:ext>
                </a:extLst>
              </p:cNvPr>
              <p:cNvSpPr txBox="1"/>
              <p:nvPr/>
            </p:nvSpPr>
            <p:spPr>
              <a:xfrm rot="10800000">
                <a:off x="4235070" y="3615261"/>
                <a:ext cx="184731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de-DE" sz="700" dirty="0"/>
              </a:p>
            </p:txBody>
          </p:sp>
          <p:cxnSp>
            <p:nvCxnSpPr>
              <p:cNvPr id="1226" name="Gerader Verbinder 1225">
                <a:extLst>
                  <a:ext uri="{FF2B5EF4-FFF2-40B4-BE49-F238E27FC236}">
                    <a16:creationId xmlns:a16="http://schemas.microsoft.com/office/drawing/2014/main" id="{3BF97C29-9C80-71EB-7C04-54B48275A6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327666" y="3890455"/>
                <a:ext cx="863405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7" name="Textfeld 1226">
                <a:extLst>
                  <a:ext uri="{FF2B5EF4-FFF2-40B4-BE49-F238E27FC236}">
                    <a16:creationId xmlns:a16="http://schemas.microsoft.com/office/drawing/2014/main" id="{3232FD87-A954-9E93-44E7-82A18366C90D}"/>
                  </a:ext>
                </a:extLst>
              </p:cNvPr>
              <p:cNvSpPr txBox="1"/>
              <p:nvPr/>
            </p:nvSpPr>
            <p:spPr>
              <a:xfrm rot="5400000">
                <a:off x="4038062" y="3117199"/>
                <a:ext cx="415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EXT</a:t>
                </a:r>
              </a:p>
            </p:txBody>
          </p:sp>
          <p:sp>
            <p:nvSpPr>
              <p:cNvPr id="1228" name="Rechteck: obere Ecken abgeschnitten 1227">
                <a:extLst>
                  <a:ext uri="{FF2B5EF4-FFF2-40B4-BE49-F238E27FC236}">
                    <a16:creationId xmlns:a16="http://schemas.microsoft.com/office/drawing/2014/main" id="{A18DD6DC-3BD5-DED0-48E0-1DC8F7C8155E}"/>
                  </a:ext>
                </a:extLst>
              </p:cNvPr>
              <p:cNvSpPr/>
              <p:nvPr/>
            </p:nvSpPr>
            <p:spPr>
              <a:xfrm rot="16200000">
                <a:off x="4552205" y="3507651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9" name="Rechteck: obere Ecken abgeschnitten 1228">
                <a:extLst>
                  <a:ext uri="{FF2B5EF4-FFF2-40B4-BE49-F238E27FC236}">
                    <a16:creationId xmlns:a16="http://schemas.microsoft.com/office/drawing/2014/main" id="{77B27742-F5A1-5A90-15F8-30F93C4905DD}"/>
                  </a:ext>
                </a:extLst>
              </p:cNvPr>
              <p:cNvSpPr/>
              <p:nvPr/>
            </p:nvSpPr>
            <p:spPr>
              <a:xfrm rot="10800000">
                <a:off x="3680058" y="2583067"/>
                <a:ext cx="390518" cy="213583"/>
              </a:xfrm>
              <a:prstGeom prst="snip2SameRect">
                <a:avLst>
                  <a:gd name="adj1" fmla="val 36736"/>
                  <a:gd name="adj2" fmla="val 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30" name="Textfeld 1229">
                <a:extLst>
                  <a:ext uri="{FF2B5EF4-FFF2-40B4-BE49-F238E27FC236}">
                    <a16:creationId xmlns:a16="http://schemas.microsoft.com/office/drawing/2014/main" id="{624C5F8A-EB0A-6604-1FF0-0815A36C594B}"/>
                  </a:ext>
                </a:extLst>
              </p:cNvPr>
              <p:cNvSpPr txBox="1"/>
              <p:nvPr/>
            </p:nvSpPr>
            <p:spPr>
              <a:xfrm rot="5400000">
                <a:off x="4334014" y="2908762"/>
                <a:ext cx="5164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USB1</a:t>
                </a:r>
              </a:p>
            </p:txBody>
          </p:sp>
          <p:cxnSp>
            <p:nvCxnSpPr>
              <p:cNvPr id="1231" name="Gerader Verbinder 1230">
                <a:extLst>
                  <a:ext uri="{FF2B5EF4-FFF2-40B4-BE49-F238E27FC236}">
                    <a16:creationId xmlns:a16="http://schemas.microsoft.com/office/drawing/2014/main" id="{FB0526A7-8896-68B8-AE0D-0BE8521342B2}"/>
                  </a:ext>
                </a:extLst>
              </p:cNvPr>
              <p:cNvCxnSpPr/>
              <p:nvPr/>
            </p:nvCxnSpPr>
            <p:spPr>
              <a:xfrm flipH="1">
                <a:off x="3943350" y="4464050"/>
                <a:ext cx="56099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2" name="Gerader Verbinder 1231">
                <a:extLst>
                  <a:ext uri="{FF2B5EF4-FFF2-40B4-BE49-F238E27FC236}">
                    <a16:creationId xmlns:a16="http://schemas.microsoft.com/office/drawing/2014/main" id="{7C97B808-F997-5A73-67A1-0525B936C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43350" y="3876634"/>
                <a:ext cx="0" cy="587416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3" name="Gerader Verbinder 1232">
                <a:extLst>
                  <a:ext uri="{FF2B5EF4-FFF2-40B4-BE49-F238E27FC236}">
                    <a16:creationId xmlns:a16="http://schemas.microsoft.com/office/drawing/2014/main" id="{63F850BB-5F1D-4242-B339-C1C1B77C64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4340" y="4464050"/>
                <a:ext cx="0" cy="450847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4" name="Gerader Verbinder 1233">
                <a:extLst>
                  <a:ext uri="{FF2B5EF4-FFF2-40B4-BE49-F238E27FC236}">
                    <a16:creationId xmlns:a16="http://schemas.microsoft.com/office/drawing/2014/main" id="{A8132E18-EC9A-452F-28FF-BAA9559C12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876634"/>
                <a:ext cx="927100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5" name="Gerader Verbinder 1234">
                <a:extLst>
                  <a:ext uri="{FF2B5EF4-FFF2-40B4-BE49-F238E27FC236}">
                    <a16:creationId xmlns:a16="http://schemas.microsoft.com/office/drawing/2014/main" id="{3FB64D54-B894-F070-3C8F-06C1474F28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20754" y="2724150"/>
                <a:ext cx="3496" cy="10048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6" name="Gerader Verbinder 1235">
                <a:extLst>
                  <a:ext uri="{FF2B5EF4-FFF2-40B4-BE49-F238E27FC236}">
                    <a16:creationId xmlns:a16="http://schemas.microsoft.com/office/drawing/2014/main" id="{79D50D53-4FE6-B2AB-8E7F-FCBDD82AAB51}"/>
                  </a:ext>
                </a:extLst>
              </p:cNvPr>
              <p:cNvCxnSpPr>
                <a:cxnSpLocks/>
                <a:endCxn id="1212" idx="1"/>
              </p:cNvCxnSpPr>
              <p:nvPr/>
            </p:nvCxnSpPr>
            <p:spPr>
              <a:xfrm flipH="1">
                <a:off x="3016250" y="3729037"/>
                <a:ext cx="504504" cy="90487"/>
              </a:xfrm>
              <a:prstGeom prst="line">
                <a:avLst/>
              </a:prstGeom>
              <a:ln w="6350">
                <a:solidFill>
                  <a:schemeClr val="tx1">
                    <a:lumMod val="85000"/>
                    <a:lumOff val="1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7" name="Textfeld 1236">
                <a:extLst>
                  <a:ext uri="{FF2B5EF4-FFF2-40B4-BE49-F238E27FC236}">
                    <a16:creationId xmlns:a16="http://schemas.microsoft.com/office/drawing/2014/main" id="{E7B598EB-F191-7BBD-7149-377BA7772CE0}"/>
                  </a:ext>
                </a:extLst>
              </p:cNvPr>
              <p:cNvSpPr txBox="1"/>
              <p:nvPr/>
            </p:nvSpPr>
            <p:spPr>
              <a:xfrm rot="5400000">
                <a:off x="3092030" y="2855953"/>
                <a:ext cx="3016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solidFill>
                      <a:schemeClr val="bg1"/>
                    </a:solidFill>
                  </a:rPr>
                  <a:t>I1</a:t>
                </a:r>
              </a:p>
            </p:txBody>
          </p:sp>
          <p:cxnSp>
            <p:nvCxnSpPr>
              <p:cNvPr id="1238" name="Gerader Verbinder 1237">
                <a:extLst>
                  <a:ext uri="{FF2B5EF4-FFF2-40B4-BE49-F238E27FC236}">
                    <a16:creationId xmlns:a16="http://schemas.microsoft.com/office/drawing/2014/main" id="{DDC37880-495A-C8F2-7689-A0608E8BFA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16250" y="3333305"/>
                <a:ext cx="213923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9" name="Gerader Verbinder 1238">
                <a:extLst>
                  <a:ext uri="{FF2B5EF4-FFF2-40B4-BE49-F238E27FC236}">
                    <a16:creationId xmlns:a16="http://schemas.microsoft.com/office/drawing/2014/main" id="{683D016E-5A5C-9A8A-4C7A-030C698D0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0173" y="3333305"/>
                <a:ext cx="0" cy="130263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0" name="Ellipse 1239">
                <a:extLst>
                  <a:ext uri="{FF2B5EF4-FFF2-40B4-BE49-F238E27FC236}">
                    <a16:creationId xmlns:a16="http://schemas.microsoft.com/office/drawing/2014/main" id="{22CBA4FF-E03D-04B0-7D62-9C4C7C322342}"/>
                  </a:ext>
                </a:extLst>
              </p:cNvPr>
              <p:cNvSpPr/>
              <p:nvPr/>
            </p:nvSpPr>
            <p:spPr>
              <a:xfrm>
                <a:off x="3181002" y="3110974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1" name="Ellipse 1240">
                <a:extLst>
                  <a:ext uri="{FF2B5EF4-FFF2-40B4-BE49-F238E27FC236}">
                    <a16:creationId xmlns:a16="http://schemas.microsoft.com/office/drawing/2014/main" id="{C9F31D57-F100-6F4F-DA9C-1924D45A91F7}"/>
                  </a:ext>
                </a:extLst>
              </p:cNvPr>
              <p:cNvSpPr/>
              <p:nvPr/>
            </p:nvSpPr>
            <p:spPr>
              <a:xfrm>
                <a:off x="3177683" y="3497873"/>
                <a:ext cx="108000" cy="108000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42" name="Rechteck 1241">
                <a:extLst>
                  <a:ext uri="{FF2B5EF4-FFF2-40B4-BE49-F238E27FC236}">
                    <a16:creationId xmlns:a16="http://schemas.microsoft.com/office/drawing/2014/main" id="{CD76B92A-FAA7-01AA-744C-1FF8396988B9}"/>
                  </a:ext>
                </a:extLst>
              </p:cNvPr>
              <p:cNvSpPr/>
              <p:nvPr/>
            </p:nvSpPr>
            <p:spPr>
              <a:xfrm>
                <a:off x="3016249" y="3988459"/>
                <a:ext cx="829029" cy="926438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243" name="Grafik 1242">
                <a:extLst>
                  <a:ext uri="{FF2B5EF4-FFF2-40B4-BE49-F238E27FC236}">
                    <a16:creationId xmlns:a16="http://schemas.microsoft.com/office/drawing/2014/main" id="{B78F8405-FCEA-FA40-9F7E-553123344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6100" y="2556786"/>
                <a:ext cx="1987778" cy="2413730"/>
              </a:xfrm>
              <a:prstGeom prst="rect">
                <a:avLst/>
              </a:prstGeom>
            </p:spPr>
          </p:pic>
          <p:cxnSp>
            <p:nvCxnSpPr>
              <p:cNvPr id="1244" name="Gerader Verbinder 1243">
                <a:extLst>
                  <a:ext uri="{FF2B5EF4-FFF2-40B4-BE49-F238E27FC236}">
                    <a16:creationId xmlns:a16="http://schemas.microsoft.com/office/drawing/2014/main" id="{013EA9AA-7BD3-B69F-1A73-162A863E31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27435" y="4268902"/>
                <a:ext cx="1578065" cy="0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5" name="Gerader Verbinder 1244">
                <a:extLst>
                  <a:ext uri="{FF2B5EF4-FFF2-40B4-BE49-F238E27FC236}">
                    <a16:creationId xmlns:a16="http://schemas.microsoft.com/office/drawing/2014/main" id="{EAFA9CB8-3699-DC89-DC8A-18B7E110A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5500" y="3702589"/>
                <a:ext cx="0" cy="566313"/>
              </a:xfrm>
              <a:prstGeom prst="line">
                <a:avLst/>
              </a:prstGeom>
              <a:ln w="31750" cap="rnd">
                <a:solidFill>
                  <a:srgbClr val="996633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6" name="Gerader Verbinder 1245">
                <a:extLst>
                  <a:ext uri="{FF2B5EF4-FFF2-40B4-BE49-F238E27FC236}">
                    <a16:creationId xmlns:a16="http://schemas.microsoft.com/office/drawing/2014/main" id="{8590D934-0CBF-5DEF-8588-2C7116599A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3824" y="3906935"/>
                <a:ext cx="81987" cy="7881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7" name="Gerader Verbinder 1246">
                <a:extLst>
                  <a:ext uri="{FF2B5EF4-FFF2-40B4-BE49-F238E27FC236}">
                    <a16:creationId xmlns:a16="http://schemas.microsoft.com/office/drawing/2014/main" id="{556AFD56-0DC0-5FF8-E20D-4E60CDA725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49272" y="3982959"/>
                <a:ext cx="1118429" cy="5691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8" name="Gerader Verbinder 1247">
                <a:extLst>
                  <a:ext uri="{FF2B5EF4-FFF2-40B4-BE49-F238E27FC236}">
                    <a16:creationId xmlns:a16="http://schemas.microsoft.com/office/drawing/2014/main" id="{DA52AAE5-72FA-74CC-39EE-57A663879B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7701" y="3429000"/>
                <a:ext cx="0" cy="549188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9" name="Gerader Verbinder 1248">
                <a:extLst>
                  <a:ext uri="{FF2B5EF4-FFF2-40B4-BE49-F238E27FC236}">
                    <a16:creationId xmlns:a16="http://schemas.microsoft.com/office/drawing/2014/main" id="{422674AB-45AC-91C2-B842-4AF712698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74798" y="3422278"/>
                <a:ext cx="659063" cy="0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0" name="Gerader Verbinder 1249">
                <a:extLst>
                  <a:ext uri="{FF2B5EF4-FFF2-40B4-BE49-F238E27FC236}">
                    <a16:creationId xmlns:a16="http://schemas.microsoft.com/office/drawing/2014/main" id="{A41F3F5A-2F64-6B3D-3680-97EF418121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3861" y="3419183"/>
                <a:ext cx="0" cy="266905"/>
              </a:xfrm>
              <a:prstGeom prst="line">
                <a:avLst/>
              </a:prstGeom>
              <a:ln w="31750" cap="rnd">
                <a:solidFill>
                  <a:srgbClr val="FFC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1" name="Gerader Verbinder 1250">
                <a:extLst>
                  <a:ext uri="{FF2B5EF4-FFF2-40B4-BE49-F238E27FC236}">
                    <a16:creationId xmlns:a16="http://schemas.microsoft.com/office/drawing/2014/main" id="{3129EAA3-CD1C-4AD6-86C7-19F93AC822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5455"/>
                <a:ext cx="0" cy="635000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2" name="Gerader Verbinder 1251">
                <a:extLst>
                  <a:ext uri="{FF2B5EF4-FFF2-40B4-BE49-F238E27FC236}">
                    <a16:creationId xmlns:a16="http://schemas.microsoft.com/office/drawing/2014/main" id="{263CC8F1-9B0D-A7DA-2DC6-5201122C29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1071" y="3251444"/>
                <a:ext cx="971550" cy="3251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3" name="Gerader Verbinder 1252">
                <a:extLst>
                  <a:ext uri="{FF2B5EF4-FFF2-40B4-BE49-F238E27FC236}">
                    <a16:creationId xmlns:a16="http://schemas.microsoft.com/office/drawing/2014/main" id="{1BFC18C7-0E8F-BD0F-021C-BD8484EAB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2621" y="3251444"/>
                <a:ext cx="0" cy="434644"/>
              </a:xfrm>
              <a:prstGeom prst="line">
                <a:avLst/>
              </a:prstGeom>
              <a:ln w="31750" cap="rnd">
                <a:solidFill>
                  <a:srgbClr val="FF0000"/>
                </a:solidFill>
                <a:round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4" name="Textfeld 1253">
                <a:extLst>
                  <a:ext uri="{FF2B5EF4-FFF2-40B4-BE49-F238E27FC236}">
                    <a16:creationId xmlns:a16="http://schemas.microsoft.com/office/drawing/2014/main" id="{943FC501-4275-4690-CD20-5CD3A6B373B8}"/>
                  </a:ext>
                </a:extLst>
              </p:cNvPr>
              <p:cNvSpPr txBox="1"/>
              <p:nvPr/>
            </p:nvSpPr>
            <p:spPr>
              <a:xfrm>
                <a:off x="4733548" y="2821991"/>
                <a:ext cx="74514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Interrupt</a:t>
                </a:r>
              </a:p>
            </p:txBody>
          </p:sp>
          <p:sp>
            <p:nvSpPr>
              <p:cNvPr id="1255" name="Textfeld 1254">
                <a:extLst>
                  <a:ext uri="{FF2B5EF4-FFF2-40B4-BE49-F238E27FC236}">
                    <a16:creationId xmlns:a16="http://schemas.microsoft.com/office/drawing/2014/main" id="{4E3CD6D2-A159-3E99-A0F2-7593C6B51F57}"/>
                  </a:ext>
                </a:extLst>
              </p:cNvPr>
              <p:cNvSpPr txBox="1"/>
              <p:nvPr/>
            </p:nvSpPr>
            <p:spPr>
              <a:xfrm>
                <a:off x="3094825" y="4976030"/>
                <a:ext cx="15413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dirty="0"/>
                  <a:t>TXT-Controller</a:t>
                </a:r>
              </a:p>
            </p:txBody>
          </p:sp>
          <p:sp>
            <p:nvSpPr>
              <p:cNvPr id="1256" name="Textfeld 1255">
                <a:extLst>
                  <a:ext uri="{FF2B5EF4-FFF2-40B4-BE49-F238E27FC236}">
                    <a16:creationId xmlns:a16="http://schemas.microsoft.com/office/drawing/2014/main" id="{DED5485B-0A18-B59F-A475-1028820B6B01}"/>
                  </a:ext>
                </a:extLst>
              </p:cNvPr>
              <p:cNvSpPr txBox="1"/>
              <p:nvPr/>
            </p:nvSpPr>
            <p:spPr>
              <a:xfrm>
                <a:off x="5798886" y="4965316"/>
                <a:ext cx="1201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de-DE"/>
                </a:defPPr>
                <a:lvl1pPr algn="ctr">
                  <a:defRPr/>
                </a:lvl1pPr>
              </a:lstStyle>
              <a:p>
                <a:r>
                  <a:rPr lang="de-DE" dirty="0" err="1"/>
                  <a:t>ftSwarmRS</a:t>
                </a:r>
                <a:endParaRPr lang="de-DE" dirty="0"/>
              </a:p>
            </p:txBody>
          </p:sp>
        </p:grpSp>
        <p:cxnSp>
          <p:nvCxnSpPr>
            <p:cNvPr id="1257" name="Gerader Verbinder 1256">
              <a:extLst>
                <a:ext uri="{FF2B5EF4-FFF2-40B4-BE49-F238E27FC236}">
                  <a16:creationId xmlns:a16="http://schemas.microsoft.com/office/drawing/2014/main" id="{67376946-207A-D73C-403A-775747A20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04467" y="3509427"/>
              <a:ext cx="665570" cy="0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4" name="Gerader Verbinder 1263">
              <a:extLst>
                <a:ext uri="{FF2B5EF4-FFF2-40B4-BE49-F238E27FC236}">
                  <a16:creationId xmlns:a16="http://schemas.microsoft.com/office/drawing/2014/main" id="{8EB2B9D6-833B-7816-3BF2-649DE50F47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57588" y="3601727"/>
              <a:ext cx="1746879" cy="65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7" name="Gerader Verbinder 1266">
              <a:extLst>
                <a:ext uri="{FF2B5EF4-FFF2-40B4-BE49-F238E27FC236}">
                  <a16:creationId xmlns:a16="http://schemas.microsoft.com/office/drawing/2014/main" id="{A690633E-CF4D-117B-5789-8E79944953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04467" y="3509427"/>
              <a:ext cx="0" cy="96965"/>
            </a:xfrm>
            <a:prstGeom prst="line">
              <a:avLst/>
            </a:prstGeom>
            <a:ln w="31750" cap="rnd">
              <a:solidFill>
                <a:srgbClr val="00B0F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6039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4" name="Gruppieren 1213">
            <a:extLst>
              <a:ext uri="{FF2B5EF4-FFF2-40B4-BE49-F238E27FC236}">
                <a16:creationId xmlns:a16="http://schemas.microsoft.com/office/drawing/2014/main" id="{A9358F0D-3DF9-3582-A701-1CFBF2EEE456}"/>
              </a:ext>
            </a:extLst>
          </p:cNvPr>
          <p:cNvGrpSpPr/>
          <p:nvPr/>
        </p:nvGrpSpPr>
        <p:grpSpPr>
          <a:xfrm>
            <a:off x="5971601" y="409263"/>
            <a:ext cx="4194000" cy="4477197"/>
            <a:chOff x="5971601" y="409263"/>
            <a:chExt cx="4194000" cy="4477197"/>
          </a:xfrm>
        </p:grpSpPr>
        <p:sp>
          <p:nvSpPr>
            <p:cNvPr id="865" name="Rechteck 864">
              <a:extLst>
                <a:ext uri="{FF2B5EF4-FFF2-40B4-BE49-F238E27FC236}">
                  <a16:creationId xmlns:a16="http://schemas.microsoft.com/office/drawing/2014/main" id="{36059D86-90FF-92A7-B898-84D33E940C14}"/>
                </a:ext>
              </a:extLst>
            </p:cNvPr>
            <p:cNvSpPr/>
            <p:nvPr/>
          </p:nvSpPr>
          <p:spPr>
            <a:xfrm>
              <a:off x="5971601" y="693987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77" name="Rechteck 876">
              <a:extLst>
                <a:ext uri="{FF2B5EF4-FFF2-40B4-BE49-F238E27FC236}">
                  <a16:creationId xmlns:a16="http://schemas.microsoft.com/office/drawing/2014/main" id="{90C35AF5-5CAE-9741-1565-C936C1C18B52}"/>
                </a:ext>
              </a:extLst>
            </p:cNvPr>
            <p:cNvSpPr/>
            <p:nvPr/>
          </p:nvSpPr>
          <p:spPr>
            <a:xfrm>
              <a:off x="7790106" y="636732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78" name="Textfeld 877">
              <a:extLst>
                <a:ext uri="{FF2B5EF4-FFF2-40B4-BE49-F238E27FC236}">
                  <a16:creationId xmlns:a16="http://schemas.microsoft.com/office/drawing/2014/main" id="{77EE5CBB-F218-8C16-7EE8-0A61FCF5CB44}"/>
                </a:ext>
              </a:extLst>
            </p:cNvPr>
            <p:cNvSpPr txBox="1"/>
            <p:nvPr/>
          </p:nvSpPr>
          <p:spPr>
            <a:xfrm>
              <a:off x="7822933" y="409263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  <p:sp>
          <p:nvSpPr>
            <p:cNvPr id="879" name="Rechteck: abgerundete Ecken 878">
              <a:extLst>
                <a:ext uri="{FF2B5EF4-FFF2-40B4-BE49-F238E27FC236}">
                  <a16:creationId xmlns:a16="http://schemas.microsoft.com/office/drawing/2014/main" id="{B88E7DD7-48CE-C963-EB5A-15367C53E9FA}"/>
                </a:ext>
              </a:extLst>
            </p:cNvPr>
            <p:cNvSpPr/>
            <p:nvPr/>
          </p:nvSpPr>
          <p:spPr>
            <a:xfrm>
              <a:off x="6316428" y="629105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0" name="Textfeld 879">
              <a:extLst>
                <a:ext uri="{FF2B5EF4-FFF2-40B4-BE49-F238E27FC236}">
                  <a16:creationId xmlns:a16="http://schemas.microsoft.com/office/drawing/2014/main" id="{CAE6BE60-6777-67D5-EB1A-E3D38B2DF8D1}"/>
                </a:ext>
              </a:extLst>
            </p:cNvPr>
            <p:cNvSpPr txBox="1"/>
            <p:nvPr/>
          </p:nvSpPr>
          <p:spPr>
            <a:xfrm>
              <a:off x="6340928" y="428129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grpSp>
          <p:nvGrpSpPr>
            <p:cNvPr id="1034" name="Gruppieren 1033">
              <a:extLst>
                <a:ext uri="{FF2B5EF4-FFF2-40B4-BE49-F238E27FC236}">
                  <a16:creationId xmlns:a16="http://schemas.microsoft.com/office/drawing/2014/main" id="{B797AF30-87A5-983A-15A5-E3D3D8F63229}"/>
                </a:ext>
              </a:extLst>
            </p:cNvPr>
            <p:cNvGrpSpPr/>
            <p:nvPr/>
          </p:nvGrpSpPr>
          <p:grpSpPr>
            <a:xfrm rot="10800000">
              <a:off x="9223669" y="854538"/>
              <a:ext cx="450697" cy="114625"/>
              <a:chOff x="9313353" y="1692829"/>
              <a:chExt cx="450697" cy="114625"/>
            </a:xfrm>
          </p:grpSpPr>
          <p:sp>
            <p:nvSpPr>
              <p:cNvPr id="1032" name="Ellipse 1031">
                <a:extLst>
                  <a:ext uri="{FF2B5EF4-FFF2-40B4-BE49-F238E27FC236}">
                    <a16:creationId xmlns:a16="http://schemas.microsoft.com/office/drawing/2014/main" id="{9D19F10F-E00C-0C81-150D-0E220EB7EAB1}"/>
                  </a:ext>
                </a:extLst>
              </p:cNvPr>
              <p:cNvSpPr/>
              <p:nvPr/>
            </p:nvSpPr>
            <p:spPr>
              <a:xfrm>
                <a:off x="9313353" y="169282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3" name="Ellipse 1032">
                <a:extLst>
                  <a:ext uri="{FF2B5EF4-FFF2-40B4-BE49-F238E27FC236}">
                    <a16:creationId xmlns:a16="http://schemas.microsoft.com/office/drawing/2014/main" id="{2915A9F0-1FEF-F9FA-4D6C-B5F3176A1C0F}"/>
                  </a:ext>
                </a:extLst>
              </p:cNvPr>
              <p:cNvSpPr/>
              <p:nvPr/>
            </p:nvSpPr>
            <p:spPr>
              <a:xfrm>
                <a:off x="9648633" y="169282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054" name="Gruppieren 1053">
              <a:extLst>
                <a:ext uri="{FF2B5EF4-FFF2-40B4-BE49-F238E27FC236}">
                  <a16:creationId xmlns:a16="http://schemas.microsoft.com/office/drawing/2014/main" id="{6C95D222-B78C-534F-2B8D-B367BA142122}"/>
                </a:ext>
              </a:extLst>
            </p:cNvPr>
            <p:cNvGrpSpPr/>
            <p:nvPr/>
          </p:nvGrpSpPr>
          <p:grpSpPr>
            <a:xfrm>
              <a:off x="6127610" y="2386675"/>
              <a:ext cx="3913852" cy="2435691"/>
              <a:chOff x="6127610" y="2394295"/>
              <a:chExt cx="3913852" cy="2435691"/>
            </a:xfrm>
          </p:grpSpPr>
          <p:sp>
            <p:nvSpPr>
              <p:cNvPr id="984" name="Ellipse 983">
                <a:extLst>
                  <a:ext uri="{FF2B5EF4-FFF2-40B4-BE49-F238E27FC236}">
                    <a16:creationId xmlns:a16="http://schemas.microsoft.com/office/drawing/2014/main" id="{111F4ACC-7778-BA40-3140-A22F3449FED1}"/>
                  </a:ext>
                </a:extLst>
              </p:cNvPr>
              <p:cNvSpPr/>
              <p:nvPr/>
            </p:nvSpPr>
            <p:spPr>
              <a:xfrm>
                <a:off x="6136566" y="432762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5" name="Ellipse 984">
                <a:extLst>
                  <a:ext uri="{FF2B5EF4-FFF2-40B4-BE49-F238E27FC236}">
                    <a16:creationId xmlns:a16="http://schemas.microsoft.com/office/drawing/2014/main" id="{DCEF8A21-0558-45AF-D7DE-7197E1FC1662}"/>
                  </a:ext>
                </a:extLst>
              </p:cNvPr>
              <p:cNvSpPr/>
              <p:nvPr/>
            </p:nvSpPr>
            <p:spPr>
              <a:xfrm>
                <a:off x="6136566" y="46323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6" name="Ellipse 985">
                <a:extLst>
                  <a:ext uri="{FF2B5EF4-FFF2-40B4-BE49-F238E27FC236}">
                    <a16:creationId xmlns:a16="http://schemas.microsoft.com/office/drawing/2014/main" id="{E4C50BD7-9A55-AC62-08EB-0162384D42A6}"/>
                  </a:ext>
                </a:extLst>
              </p:cNvPr>
              <p:cNvSpPr/>
              <p:nvPr/>
            </p:nvSpPr>
            <p:spPr>
              <a:xfrm>
                <a:off x="6136566" y="371819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7" name="Ellipse 986">
                <a:extLst>
                  <a:ext uri="{FF2B5EF4-FFF2-40B4-BE49-F238E27FC236}">
                    <a16:creationId xmlns:a16="http://schemas.microsoft.com/office/drawing/2014/main" id="{5A598757-32FD-603F-F135-5E79B56E9BAC}"/>
                  </a:ext>
                </a:extLst>
              </p:cNvPr>
              <p:cNvSpPr/>
              <p:nvPr/>
            </p:nvSpPr>
            <p:spPr>
              <a:xfrm>
                <a:off x="6136566" y="402291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8" name="Ellipse 987">
                <a:extLst>
                  <a:ext uri="{FF2B5EF4-FFF2-40B4-BE49-F238E27FC236}">
                    <a16:creationId xmlns:a16="http://schemas.microsoft.com/office/drawing/2014/main" id="{4CF335BE-17CB-9A45-B522-11D08D8A1ADC}"/>
                  </a:ext>
                </a:extLst>
              </p:cNvPr>
              <p:cNvSpPr/>
              <p:nvPr/>
            </p:nvSpPr>
            <p:spPr>
              <a:xfrm>
                <a:off x="6517566" y="432762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89" name="Ellipse 988">
                <a:extLst>
                  <a:ext uri="{FF2B5EF4-FFF2-40B4-BE49-F238E27FC236}">
                    <a16:creationId xmlns:a16="http://schemas.microsoft.com/office/drawing/2014/main" id="{F9FE298D-D3B5-9ADC-7EF9-56DA1DE5C4C9}"/>
                  </a:ext>
                </a:extLst>
              </p:cNvPr>
              <p:cNvSpPr/>
              <p:nvPr/>
            </p:nvSpPr>
            <p:spPr>
              <a:xfrm>
                <a:off x="6517566" y="46323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0" name="Ellipse 989">
                <a:extLst>
                  <a:ext uri="{FF2B5EF4-FFF2-40B4-BE49-F238E27FC236}">
                    <a16:creationId xmlns:a16="http://schemas.microsoft.com/office/drawing/2014/main" id="{5AF93DEF-985C-4A15-4274-0FDD13F4776A}"/>
                  </a:ext>
                </a:extLst>
              </p:cNvPr>
              <p:cNvSpPr/>
              <p:nvPr/>
            </p:nvSpPr>
            <p:spPr>
              <a:xfrm>
                <a:off x="6517566" y="371819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91" name="Ellipse 990">
                <a:extLst>
                  <a:ext uri="{FF2B5EF4-FFF2-40B4-BE49-F238E27FC236}">
                    <a16:creationId xmlns:a16="http://schemas.microsoft.com/office/drawing/2014/main" id="{ED79F487-3926-8E4F-621C-C5BAD42DFB64}"/>
                  </a:ext>
                </a:extLst>
              </p:cNvPr>
              <p:cNvSpPr/>
              <p:nvPr/>
            </p:nvSpPr>
            <p:spPr>
              <a:xfrm>
                <a:off x="6517566" y="402291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2" name="Ellipse 1001">
                <a:extLst>
                  <a:ext uri="{FF2B5EF4-FFF2-40B4-BE49-F238E27FC236}">
                    <a16:creationId xmlns:a16="http://schemas.microsoft.com/office/drawing/2014/main" id="{0FEF0752-6181-01AE-5FA8-22E40B219D84}"/>
                  </a:ext>
                </a:extLst>
              </p:cNvPr>
              <p:cNvSpPr/>
              <p:nvPr/>
            </p:nvSpPr>
            <p:spPr>
              <a:xfrm>
                <a:off x="6127610" y="3094433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3" name="Ellipse 1002">
                <a:extLst>
                  <a:ext uri="{FF2B5EF4-FFF2-40B4-BE49-F238E27FC236}">
                    <a16:creationId xmlns:a16="http://schemas.microsoft.com/office/drawing/2014/main" id="{CDC42515-F92A-EB70-FA2D-112ED928EEE5}"/>
                  </a:ext>
                </a:extLst>
              </p:cNvPr>
              <p:cNvSpPr/>
              <p:nvPr/>
            </p:nvSpPr>
            <p:spPr>
              <a:xfrm>
                <a:off x="6127610" y="339914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4" name="Ellipse 1003">
                <a:extLst>
                  <a:ext uri="{FF2B5EF4-FFF2-40B4-BE49-F238E27FC236}">
                    <a16:creationId xmlns:a16="http://schemas.microsoft.com/office/drawing/2014/main" id="{6853A101-7377-D8E2-53BB-FAD9D186AAD7}"/>
                  </a:ext>
                </a:extLst>
              </p:cNvPr>
              <p:cNvSpPr/>
              <p:nvPr/>
            </p:nvSpPr>
            <p:spPr>
              <a:xfrm>
                <a:off x="6127610" y="2485007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5" name="Ellipse 1004">
                <a:extLst>
                  <a:ext uri="{FF2B5EF4-FFF2-40B4-BE49-F238E27FC236}">
                    <a16:creationId xmlns:a16="http://schemas.microsoft.com/office/drawing/2014/main" id="{B7B8A159-9A6B-9373-6204-405F059CE05F}"/>
                  </a:ext>
                </a:extLst>
              </p:cNvPr>
              <p:cNvSpPr/>
              <p:nvPr/>
            </p:nvSpPr>
            <p:spPr>
              <a:xfrm>
                <a:off x="6127610" y="2789720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6" name="Ellipse 1005">
                <a:extLst>
                  <a:ext uri="{FF2B5EF4-FFF2-40B4-BE49-F238E27FC236}">
                    <a16:creationId xmlns:a16="http://schemas.microsoft.com/office/drawing/2014/main" id="{D1EE2DE5-2D94-5C27-029A-680BC00316D0}"/>
                  </a:ext>
                </a:extLst>
              </p:cNvPr>
              <p:cNvSpPr/>
              <p:nvPr/>
            </p:nvSpPr>
            <p:spPr>
              <a:xfrm>
                <a:off x="6508610" y="3094433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7" name="Ellipse 1006">
                <a:extLst>
                  <a:ext uri="{FF2B5EF4-FFF2-40B4-BE49-F238E27FC236}">
                    <a16:creationId xmlns:a16="http://schemas.microsoft.com/office/drawing/2014/main" id="{08CBBFC4-6B8F-94CB-95B9-2E995A013364}"/>
                  </a:ext>
                </a:extLst>
              </p:cNvPr>
              <p:cNvSpPr/>
              <p:nvPr/>
            </p:nvSpPr>
            <p:spPr>
              <a:xfrm>
                <a:off x="6508610" y="339914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8" name="Ellipse 1007">
                <a:extLst>
                  <a:ext uri="{FF2B5EF4-FFF2-40B4-BE49-F238E27FC236}">
                    <a16:creationId xmlns:a16="http://schemas.microsoft.com/office/drawing/2014/main" id="{AAA7AE02-217D-E02F-4F9D-F00DD2BF0646}"/>
                  </a:ext>
                </a:extLst>
              </p:cNvPr>
              <p:cNvSpPr/>
              <p:nvPr/>
            </p:nvSpPr>
            <p:spPr>
              <a:xfrm>
                <a:off x="6508610" y="2485007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09" name="Ellipse 1008">
                <a:extLst>
                  <a:ext uri="{FF2B5EF4-FFF2-40B4-BE49-F238E27FC236}">
                    <a16:creationId xmlns:a16="http://schemas.microsoft.com/office/drawing/2014/main" id="{8E43EB06-D8E1-C54D-CBCD-D174C86D87A5}"/>
                  </a:ext>
                </a:extLst>
              </p:cNvPr>
              <p:cNvSpPr/>
              <p:nvPr/>
            </p:nvSpPr>
            <p:spPr>
              <a:xfrm>
                <a:off x="6508610" y="2789720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2" name="Ellipse 1021">
                <a:extLst>
                  <a:ext uri="{FF2B5EF4-FFF2-40B4-BE49-F238E27FC236}">
                    <a16:creationId xmlns:a16="http://schemas.microsoft.com/office/drawing/2014/main" id="{51CD8E2E-7D3B-5655-4631-4CE442E3C80C}"/>
                  </a:ext>
                </a:extLst>
              </p:cNvPr>
              <p:cNvSpPr/>
              <p:nvPr/>
            </p:nvSpPr>
            <p:spPr>
              <a:xfrm rot="10800000">
                <a:off x="9917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3" name="Ellipse 1022">
                <a:extLst>
                  <a:ext uri="{FF2B5EF4-FFF2-40B4-BE49-F238E27FC236}">
                    <a16:creationId xmlns:a16="http://schemas.microsoft.com/office/drawing/2014/main" id="{B91A09C4-37F5-6779-EE9F-8F89AC835BEA}"/>
                  </a:ext>
                </a:extLst>
              </p:cNvPr>
              <p:cNvSpPr/>
              <p:nvPr/>
            </p:nvSpPr>
            <p:spPr>
              <a:xfrm rot="10800000">
                <a:off x="9917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4" name="Ellipse 1023">
                <a:extLst>
                  <a:ext uri="{FF2B5EF4-FFF2-40B4-BE49-F238E27FC236}">
                    <a16:creationId xmlns:a16="http://schemas.microsoft.com/office/drawing/2014/main" id="{D1BF7E53-4E1D-22B2-72B4-661970FC6BC5}"/>
                  </a:ext>
                </a:extLst>
              </p:cNvPr>
              <p:cNvSpPr/>
              <p:nvPr/>
            </p:nvSpPr>
            <p:spPr>
              <a:xfrm rot="10800000">
                <a:off x="9917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5" name="Ellipse 1024">
                <a:extLst>
                  <a:ext uri="{FF2B5EF4-FFF2-40B4-BE49-F238E27FC236}">
                    <a16:creationId xmlns:a16="http://schemas.microsoft.com/office/drawing/2014/main" id="{F4D2E1D1-4080-0B80-3C11-74F76720211A}"/>
                  </a:ext>
                </a:extLst>
              </p:cNvPr>
              <p:cNvSpPr/>
              <p:nvPr/>
            </p:nvSpPr>
            <p:spPr>
              <a:xfrm rot="10800000">
                <a:off x="9917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6" name="Ellipse 1025">
                <a:extLst>
                  <a:ext uri="{FF2B5EF4-FFF2-40B4-BE49-F238E27FC236}">
                    <a16:creationId xmlns:a16="http://schemas.microsoft.com/office/drawing/2014/main" id="{C3FE1734-B7F9-ED24-9E2C-7180CAEA182A}"/>
                  </a:ext>
                </a:extLst>
              </p:cNvPr>
              <p:cNvSpPr/>
              <p:nvPr/>
            </p:nvSpPr>
            <p:spPr>
              <a:xfrm rot="10800000">
                <a:off x="9536089" y="2799959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7" name="Ellipse 1026">
                <a:extLst>
                  <a:ext uri="{FF2B5EF4-FFF2-40B4-BE49-F238E27FC236}">
                    <a16:creationId xmlns:a16="http://schemas.microsoft.com/office/drawing/2014/main" id="{8600995D-C4DD-D3B7-E893-02F4F63A4F15}"/>
                  </a:ext>
                </a:extLst>
              </p:cNvPr>
              <p:cNvSpPr/>
              <p:nvPr/>
            </p:nvSpPr>
            <p:spPr>
              <a:xfrm rot="10800000">
                <a:off x="9536089" y="2495246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8" name="Ellipse 1027">
                <a:extLst>
                  <a:ext uri="{FF2B5EF4-FFF2-40B4-BE49-F238E27FC236}">
                    <a16:creationId xmlns:a16="http://schemas.microsoft.com/office/drawing/2014/main" id="{8518AA70-853A-FCFB-61AA-0DB632597A03}"/>
                  </a:ext>
                </a:extLst>
              </p:cNvPr>
              <p:cNvSpPr/>
              <p:nvPr/>
            </p:nvSpPr>
            <p:spPr>
              <a:xfrm rot="10800000">
                <a:off x="9536089" y="3409385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9" name="Ellipse 1028">
                <a:extLst>
                  <a:ext uri="{FF2B5EF4-FFF2-40B4-BE49-F238E27FC236}">
                    <a16:creationId xmlns:a16="http://schemas.microsoft.com/office/drawing/2014/main" id="{7FC8ACEB-CD4E-99C8-A6DE-81E6A7AF868E}"/>
                  </a:ext>
                </a:extLst>
              </p:cNvPr>
              <p:cNvSpPr/>
              <p:nvPr/>
            </p:nvSpPr>
            <p:spPr>
              <a:xfrm rot="10800000">
                <a:off x="9536089" y="3104672"/>
                <a:ext cx="115417" cy="114625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4" name="Ellipse 1013">
                <a:extLst>
                  <a:ext uri="{FF2B5EF4-FFF2-40B4-BE49-F238E27FC236}">
                    <a16:creationId xmlns:a16="http://schemas.microsoft.com/office/drawing/2014/main" id="{938A1F68-1E17-C0E8-12EC-9C3639AF68F9}"/>
                  </a:ext>
                </a:extLst>
              </p:cNvPr>
              <p:cNvSpPr/>
              <p:nvPr/>
            </p:nvSpPr>
            <p:spPr>
              <a:xfrm rot="10800000">
                <a:off x="9926045" y="4033149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5" name="Ellipse 1014">
                <a:extLst>
                  <a:ext uri="{FF2B5EF4-FFF2-40B4-BE49-F238E27FC236}">
                    <a16:creationId xmlns:a16="http://schemas.microsoft.com/office/drawing/2014/main" id="{1F5E9844-BA4B-B830-4934-1A27EF8DF728}"/>
                  </a:ext>
                </a:extLst>
              </p:cNvPr>
              <p:cNvSpPr/>
              <p:nvPr/>
            </p:nvSpPr>
            <p:spPr>
              <a:xfrm rot="10800000">
                <a:off x="9926045" y="37284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6" name="Ellipse 1015">
                <a:extLst>
                  <a:ext uri="{FF2B5EF4-FFF2-40B4-BE49-F238E27FC236}">
                    <a16:creationId xmlns:a16="http://schemas.microsoft.com/office/drawing/2014/main" id="{6D377D55-0625-8F19-40C0-D266E71D963B}"/>
                  </a:ext>
                </a:extLst>
              </p:cNvPr>
              <p:cNvSpPr/>
              <p:nvPr/>
            </p:nvSpPr>
            <p:spPr>
              <a:xfrm rot="10800000">
                <a:off x="9926045" y="4642575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7" name="Ellipse 1016">
                <a:extLst>
                  <a:ext uri="{FF2B5EF4-FFF2-40B4-BE49-F238E27FC236}">
                    <a16:creationId xmlns:a16="http://schemas.microsoft.com/office/drawing/2014/main" id="{EDE3D70B-10F0-CB80-F649-A9333D0297F9}"/>
                  </a:ext>
                </a:extLst>
              </p:cNvPr>
              <p:cNvSpPr/>
              <p:nvPr/>
            </p:nvSpPr>
            <p:spPr>
              <a:xfrm rot="10800000">
                <a:off x="9926045" y="4337862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8" name="Ellipse 1017">
                <a:extLst>
                  <a:ext uri="{FF2B5EF4-FFF2-40B4-BE49-F238E27FC236}">
                    <a16:creationId xmlns:a16="http://schemas.microsoft.com/office/drawing/2014/main" id="{24B20D95-B4FB-D767-C2BD-EFD135FBE7C8}"/>
                  </a:ext>
                </a:extLst>
              </p:cNvPr>
              <p:cNvSpPr/>
              <p:nvPr/>
            </p:nvSpPr>
            <p:spPr>
              <a:xfrm rot="10800000">
                <a:off x="9545045" y="4033149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9" name="Ellipse 1018">
                <a:extLst>
                  <a:ext uri="{FF2B5EF4-FFF2-40B4-BE49-F238E27FC236}">
                    <a16:creationId xmlns:a16="http://schemas.microsoft.com/office/drawing/2014/main" id="{9F364DAD-7D6A-E5E5-95D7-D70BDE970C40}"/>
                  </a:ext>
                </a:extLst>
              </p:cNvPr>
              <p:cNvSpPr/>
              <p:nvPr/>
            </p:nvSpPr>
            <p:spPr>
              <a:xfrm rot="10800000">
                <a:off x="9545045" y="3728436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0" name="Ellipse 1019">
                <a:extLst>
                  <a:ext uri="{FF2B5EF4-FFF2-40B4-BE49-F238E27FC236}">
                    <a16:creationId xmlns:a16="http://schemas.microsoft.com/office/drawing/2014/main" id="{5D13CEF1-A34D-0D39-5D6D-3E0D9005CC29}"/>
                  </a:ext>
                </a:extLst>
              </p:cNvPr>
              <p:cNvSpPr/>
              <p:nvPr/>
            </p:nvSpPr>
            <p:spPr>
              <a:xfrm rot="10800000">
                <a:off x="9545045" y="4642575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21" name="Ellipse 1020">
                <a:extLst>
                  <a:ext uri="{FF2B5EF4-FFF2-40B4-BE49-F238E27FC236}">
                    <a16:creationId xmlns:a16="http://schemas.microsoft.com/office/drawing/2014/main" id="{DEE4F8A1-0080-3C29-1778-B5C33F250F2B}"/>
                  </a:ext>
                </a:extLst>
              </p:cNvPr>
              <p:cNvSpPr/>
              <p:nvPr/>
            </p:nvSpPr>
            <p:spPr>
              <a:xfrm rot="10800000">
                <a:off x="9545045" y="4337862"/>
                <a:ext cx="115417" cy="114625"/>
              </a:xfrm>
              <a:prstGeom prst="ellipse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0" name="Ellipse 1029">
                <a:extLst>
                  <a:ext uri="{FF2B5EF4-FFF2-40B4-BE49-F238E27FC236}">
                    <a16:creationId xmlns:a16="http://schemas.microsoft.com/office/drawing/2014/main" id="{D735FAE2-B124-FF5D-179F-7D0CC2D27791}"/>
                  </a:ext>
                </a:extLst>
              </p:cNvPr>
              <p:cNvSpPr/>
              <p:nvPr/>
            </p:nvSpPr>
            <p:spPr>
              <a:xfrm>
                <a:off x="6875706" y="4639136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1" name="Ellipse 1030">
                <a:extLst>
                  <a:ext uri="{FF2B5EF4-FFF2-40B4-BE49-F238E27FC236}">
                    <a16:creationId xmlns:a16="http://schemas.microsoft.com/office/drawing/2014/main" id="{C5F51840-6639-FD0D-E0A5-44F612FFA7CF}"/>
                  </a:ext>
                </a:extLst>
              </p:cNvPr>
              <p:cNvSpPr/>
              <p:nvPr/>
            </p:nvSpPr>
            <p:spPr>
              <a:xfrm>
                <a:off x="9184294" y="4650574"/>
                <a:ext cx="115417" cy="114625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35" name="Textfeld 1034">
                <a:extLst>
                  <a:ext uri="{FF2B5EF4-FFF2-40B4-BE49-F238E27FC236}">
                    <a16:creationId xmlns:a16="http://schemas.microsoft.com/office/drawing/2014/main" id="{5D5BFEFA-DC29-E759-BBF6-25E1B4C2ECB7}"/>
                  </a:ext>
                </a:extLst>
              </p:cNvPr>
              <p:cNvSpPr txBox="1"/>
              <p:nvPr/>
            </p:nvSpPr>
            <p:spPr>
              <a:xfrm>
                <a:off x="6762155" y="440516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6" name="Textfeld 1035">
                <a:extLst>
                  <a:ext uri="{FF2B5EF4-FFF2-40B4-BE49-F238E27FC236}">
                    <a16:creationId xmlns:a16="http://schemas.microsoft.com/office/drawing/2014/main" id="{9A820FD7-D0AA-7CE1-5628-5C719152A010}"/>
                  </a:ext>
                </a:extLst>
              </p:cNvPr>
              <p:cNvSpPr txBox="1"/>
              <p:nvPr/>
            </p:nvSpPr>
            <p:spPr>
              <a:xfrm>
                <a:off x="9072602" y="441079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1037" name="Textfeld 1036">
                <a:extLst>
                  <a:ext uri="{FF2B5EF4-FFF2-40B4-BE49-F238E27FC236}">
                    <a16:creationId xmlns:a16="http://schemas.microsoft.com/office/drawing/2014/main" id="{D93A50CB-077E-E072-07A6-4CD537D4DC12}"/>
                  </a:ext>
                </a:extLst>
              </p:cNvPr>
              <p:cNvSpPr txBox="1"/>
              <p:nvPr/>
            </p:nvSpPr>
            <p:spPr>
              <a:xfrm>
                <a:off x="6197025" y="2394295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  <p:sp>
            <p:nvSpPr>
              <p:cNvPr id="1038" name="Textfeld 1037">
                <a:extLst>
                  <a:ext uri="{FF2B5EF4-FFF2-40B4-BE49-F238E27FC236}">
                    <a16:creationId xmlns:a16="http://schemas.microsoft.com/office/drawing/2014/main" id="{79889CA0-09C0-1C1F-229B-ADCB6061D864}"/>
                  </a:ext>
                </a:extLst>
              </p:cNvPr>
              <p:cNvSpPr txBox="1"/>
              <p:nvPr/>
            </p:nvSpPr>
            <p:spPr>
              <a:xfrm>
                <a:off x="6195763" y="26987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039" name="Textfeld 1038">
                <a:extLst>
                  <a:ext uri="{FF2B5EF4-FFF2-40B4-BE49-F238E27FC236}">
                    <a16:creationId xmlns:a16="http://schemas.microsoft.com/office/drawing/2014/main" id="{04C183A4-CEB6-20DC-81A9-5E378D7D62B1}"/>
                  </a:ext>
                </a:extLst>
              </p:cNvPr>
              <p:cNvSpPr txBox="1"/>
              <p:nvPr/>
            </p:nvSpPr>
            <p:spPr>
              <a:xfrm>
                <a:off x="6195763" y="300317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  <p:sp>
            <p:nvSpPr>
              <p:cNvPr id="1040" name="Textfeld 1039">
                <a:extLst>
                  <a:ext uri="{FF2B5EF4-FFF2-40B4-BE49-F238E27FC236}">
                    <a16:creationId xmlns:a16="http://schemas.microsoft.com/office/drawing/2014/main" id="{313AD9B6-3B83-C0BA-B3F7-A4C452A572EE}"/>
                  </a:ext>
                </a:extLst>
              </p:cNvPr>
              <p:cNvSpPr txBox="1"/>
              <p:nvPr/>
            </p:nvSpPr>
            <p:spPr>
              <a:xfrm>
                <a:off x="6197259" y="330997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1041" name="Textfeld 1040">
                <a:extLst>
                  <a:ext uri="{FF2B5EF4-FFF2-40B4-BE49-F238E27FC236}">
                    <a16:creationId xmlns:a16="http://schemas.microsoft.com/office/drawing/2014/main" id="{AEFEFD39-8F12-C092-50E5-CB00079B095D}"/>
                  </a:ext>
                </a:extLst>
              </p:cNvPr>
              <p:cNvSpPr txBox="1"/>
              <p:nvPr/>
            </p:nvSpPr>
            <p:spPr>
              <a:xfrm>
                <a:off x="6204930" y="36299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  <p:sp>
            <p:nvSpPr>
              <p:cNvPr id="1042" name="Textfeld 1041">
                <a:extLst>
                  <a:ext uri="{FF2B5EF4-FFF2-40B4-BE49-F238E27FC236}">
                    <a16:creationId xmlns:a16="http://schemas.microsoft.com/office/drawing/2014/main" id="{40F35AF6-D011-F489-40EA-AE791BF7A1E7}"/>
                  </a:ext>
                </a:extLst>
              </p:cNvPr>
              <p:cNvSpPr txBox="1"/>
              <p:nvPr/>
            </p:nvSpPr>
            <p:spPr>
              <a:xfrm>
                <a:off x="6197310" y="393779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1043" name="Textfeld 1042">
                <a:extLst>
                  <a:ext uri="{FF2B5EF4-FFF2-40B4-BE49-F238E27FC236}">
                    <a16:creationId xmlns:a16="http://schemas.microsoft.com/office/drawing/2014/main" id="{6D96CFDE-7942-934A-B834-1B3C564B0404}"/>
                  </a:ext>
                </a:extLst>
              </p:cNvPr>
              <p:cNvSpPr txBox="1"/>
              <p:nvPr/>
            </p:nvSpPr>
            <p:spPr>
              <a:xfrm>
                <a:off x="6204930" y="424558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A7</a:t>
                </a:r>
              </a:p>
            </p:txBody>
          </p:sp>
          <p:sp>
            <p:nvSpPr>
              <p:cNvPr id="1044" name="Textfeld 1043">
                <a:extLst>
                  <a:ext uri="{FF2B5EF4-FFF2-40B4-BE49-F238E27FC236}">
                    <a16:creationId xmlns:a16="http://schemas.microsoft.com/office/drawing/2014/main" id="{343402C6-A67C-E795-F1E2-79FFAB83F24B}"/>
                  </a:ext>
                </a:extLst>
              </p:cNvPr>
              <p:cNvSpPr txBox="1"/>
              <p:nvPr/>
            </p:nvSpPr>
            <p:spPr>
              <a:xfrm>
                <a:off x="6197025" y="455247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A8</a:t>
                </a:r>
              </a:p>
            </p:txBody>
          </p:sp>
          <p:sp>
            <p:nvSpPr>
              <p:cNvPr id="1045" name="Textfeld 1044">
                <a:extLst>
                  <a:ext uri="{FF2B5EF4-FFF2-40B4-BE49-F238E27FC236}">
                    <a16:creationId xmlns:a16="http://schemas.microsoft.com/office/drawing/2014/main" id="{9A47B99C-5A67-2BA8-8A00-9B60A8F59D3E}"/>
                  </a:ext>
                </a:extLst>
              </p:cNvPr>
              <p:cNvSpPr txBox="1"/>
              <p:nvPr/>
            </p:nvSpPr>
            <p:spPr>
              <a:xfrm>
                <a:off x="9584942" y="241143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1046" name="Textfeld 1045">
                <a:extLst>
                  <a:ext uri="{FF2B5EF4-FFF2-40B4-BE49-F238E27FC236}">
                    <a16:creationId xmlns:a16="http://schemas.microsoft.com/office/drawing/2014/main" id="{EE5FFACB-0DB2-4196-E9F8-43D2C851E69C}"/>
                  </a:ext>
                </a:extLst>
              </p:cNvPr>
              <p:cNvSpPr txBox="1"/>
              <p:nvPr/>
            </p:nvSpPr>
            <p:spPr>
              <a:xfrm>
                <a:off x="9584942" y="270663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1047" name="Textfeld 1046">
                <a:extLst>
                  <a:ext uri="{FF2B5EF4-FFF2-40B4-BE49-F238E27FC236}">
                    <a16:creationId xmlns:a16="http://schemas.microsoft.com/office/drawing/2014/main" id="{4722F5A8-D0D1-B1EF-3FDB-8F7F46333D25}"/>
                  </a:ext>
                </a:extLst>
              </p:cNvPr>
              <p:cNvSpPr txBox="1"/>
              <p:nvPr/>
            </p:nvSpPr>
            <p:spPr>
              <a:xfrm>
                <a:off x="9586177" y="3019894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1048" name="Textfeld 1047">
                <a:extLst>
                  <a:ext uri="{FF2B5EF4-FFF2-40B4-BE49-F238E27FC236}">
                    <a16:creationId xmlns:a16="http://schemas.microsoft.com/office/drawing/2014/main" id="{CE469468-0072-3104-994E-6F3E104270E5}"/>
                  </a:ext>
                </a:extLst>
              </p:cNvPr>
              <p:cNvSpPr txBox="1"/>
              <p:nvPr/>
            </p:nvSpPr>
            <p:spPr>
              <a:xfrm>
                <a:off x="9587513" y="3317958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1049" name="Textfeld 1048">
                <a:extLst>
                  <a:ext uri="{FF2B5EF4-FFF2-40B4-BE49-F238E27FC236}">
                    <a16:creationId xmlns:a16="http://schemas.microsoft.com/office/drawing/2014/main" id="{FCD4236F-DAFC-A98E-72AC-D1BACB052AC1}"/>
                  </a:ext>
                </a:extLst>
              </p:cNvPr>
              <p:cNvSpPr txBox="1"/>
              <p:nvPr/>
            </p:nvSpPr>
            <p:spPr>
              <a:xfrm>
                <a:off x="9614347" y="3645839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C1</a:t>
                </a:r>
              </a:p>
            </p:txBody>
          </p:sp>
          <p:sp>
            <p:nvSpPr>
              <p:cNvPr id="1050" name="Textfeld 1049">
                <a:extLst>
                  <a:ext uri="{FF2B5EF4-FFF2-40B4-BE49-F238E27FC236}">
                    <a16:creationId xmlns:a16="http://schemas.microsoft.com/office/drawing/2014/main" id="{B5986FF2-0435-7BCB-C07F-79417D7F4BF7}"/>
                  </a:ext>
                </a:extLst>
              </p:cNvPr>
              <p:cNvSpPr txBox="1"/>
              <p:nvPr/>
            </p:nvSpPr>
            <p:spPr>
              <a:xfrm>
                <a:off x="9614347" y="394233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C2</a:t>
                </a:r>
              </a:p>
            </p:txBody>
          </p:sp>
          <p:sp>
            <p:nvSpPr>
              <p:cNvPr id="1051" name="Textfeld 1050">
                <a:extLst>
                  <a:ext uri="{FF2B5EF4-FFF2-40B4-BE49-F238E27FC236}">
                    <a16:creationId xmlns:a16="http://schemas.microsoft.com/office/drawing/2014/main" id="{E8E019EE-5F8D-3126-25FB-F0BF2E590C42}"/>
                  </a:ext>
                </a:extLst>
              </p:cNvPr>
              <p:cNvSpPr txBox="1"/>
              <p:nvPr/>
            </p:nvSpPr>
            <p:spPr>
              <a:xfrm>
                <a:off x="9629831" y="4255282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C3</a:t>
                </a:r>
              </a:p>
            </p:txBody>
          </p:sp>
          <p:sp>
            <p:nvSpPr>
              <p:cNvPr id="1052" name="Textfeld 1051">
                <a:extLst>
                  <a:ext uri="{FF2B5EF4-FFF2-40B4-BE49-F238E27FC236}">
                    <a16:creationId xmlns:a16="http://schemas.microsoft.com/office/drawing/2014/main" id="{28560751-0604-C459-5AF9-9721E2E413DF}"/>
                  </a:ext>
                </a:extLst>
              </p:cNvPr>
              <p:cNvSpPr txBox="1"/>
              <p:nvPr/>
            </p:nvSpPr>
            <p:spPr>
              <a:xfrm>
                <a:off x="9629831" y="4552987"/>
                <a:ext cx="3449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C4</a:t>
                </a:r>
              </a:p>
            </p:txBody>
          </p:sp>
        </p:grpSp>
        <p:grpSp>
          <p:nvGrpSpPr>
            <p:cNvPr id="1108" name="Gruppieren 1107">
              <a:extLst>
                <a:ext uri="{FF2B5EF4-FFF2-40B4-BE49-F238E27FC236}">
                  <a16:creationId xmlns:a16="http://schemas.microsoft.com/office/drawing/2014/main" id="{66A7E6EA-3E77-559C-B697-DDA922DAA3E1}"/>
                </a:ext>
              </a:extLst>
            </p:cNvPr>
            <p:cNvGrpSpPr/>
            <p:nvPr/>
          </p:nvGrpSpPr>
          <p:grpSpPr>
            <a:xfrm>
              <a:off x="7228450" y="2046016"/>
              <a:ext cx="2267167" cy="2838433"/>
              <a:chOff x="9076944" y="725459"/>
              <a:chExt cx="2267167" cy="2838433"/>
            </a:xfrm>
          </p:grpSpPr>
          <p:sp>
            <p:nvSpPr>
              <p:cNvPr id="1109" name="Rechteck 1108">
                <a:extLst>
                  <a:ext uri="{FF2B5EF4-FFF2-40B4-BE49-F238E27FC236}">
                    <a16:creationId xmlns:a16="http://schemas.microsoft.com/office/drawing/2014/main" id="{8D4D4325-7CB7-2371-4F92-768F316102B1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10" name="Gruppieren 1109">
                <a:extLst>
                  <a:ext uri="{FF2B5EF4-FFF2-40B4-BE49-F238E27FC236}">
                    <a16:creationId xmlns:a16="http://schemas.microsoft.com/office/drawing/2014/main" id="{9BF3770A-BB3B-1CD9-7A65-2BC3F0A8DCD4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42" name="Rechteck 1141">
                  <a:extLst>
                    <a:ext uri="{FF2B5EF4-FFF2-40B4-BE49-F238E27FC236}">
                      <a16:creationId xmlns:a16="http://schemas.microsoft.com/office/drawing/2014/main" id="{A94F6743-7ED5-EF0E-3351-0C6CCB84A737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3" name="Ellipse 1142">
                  <a:extLst>
                    <a:ext uri="{FF2B5EF4-FFF2-40B4-BE49-F238E27FC236}">
                      <a16:creationId xmlns:a16="http://schemas.microsoft.com/office/drawing/2014/main" id="{1C7574C7-0B8A-22C9-AB3F-7C7A17CE3413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4" name="Ellipse 1143">
                  <a:extLst>
                    <a:ext uri="{FF2B5EF4-FFF2-40B4-BE49-F238E27FC236}">
                      <a16:creationId xmlns:a16="http://schemas.microsoft.com/office/drawing/2014/main" id="{FE1E1EDB-89D4-A2FB-846E-D1F862DDBFA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5" name="Ellipse 1144">
                  <a:extLst>
                    <a:ext uri="{FF2B5EF4-FFF2-40B4-BE49-F238E27FC236}">
                      <a16:creationId xmlns:a16="http://schemas.microsoft.com/office/drawing/2014/main" id="{F58021B3-B2AB-1EE0-4612-1D777E67F10D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6" name="Ellipse 1145">
                  <a:extLst>
                    <a:ext uri="{FF2B5EF4-FFF2-40B4-BE49-F238E27FC236}">
                      <a16:creationId xmlns:a16="http://schemas.microsoft.com/office/drawing/2014/main" id="{A8273F3D-8062-71A9-E61C-A6E44E5F2CFB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7" name="Rechteck 1146">
                  <a:extLst>
                    <a:ext uri="{FF2B5EF4-FFF2-40B4-BE49-F238E27FC236}">
                      <a16:creationId xmlns:a16="http://schemas.microsoft.com/office/drawing/2014/main" id="{C92A6044-6BC8-EFB6-9139-31F560709217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8" name="Rechteck 1147">
                  <a:extLst>
                    <a:ext uri="{FF2B5EF4-FFF2-40B4-BE49-F238E27FC236}">
                      <a16:creationId xmlns:a16="http://schemas.microsoft.com/office/drawing/2014/main" id="{98CDE705-EAB2-56FF-F2BC-2C2186BCE46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49" name="Rechteck 1148">
                  <a:extLst>
                    <a:ext uri="{FF2B5EF4-FFF2-40B4-BE49-F238E27FC236}">
                      <a16:creationId xmlns:a16="http://schemas.microsoft.com/office/drawing/2014/main" id="{D47B9E67-22D2-3731-DD09-275CAB49392F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50" name="Rechteck 1149">
                  <a:extLst>
                    <a:ext uri="{FF2B5EF4-FFF2-40B4-BE49-F238E27FC236}">
                      <a16:creationId xmlns:a16="http://schemas.microsoft.com/office/drawing/2014/main" id="{AFDB07CC-F333-E1F7-B0B0-7D4D92F4D8A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51" name="Gerader Verbinder 1150">
                  <a:extLst>
                    <a:ext uri="{FF2B5EF4-FFF2-40B4-BE49-F238E27FC236}">
                      <a16:creationId xmlns:a16="http://schemas.microsoft.com/office/drawing/2014/main" id="{8161A720-39B3-BDD1-5097-EA38F5CE5DAC}"/>
                    </a:ext>
                  </a:extLst>
                </p:cNvPr>
                <p:cNvCxnSpPr>
                  <a:cxnSpLocks/>
                  <a:stCxn id="1143" idx="3"/>
                  <a:endCxn id="1143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2" name="Gerader Verbinder 1151">
                  <a:extLst>
                    <a:ext uri="{FF2B5EF4-FFF2-40B4-BE49-F238E27FC236}">
                      <a16:creationId xmlns:a16="http://schemas.microsoft.com/office/drawing/2014/main" id="{3099124C-2445-C753-C996-E9B460BAF918}"/>
                    </a:ext>
                  </a:extLst>
                </p:cNvPr>
                <p:cNvCxnSpPr>
                  <a:cxnSpLocks/>
                  <a:stCxn id="1144" idx="1"/>
                  <a:endCxn id="1144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3" name="Gerader Verbinder 1152">
                  <a:extLst>
                    <a:ext uri="{FF2B5EF4-FFF2-40B4-BE49-F238E27FC236}">
                      <a16:creationId xmlns:a16="http://schemas.microsoft.com/office/drawing/2014/main" id="{1A946A63-19BB-50A7-B854-0C522CF59F23}"/>
                    </a:ext>
                  </a:extLst>
                </p:cNvPr>
                <p:cNvCxnSpPr>
                  <a:cxnSpLocks/>
                  <a:stCxn id="1145" idx="2"/>
                  <a:endCxn id="1145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4" name="Gerader Verbinder 1153">
                  <a:extLst>
                    <a:ext uri="{FF2B5EF4-FFF2-40B4-BE49-F238E27FC236}">
                      <a16:creationId xmlns:a16="http://schemas.microsoft.com/office/drawing/2014/main" id="{B8150D3B-63DD-62D8-5994-2879F23B807B}"/>
                    </a:ext>
                  </a:extLst>
                </p:cNvPr>
                <p:cNvCxnSpPr>
                  <a:cxnSpLocks/>
                  <a:stCxn id="1146" idx="4"/>
                  <a:endCxn id="1146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11" name="Gruppieren 1110">
                <a:extLst>
                  <a:ext uri="{FF2B5EF4-FFF2-40B4-BE49-F238E27FC236}">
                    <a16:creationId xmlns:a16="http://schemas.microsoft.com/office/drawing/2014/main" id="{A8EAF273-9FFE-0CC1-328C-82106EB4070C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39" name="Rechteck 1138">
                  <a:extLst>
                    <a:ext uri="{FF2B5EF4-FFF2-40B4-BE49-F238E27FC236}">
                      <a16:creationId xmlns:a16="http://schemas.microsoft.com/office/drawing/2014/main" id="{CDE2E100-7DDF-229E-D2BD-DECDE2004514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0" name="Rechteck 1139">
                  <a:extLst>
                    <a:ext uri="{FF2B5EF4-FFF2-40B4-BE49-F238E27FC236}">
                      <a16:creationId xmlns:a16="http://schemas.microsoft.com/office/drawing/2014/main" id="{BB5A497F-4FDB-3E56-08FD-6D4BC16A3BBD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41" name="Rechteck 1140">
                  <a:extLst>
                    <a:ext uri="{FF2B5EF4-FFF2-40B4-BE49-F238E27FC236}">
                      <a16:creationId xmlns:a16="http://schemas.microsoft.com/office/drawing/2014/main" id="{BF516EB5-2BEC-3EFD-D018-214B751115B7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12" name="Textfeld 1111">
                <a:extLst>
                  <a:ext uri="{FF2B5EF4-FFF2-40B4-BE49-F238E27FC236}">
                    <a16:creationId xmlns:a16="http://schemas.microsoft.com/office/drawing/2014/main" id="{80055EA3-F759-60FB-F14A-EA38A2988E51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3" name="Textfeld 1112">
                <a:extLst>
                  <a:ext uri="{FF2B5EF4-FFF2-40B4-BE49-F238E27FC236}">
                    <a16:creationId xmlns:a16="http://schemas.microsoft.com/office/drawing/2014/main" id="{1A050D50-F681-9782-2BC6-C69FE2B6C52F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4" name="Textfeld 1113">
                <a:extLst>
                  <a:ext uri="{FF2B5EF4-FFF2-40B4-BE49-F238E27FC236}">
                    <a16:creationId xmlns:a16="http://schemas.microsoft.com/office/drawing/2014/main" id="{E4550218-1156-EA18-886E-6FD8BDF25739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15" name="Textfeld 1114">
                <a:extLst>
                  <a:ext uri="{FF2B5EF4-FFF2-40B4-BE49-F238E27FC236}">
                    <a16:creationId xmlns:a16="http://schemas.microsoft.com/office/drawing/2014/main" id="{703B5F96-4B9E-C9A3-C8A8-47AF5B16AEC4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16" name="Textfeld 1115">
                <a:extLst>
                  <a:ext uri="{FF2B5EF4-FFF2-40B4-BE49-F238E27FC236}">
                    <a16:creationId xmlns:a16="http://schemas.microsoft.com/office/drawing/2014/main" id="{6C6DE7A9-3FB6-50EE-FE6C-E090531BDBED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17" name="Gruppieren 1116">
                <a:extLst>
                  <a:ext uri="{FF2B5EF4-FFF2-40B4-BE49-F238E27FC236}">
                    <a16:creationId xmlns:a16="http://schemas.microsoft.com/office/drawing/2014/main" id="{60F848BC-D07C-B7D0-8AED-CE0EEE5AE4FF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33" name="Ellipse 1132">
                  <a:extLst>
                    <a:ext uri="{FF2B5EF4-FFF2-40B4-BE49-F238E27FC236}">
                      <a16:creationId xmlns:a16="http://schemas.microsoft.com/office/drawing/2014/main" id="{2581BD1A-019C-BECE-91CE-9BF663F90512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4" name="Ellipse 1133">
                  <a:extLst>
                    <a:ext uri="{FF2B5EF4-FFF2-40B4-BE49-F238E27FC236}">
                      <a16:creationId xmlns:a16="http://schemas.microsoft.com/office/drawing/2014/main" id="{001792F8-640C-FA61-FADB-29F9B583299E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5" name="Ellipse 1134">
                  <a:extLst>
                    <a:ext uri="{FF2B5EF4-FFF2-40B4-BE49-F238E27FC236}">
                      <a16:creationId xmlns:a16="http://schemas.microsoft.com/office/drawing/2014/main" id="{AD7BF2FB-3960-F4D8-B57D-18986FC7E8A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6" name="Textfeld 1135">
                  <a:extLst>
                    <a:ext uri="{FF2B5EF4-FFF2-40B4-BE49-F238E27FC236}">
                      <a16:creationId xmlns:a16="http://schemas.microsoft.com/office/drawing/2014/main" id="{EC90DD37-6B24-15F8-495E-0F9DCC003A72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37" name="Textfeld 1136">
                  <a:extLst>
                    <a:ext uri="{FF2B5EF4-FFF2-40B4-BE49-F238E27FC236}">
                      <a16:creationId xmlns:a16="http://schemas.microsoft.com/office/drawing/2014/main" id="{FBA39AF3-D820-3165-A4AD-EBFD6178633C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38" name="Textfeld 1137">
                  <a:extLst>
                    <a:ext uri="{FF2B5EF4-FFF2-40B4-BE49-F238E27FC236}">
                      <a16:creationId xmlns:a16="http://schemas.microsoft.com/office/drawing/2014/main" id="{5FE0746F-DEAF-F252-DE04-78C214F464C9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18" name="Textfeld 1117">
                <a:extLst>
                  <a:ext uri="{FF2B5EF4-FFF2-40B4-BE49-F238E27FC236}">
                    <a16:creationId xmlns:a16="http://schemas.microsoft.com/office/drawing/2014/main" id="{B5BA29CD-EEFF-6890-B4B0-120E1A5E7687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19" name="Rechteck: abgerundete Ecken 1118">
                <a:extLst>
                  <a:ext uri="{FF2B5EF4-FFF2-40B4-BE49-F238E27FC236}">
                    <a16:creationId xmlns:a16="http://schemas.microsoft.com/office/drawing/2014/main" id="{4372605B-6ED3-7FBC-2338-6B38CC168734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0" name="Rechteck: abgerundete Ecken 1119">
                <a:extLst>
                  <a:ext uri="{FF2B5EF4-FFF2-40B4-BE49-F238E27FC236}">
                    <a16:creationId xmlns:a16="http://schemas.microsoft.com/office/drawing/2014/main" id="{40D112FF-B971-BC0E-A86F-807C9125FFB7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21" name="Gruppieren 1120">
                <a:extLst>
                  <a:ext uri="{FF2B5EF4-FFF2-40B4-BE49-F238E27FC236}">
                    <a16:creationId xmlns:a16="http://schemas.microsoft.com/office/drawing/2014/main" id="{46657F25-8C6F-410C-B14E-32D6FD25D237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31" name="Rechteck: abgerundete Ecken 1130">
                  <a:extLst>
                    <a:ext uri="{FF2B5EF4-FFF2-40B4-BE49-F238E27FC236}">
                      <a16:creationId xmlns:a16="http://schemas.microsoft.com/office/drawing/2014/main" id="{FBC77221-7B7E-80AF-1F53-20B2FB64F664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32" name="Textfeld 1131">
                  <a:extLst>
                    <a:ext uri="{FF2B5EF4-FFF2-40B4-BE49-F238E27FC236}">
                      <a16:creationId xmlns:a16="http://schemas.microsoft.com/office/drawing/2014/main" id="{9B57791E-18B6-03C4-19AD-D83AF6887515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22" name="Gruppieren 1121">
                <a:extLst>
                  <a:ext uri="{FF2B5EF4-FFF2-40B4-BE49-F238E27FC236}">
                    <a16:creationId xmlns:a16="http://schemas.microsoft.com/office/drawing/2014/main" id="{6AC62DE4-4FF7-35D9-F71B-0A131272DBA1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26" name="Rechteck 1125">
                  <a:extLst>
                    <a:ext uri="{FF2B5EF4-FFF2-40B4-BE49-F238E27FC236}">
                      <a16:creationId xmlns:a16="http://schemas.microsoft.com/office/drawing/2014/main" id="{2DDE147B-A618-997F-7237-413F5DB6A5D3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27" name="Ellipse 1126">
                  <a:extLst>
                    <a:ext uri="{FF2B5EF4-FFF2-40B4-BE49-F238E27FC236}">
                      <a16:creationId xmlns:a16="http://schemas.microsoft.com/office/drawing/2014/main" id="{FD8214D7-CF34-32E7-7360-BD14D0ECD073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8" name="Ellipse 1127">
                  <a:extLst>
                    <a:ext uri="{FF2B5EF4-FFF2-40B4-BE49-F238E27FC236}">
                      <a16:creationId xmlns:a16="http://schemas.microsoft.com/office/drawing/2014/main" id="{E7C064DB-B416-4363-0E00-6994BF33735F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29" name="Rechteck 1128">
                  <a:extLst>
                    <a:ext uri="{FF2B5EF4-FFF2-40B4-BE49-F238E27FC236}">
                      <a16:creationId xmlns:a16="http://schemas.microsoft.com/office/drawing/2014/main" id="{088144B7-BF53-A1C2-B5F1-EA1853C3FE19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30" name="Rechteck 1129">
                  <a:extLst>
                    <a:ext uri="{FF2B5EF4-FFF2-40B4-BE49-F238E27FC236}">
                      <a16:creationId xmlns:a16="http://schemas.microsoft.com/office/drawing/2014/main" id="{E9FD236E-4E37-7B4C-E576-BCA7D5D8A8CB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23" name="Rechteck: abgerundete Ecken 1122">
                <a:extLst>
                  <a:ext uri="{FF2B5EF4-FFF2-40B4-BE49-F238E27FC236}">
                    <a16:creationId xmlns:a16="http://schemas.microsoft.com/office/drawing/2014/main" id="{BED082FF-7A32-E8F0-91B9-4CB3D099F9A9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4" name="Rechteck: abgerundete Ecken 1123">
                <a:extLst>
                  <a:ext uri="{FF2B5EF4-FFF2-40B4-BE49-F238E27FC236}">
                    <a16:creationId xmlns:a16="http://schemas.microsoft.com/office/drawing/2014/main" id="{FBA770D0-3473-B4E5-F457-7D9FBAA2A96E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25" name="Textfeld 1124">
                <a:extLst>
                  <a:ext uri="{FF2B5EF4-FFF2-40B4-BE49-F238E27FC236}">
                    <a16:creationId xmlns:a16="http://schemas.microsoft.com/office/drawing/2014/main" id="{1F67EF85-9114-2EF3-9BCF-5440AE202AB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155" name="Textfeld 1154">
              <a:extLst>
                <a:ext uri="{FF2B5EF4-FFF2-40B4-BE49-F238E27FC236}">
                  <a16:creationId xmlns:a16="http://schemas.microsoft.com/office/drawing/2014/main" id="{9B55DA3E-E91F-0011-EFB1-4F58AC9271B3}"/>
                </a:ext>
              </a:extLst>
            </p:cNvPr>
            <p:cNvSpPr txBox="1"/>
            <p:nvPr/>
          </p:nvSpPr>
          <p:spPr>
            <a:xfrm>
              <a:off x="9189881" y="929324"/>
              <a:ext cx="5229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 IN</a:t>
              </a:r>
            </a:p>
          </p:txBody>
        </p:sp>
      </p:grpSp>
      <p:grpSp>
        <p:nvGrpSpPr>
          <p:cNvPr id="1213" name="Gruppieren 1212">
            <a:extLst>
              <a:ext uri="{FF2B5EF4-FFF2-40B4-BE49-F238E27FC236}">
                <a16:creationId xmlns:a16="http://schemas.microsoft.com/office/drawing/2014/main" id="{AB936D2A-22AD-AF64-7E7F-8957A152C46A}"/>
              </a:ext>
            </a:extLst>
          </p:cNvPr>
          <p:cNvGrpSpPr/>
          <p:nvPr/>
        </p:nvGrpSpPr>
        <p:grpSpPr>
          <a:xfrm>
            <a:off x="750030" y="404641"/>
            <a:ext cx="4194000" cy="4500057"/>
            <a:chOff x="750030" y="404641"/>
            <a:chExt cx="4194000" cy="4500057"/>
          </a:xfrm>
        </p:grpSpPr>
        <p:sp>
          <p:nvSpPr>
            <p:cNvPr id="737" name="Rechteck 736">
              <a:extLst>
                <a:ext uri="{FF2B5EF4-FFF2-40B4-BE49-F238E27FC236}">
                  <a16:creationId xmlns:a16="http://schemas.microsoft.com/office/drawing/2014/main" id="{FD3710E2-5AD0-B001-089A-292C902FC0C7}"/>
                </a:ext>
              </a:extLst>
            </p:cNvPr>
            <p:cNvSpPr/>
            <p:nvPr/>
          </p:nvSpPr>
          <p:spPr>
            <a:xfrm>
              <a:off x="750030" y="712225"/>
              <a:ext cx="4194000" cy="4192473"/>
            </a:xfrm>
            <a:prstGeom prst="rect">
              <a:avLst/>
            </a:prstGeom>
            <a:solidFill>
              <a:schemeClr val="bg1">
                <a:lumMod val="65000"/>
                <a:alpha val="59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738" name="Gruppieren 737">
              <a:extLst>
                <a:ext uri="{FF2B5EF4-FFF2-40B4-BE49-F238E27FC236}">
                  <a16:creationId xmlns:a16="http://schemas.microsoft.com/office/drawing/2014/main" id="{DB3DA903-DDD4-E4AB-5A6C-E36DF6D45F0A}"/>
                </a:ext>
              </a:extLst>
            </p:cNvPr>
            <p:cNvGrpSpPr/>
            <p:nvPr/>
          </p:nvGrpSpPr>
          <p:grpSpPr>
            <a:xfrm>
              <a:off x="937855" y="3695977"/>
              <a:ext cx="3855687" cy="1029894"/>
              <a:chOff x="1719445" y="4164607"/>
              <a:chExt cx="3855687" cy="1029894"/>
            </a:xfrm>
          </p:grpSpPr>
          <p:grpSp>
            <p:nvGrpSpPr>
              <p:cNvPr id="812" name="Gruppieren 811">
                <a:extLst>
                  <a:ext uri="{FF2B5EF4-FFF2-40B4-BE49-F238E27FC236}">
                    <a16:creationId xmlns:a16="http://schemas.microsoft.com/office/drawing/2014/main" id="{2D0A6371-1199-C7EA-4D87-6DA4396C7660}"/>
                  </a:ext>
                </a:extLst>
              </p:cNvPr>
              <p:cNvGrpSpPr/>
              <p:nvPr/>
            </p:nvGrpSpPr>
            <p:grpSpPr>
              <a:xfrm>
                <a:off x="1719445" y="4165737"/>
                <a:ext cx="3855687" cy="1028764"/>
                <a:chOff x="6491861" y="4316685"/>
                <a:chExt cx="3855687" cy="1028764"/>
              </a:xfrm>
            </p:grpSpPr>
            <p:sp>
              <p:nvSpPr>
                <p:cNvPr id="838" name="Ellipse 837">
                  <a:extLst>
                    <a:ext uri="{FF2B5EF4-FFF2-40B4-BE49-F238E27FC236}">
                      <a16:creationId xmlns:a16="http://schemas.microsoft.com/office/drawing/2014/main" id="{3924CDAC-77C0-E67A-7EDE-55013E70B2DE}"/>
                    </a:ext>
                  </a:extLst>
                </p:cNvPr>
                <p:cNvSpPr/>
                <p:nvPr/>
              </p:nvSpPr>
              <p:spPr>
                <a:xfrm>
                  <a:off x="7599644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9" name="Ellipse 838">
                  <a:extLst>
                    <a:ext uri="{FF2B5EF4-FFF2-40B4-BE49-F238E27FC236}">
                      <a16:creationId xmlns:a16="http://schemas.microsoft.com/office/drawing/2014/main" id="{932EC23C-8631-201A-EFE4-C7A06E713D52}"/>
                    </a:ext>
                  </a:extLst>
                </p:cNvPr>
                <p:cNvSpPr/>
                <p:nvPr/>
              </p:nvSpPr>
              <p:spPr>
                <a:xfrm>
                  <a:off x="7980820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0" name="Ellipse 839">
                  <a:extLst>
                    <a:ext uri="{FF2B5EF4-FFF2-40B4-BE49-F238E27FC236}">
                      <a16:creationId xmlns:a16="http://schemas.microsoft.com/office/drawing/2014/main" id="{449255C0-AA30-6596-48E6-81B51D9E17FC}"/>
                    </a:ext>
                  </a:extLst>
                </p:cNvPr>
                <p:cNvSpPr/>
                <p:nvPr/>
              </p:nvSpPr>
              <p:spPr>
                <a:xfrm>
                  <a:off x="8361996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1" name="Ellipse 840">
                  <a:extLst>
                    <a:ext uri="{FF2B5EF4-FFF2-40B4-BE49-F238E27FC236}">
                      <a16:creationId xmlns:a16="http://schemas.microsoft.com/office/drawing/2014/main" id="{181CFD9E-8380-E402-F652-74E4B7383FF8}"/>
                    </a:ext>
                  </a:extLst>
                </p:cNvPr>
                <p:cNvSpPr/>
                <p:nvPr/>
              </p:nvSpPr>
              <p:spPr>
                <a:xfrm>
                  <a:off x="8743172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2" name="Ellipse 841">
                  <a:extLst>
                    <a:ext uri="{FF2B5EF4-FFF2-40B4-BE49-F238E27FC236}">
                      <a16:creationId xmlns:a16="http://schemas.microsoft.com/office/drawing/2014/main" id="{82AADA10-A4DA-8381-6873-839EAAB509AD}"/>
                    </a:ext>
                  </a:extLst>
                </p:cNvPr>
                <p:cNvSpPr/>
                <p:nvPr/>
              </p:nvSpPr>
              <p:spPr>
                <a:xfrm>
                  <a:off x="9124348" y="4926111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3" name="Ellipse 842">
                  <a:extLst>
                    <a:ext uri="{FF2B5EF4-FFF2-40B4-BE49-F238E27FC236}">
                      <a16:creationId xmlns:a16="http://schemas.microsoft.com/office/drawing/2014/main" id="{2263005E-7AA0-6E74-648D-983FD5C9F644}"/>
                    </a:ext>
                  </a:extLst>
                </p:cNvPr>
                <p:cNvSpPr/>
                <p:nvPr/>
              </p:nvSpPr>
              <p:spPr>
                <a:xfrm>
                  <a:off x="75997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4" name="Ellipse 843">
                  <a:extLst>
                    <a:ext uri="{FF2B5EF4-FFF2-40B4-BE49-F238E27FC236}">
                      <a16:creationId xmlns:a16="http://schemas.microsoft.com/office/drawing/2014/main" id="{89AA8918-C356-E493-2625-5EC049E24D86}"/>
                    </a:ext>
                  </a:extLst>
                </p:cNvPr>
                <p:cNvSpPr/>
                <p:nvPr/>
              </p:nvSpPr>
              <p:spPr>
                <a:xfrm>
                  <a:off x="7980908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5" name="Ellipse 844">
                  <a:extLst>
                    <a:ext uri="{FF2B5EF4-FFF2-40B4-BE49-F238E27FC236}">
                      <a16:creationId xmlns:a16="http://schemas.microsoft.com/office/drawing/2014/main" id="{AD8FF1B6-7E30-7DAC-F519-3B162BB93650}"/>
                    </a:ext>
                  </a:extLst>
                </p:cNvPr>
                <p:cNvSpPr/>
                <p:nvPr/>
              </p:nvSpPr>
              <p:spPr>
                <a:xfrm>
                  <a:off x="8362084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6" name="Ellipse 845">
                  <a:extLst>
                    <a:ext uri="{FF2B5EF4-FFF2-40B4-BE49-F238E27FC236}">
                      <a16:creationId xmlns:a16="http://schemas.microsoft.com/office/drawing/2014/main" id="{80EE62E4-3AB1-D25E-FDD4-166075F5D11B}"/>
                    </a:ext>
                  </a:extLst>
                </p:cNvPr>
                <p:cNvSpPr/>
                <p:nvPr/>
              </p:nvSpPr>
              <p:spPr>
                <a:xfrm>
                  <a:off x="8743260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7" name="Ellipse 846">
                  <a:extLst>
                    <a:ext uri="{FF2B5EF4-FFF2-40B4-BE49-F238E27FC236}">
                      <a16:creationId xmlns:a16="http://schemas.microsoft.com/office/drawing/2014/main" id="{20C3AB31-6C0A-A6E8-52F1-389A20CAD42D}"/>
                    </a:ext>
                  </a:extLst>
                </p:cNvPr>
                <p:cNvSpPr/>
                <p:nvPr/>
              </p:nvSpPr>
              <p:spPr>
                <a:xfrm>
                  <a:off x="9124432" y="5230824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8" name="Ellipse 847">
                  <a:extLst>
                    <a:ext uri="{FF2B5EF4-FFF2-40B4-BE49-F238E27FC236}">
                      <a16:creationId xmlns:a16="http://schemas.microsoft.com/office/drawing/2014/main" id="{0A377F11-9871-AAA8-EFF9-980B67146A6B}"/>
                    </a:ext>
                  </a:extLst>
                </p:cNvPr>
                <p:cNvSpPr/>
                <p:nvPr/>
              </p:nvSpPr>
              <p:spPr>
                <a:xfrm>
                  <a:off x="989685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9" name="Ellipse 848">
                  <a:extLst>
                    <a:ext uri="{FF2B5EF4-FFF2-40B4-BE49-F238E27FC236}">
                      <a16:creationId xmlns:a16="http://schemas.microsoft.com/office/drawing/2014/main" id="{1F8FA744-0570-8CC6-23A1-1C0EFEAB5473}"/>
                    </a:ext>
                  </a:extLst>
                </p:cNvPr>
                <p:cNvSpPr/>
                <p:nvPr/>
              </p:nvSpPr>
              <p:spPr>
                <a:xfrm>
                  <a:off x="989685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0" name="Ellipse 849">
                  <a:extLst>
                    <a:ext uri="{FF2B5EF4-FFF2-40B4-BE49-F238E27FC236}">
                      <a16:creationId xmlns:a16="http://schemas.microsoft.com/office/drawing/2014/main" id="{5E1A9CB4-9124-CE84-3545-1A96E5F3E7CD}"/>
                    </a:ext>
                  </a:extLst>
                </p:cNvPr>
                <p:cNvSpPr/>
                <p:nvPr/>
              </p:nvSpPr>
              <p:spPr>
                <a:xfrm>
                  <a:off x="989685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1" name="Ellipse 850">
                  <a:extLst>
                    <a:ext uri="{FF2B5EF4-FFF2-40B4-BE49-F238E27FC236}">
                      <a16:creationId xmlns:a16="http://schemas.microsoft.com/office/drawing/2014/main" id="{D0617959-56C5-4098-FF8B-9DDD88C45E31}"/>
                    </a:ext>
                  </a:extLst>
                </p:cNvPr>
                <p:cNvSpPr/>
                <p:nvPr/>
              </p:nvSpPr>
              <p:spPr>
                <a:xfrm>
                  <a:off x="989685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2" name="Ellipse 851">
                  <a:extLst>
                    <a:ext uri="{FF2B5EF4-FFF2-40B4-BE49-F238E27FC236}">
                      <a16:creationId xmlns:a16="http://schemas.microsoft.com/office/drawing/2014/main" id="{B8EE2989-2E6D-2971-BA6E-70FBC6E9CA8E}"/>
                    </a:ext>
                  </a:extLst>
                </p:cNvPr>
                <p:cNvSpPr/>
                <p:nvPr/>
              </p:nvSpPr>
              <p:spPr>
                <a:xfrm>
                  <a:off x="1023213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3" name="Ellipse 852">
                  <a:extLst>
                    <a:ext uri="{FF2B5EF4-FFF2-40B4-BE49-F238E27FC236}">
                      <a16:creationId xmlns:a16="http://schemas.microsoft.com/office/drawing/2014/main" id="{D24F52CB-E46B-21F0-9DB1-225A74991DC0}"/>
                    </a:ext>
                  </a:extLst>
                </p:cNvPr>
                <p:cNvSpPr/>
                <p:nvPr/>
              </p:nvSpPr>
              <p:spPr>
                <a:xfrm>
                  <a:off x="1023213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4" name="Ellipse 853">
                  <a:extLst>
                    <a:ext uri="{FF2B5EF4-FFF2-40B4-BE49-F238E27FC236}">
                      <a16:creationId xmlns:a16="http://schemas.microsoft.com/office/drawing/2014/main" id="{3A5B96F4-6FE4-B0A1-37BD-60CF2898B464}"/>
                    </a:ext>
                  </a:extLst>
                </p:cNvPr>
                <p:cNvSpPr/>
                <p:nvPr/>
              </p:nvSpPr>
              <p:spPr>
                <a:xfrm>
                  <a:off x="1023213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5" name="Ellipse 854">
                  <a:extLst>
                    <a:ext uri="{FF2B5EF4-FFF2-40B4-BE49-F238E27FC236}">
                      <a16:creationId xmlns:a16="http://schemas.microsoft.com/office/drawing/2014/main" id="{7F4B6C7A-8A61-5172-F1EB-09185231E1F8}"/>
                    </a:ext>
                  </a:extLst>
                </p:cNvPr>
                <p:cNvSpPr/>
                <p:nvPr/>
              </p:nvSpPr>
              <p:spPr>
                <a:xfrm>
                  <a:off x="1023213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6" name="Ellipse 855">
                  <a:extLst>
                    <a:ext uri="{FF2B5EF4-FFF2-40B4-BE49-F238E27FC236}">
                      <a16:creationId xmlns:a16="http://schemas.microsoft.com/office/drawing/2014/main" id="{B3855DFC-9649-E40C-DFFA-DDE3E1177B4D}"/>
                    </a:ext>
                  </a:extLst>
                </p:cNvPr>
                <p:cNvSpPr/>
                <p:nvPr/>
              </p:nvSpPr>
              <p:spPr>
                <a:xfrm>
                  <a:off x="649186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7" name="Ellipse 856">
                  <a:extLst>
                    <a:ext uri="{FF2B5EF4-FFF2-40B4-BE49-F238E27FC236}">
                      <a16:creationId xmlns:a16="http://schemas.microsoft.com/office/drawing/2014/main" id="{DF9F043D-6F64-155F-E7CE-7C711CDD4378}"/>
                    </a:ext>
                  </a:extLst>
                </p:cNvPr>
                <p:cNvSpPr/>
                <p:nvPr/>
              </p:nvSpPr>
              <p:spPr>
                <a:xfrm>
                  <a:off x="649186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8" name="Ellipse 857">
                  <a:extLst>
                    <a:ext uri="{FF2B5EF4-FFF2-40B4-BE49-F238E27FC236}">
                      <a16:creationId xmlns:a16="http://schemas.microsoft.com/office/drawing/2014/main" id="{7D961040-23DF-60E4-5C9B-59DC9A2F2021}"/>
                    </a:ext>
                  </a:extLst>
                </p:cNvPr>
                <p:cNvSpPr/>
                <p:nvPr/>
              </p:nvSpPr>
              <p:spPr>
                <a:xfrm>
                  <a:off x="649186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9" name="Ellipse 858">
                  <a:extLst>
                    <a:ext uri="{FF2B5EF4-FFF2-40B4-BE49-F238E27FC236}">
                      <a16:creationId xmlns:a16="http://schemas.microsoft.com/office/drawing/2014/main" id="{E53A73D5-5964-6351-D164-FD384B43BB12}"/>
                    </a:ext>
                  </a:extLst>
                </p:cNvPr>
                <p:cNvSpPr/>
                <p:nvPr/>
              </p:nvSpPr>
              <p:spPr>
                <a:xfrm>
                  <a:off x="649186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0" name="Ellipse 859">
                  <a:extLst>
                    <a:ext uri="{FF2B5EF4-FFF2-40B4-BE49-F238E27FC236}">
                      <a16:creationId xmlns:a16="http://schemas.microsoft.com/office/drawing/2014/main" id="{EC1D7D04-C331-72B9-58F4-68B6EB813855}"/>
                    </a:ext>
                  </a:extLst>
                </p:cNvPr>
                <p:cNvSpPr/>
                <p:nvPr/>
              </p:nvSpPr>
              <p:spPr>
                <a:xfrm>
                  <a:off x="6827141" y="4926111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1" name="Ellipse 860">
                  <a:extLst>
                    <a:ext uri="{FF2B5EF4-FFF2-40B4-BE49-F238E27FC236}">
                      <a16:creationId xmlns:a16="http://schemas.microsoft.com/office/drawing/2014/main" id="{4A7F89D3-5C0F-45CA-829B-4220FD84AEFD}"/>
                    </a:ext>
                  </a:extLst>
                </p:cNvPr>
                <p:cNvSpPr/>
                <p:nvPr/>
              </p:nvSpPr>
              <p:spPr>
                <a:xfrm>
                  <a:off x="6827141" y="5230824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2" name="Ellipse 861">
                  <a:extLst>
                    <a:ext uri="{FF2B5EF4-FFF2-40B4-BE49-F238E27FC236}">
                      <a16:creationId xmlns:a16="http://schemas.microsoft.com/office/drawing/2014/main" id="{186E9337-382A-7F1B-4CDD-0748D94F9CB5}"/>
                    </a:ext>
                  </a:extLst>
                </p:cNvPr>
                <p:cNvSpPr/>
                <p:nvPr/>
              </p:nvSpPr>
              <p:spPr>
                <a:xfrm>
                  <a:off x="6827141" y="4316685"/>
                  <a:ext cx="115417" cy="114625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3" name="Ellipse 862">
                  <a:extLst>
                    <a:ext uri="{FF2B5EF4-FFF2-40B4-BE49-F238E27FC236}">
                      <a16:creationId xmlns:a16="http://schemas.microsoft.com/office/drawing/2014/main" id="{9F57B7D3-A753-F6EF-1B21-1849200C6282}"/>
                    </a:ext>
                  </a:extLst>
                </p:cNvPr>
                <p:cNvSpPr/>
                <p:nvPr/>
              </p:nvSpPr>
              <p:spPr>
                <a:xfrm>
                  <a:off x="6827141" y="4621398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813" name="Gruppieren 812">
                <a:extLst>
                  <a:ext uri="{FF2B5EF4-FFF2-40B4-BE49-F238E27FC236}">
                    <a16:creationId xmlns:a16="http://schemas.microsoft.com/office/drawing/2014/main" id="{DAE93D2A-503E-5E36-9EDC-D3AA536B4A69}"/>
                  </a:ext>
                </a:extLst>
              </p:cNvPr>
              <p:cNvGrpSpPr/>
              <p:nvPr/>
            </p:nvGrpSpPr>
            <p:grpSpPr>
              <a:xfrm>
                <a:off x="2819083" y="4164607"/>
                <a:ext cx="1664480" cy="363155"/>
                <a:chOff x="2819083" y="4164607"/>
                <a:chExt cx="1664480" cy="363155"/>
              </a:xfrm>
            </p:grpSpPr>
            <p:sp>
              <p:nvSpPr>
                <p:cNvPr id="814" name="Rechteck 813">
                  <a:extLst>
                    <a:ext uri="{FF2B5EF4-FFF2-40B4-BE49-F238E27FC236}">
                      <a16:creationId xmlns:a16="http://schemas.microsoft.com/office/drawing/2014/main" id="{97A3E332-4C63-28FA-9875-418C2E007C63}"/>
                    </a:ext>
                  </a:extLst>
                </p:cNvPr>
                <p:cNvSpPr/>
                <p:nvPr/>
              </p:nvSpPr>
              <p:spPr>
                <a:xfrm>
                  <a:off x="2819083" y="4164607"/>
                  <a:ext cx="1664480" cy="363155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15" name="Rechteck 814">
                  <a:extLst>
                    <a:ext uri="{FF2B5EF4-FFF2-40B4-BE49-F238E27FC236}">
                      <a16:creationId xmlns:a16="http://schemas.microsoft.com/office/drawing/2014/main" id="{D5094F9E-7559-AC8F-5191-46D0EB1AFED9}"/>
                    </a:ext>
                  </a:extLst>
                </p:cNvPr>
                <p:cNvSpPr/>
                <p:nvPr/>
              </p:nvSpPr>
              <p:spPr>
                <a:xfrm>
                  <a:off x="2863868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6" name="Rechteck 815">
                  <a:extLst>
                    <a:ext uri="{FF2B5EF4-FFF2-40B4-BE49-F238E27FC236}">
                      <a16:creationId xmlns:a16="http://schemas.microsoft.com/office/drawing/2014/main" id="{023819AF-89F9-0CF7-D217-C30EE85098BD}"/>
                    </a:ext>
                  </a:extLst>
                </p:cNvPr>
                <p:cNvSpPr/>
                <p:nvPr/>
              </p:nvSpPr>
              <p:spPr>
                <a:xfrm>
                  <a:off x="3043466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17" name="Rechteck 816">
                  <a:extLst>
                    <a:ext uri="{FF2B5EF4-FFF2-40B4-BE49-F238E27FC236}">
                      <a16:creationId xmlns:a16="http://schemas.microsoft.com/office/drawing/2014/main" id="{A5AA8052-B990-E051-8936-3E03E7A88D16}"/>
                    </a:ext>
                  </a:extLst>
                </p:cNvPr>
                <p:cNvSpPr/>
                <p:nvPr/>
              </p:nvSpPr>
              <p:spPr>
                <a:xfrm>
                  <a:off x="3223064" y="419356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818" name="Gruppieren 817">
                  <a:extLst>
                    <a:ext uri="{FF2B5EF4-FFF2-40B4-BE49-F238E27FC236}">
                      <a16:creationId xmlns:a16="http://schemas.microsoft.com/office/drawing/2014/main" id="{4C186DEF-FCAB-B45A-10FE-C0CCA95EA1FC}"/>
                    </a:ext>
                  </a:extLst>
                </p:cNvPr>
                <p:cNvGrpSpPr/>
                <p:nvPr/>
              </p:nvGrpSpPr>
              <p:grpSpPr>
                <a:xfrm>
                  <a:off x="2819083" y="434073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834" name="Rechteck 833">
                    <a:extLst>
                      <a:ext uri="{FF2B5EF4-FFF2-40B4-BE49-F238E27FC236}">
                        <a16:creationId xmlns:a16="http://schemas.microsoft.com/office/drawing/2014/main" id="{76F75705-CA7E-8739-5688-68F90558A687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5" name="Rechteck 834">
                    <a:extLst>
                      <a:ext uri="{FF2B5EF4-FFF2-40B4-BE49-F238E27FC236}">
                        <a16:creationId xmlns:a16="http://schemas.microsoft.com/office/drawing/2014/main" id="{E4469041-D73B-C0D9-25B8-2048823CCB04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6" name="Rechteck 835">
                    <a:extLst>
                      <a:ext uri="{FF2B5EF4-FFF2-40B4-BE49-F238E27FC236}">
                        <a16:creationId xmlns:a16="http://schemas.microsoft.com/office/drawing/2014/main" id="{91D02595-8F97-91E3-CEB0-FCDDED1B13A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7" name="Rechteck 836">
                    <a:extLst>
                      <a:ext uri="{FF2B5EF4-FFF2-40B4-BE49-F238E27FC236}">
                        <a16:creationId xmlns:a16="http://schemas.microsoft.com/office/drawing/2014/main" id="{FFEAEDF4-8CF5-2AAB-A98A-A7BD382C9D9A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819" name="Gruppieren 818">
                  <a:extLst>
                    <a:ext uri="{FF2B5EF4-FFF2-40B4-BE49-F238E27FC236}">
                      <a16:creationId xmlns:a16="http://schemas.microsoft.com/office/drawing/2014/main" id="{2D3F9CD4-2427-B207-AB6A-31BD5EC7D5A5}"/>
                    </a:ext>
                  </a:extLst>
                </p:cNvPr>
                <p:cNvGrpSpPr/>
                <p:nvPr/>
              </p:nvGrpSpPr>
              <p:grpSpPr>
                <a:xfrm>
                  <a:off x="3935858" y="4169687"/>
                  <a:ext cx="547705" cy="358075"/>
                  <a:chOff x="7869855" y="3649929"/>
                  <a:chExt cx="547705" cy="358075"/>
                </a:xfrm>
              </p:grpSpPr>
              <p:grpSp>
                <p:nvGrpSpPr>
                  <p:cNvPr id="824" name="Gruppieren 823">
                    <a:extLst>
                      <a:ext uri="{FF2B5EF4-FFF2-40B4-BE49-F238E27FC236}">
                        <a16:creationId xmlns:a16="http://schemas.microsoft.com/office/drawing/2014/main" id="{2E3018F7-5843-0072-59A0-3EAC2EDC9824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649929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30" name="Rechteck 829">
                      <a:extLst>
                        <a:ext uri="{FF2B5EF4-FFF2-40B4-BE49-F238E27FC236}">
                          <a16:creationId xmlns:a16="http://schemas.microsoft.com/office/drawing/2014/main" id="{D2F377E7-CC7E-24EF-9E38-0B016EDBA0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1" name="Rechteck 830">
                      <a:extLst>
                        <a:ext uri="{FF2B5EF4-FFF2-40B4-BE49-F238E27FC236}">
                          <a16:creationId xmlns:a16="http://schemas.microsoft.com/office/drawing/2014/main" id="{45638291-5385-5899-978C-92B11DAAE6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2" name="Rechteck 831">
                      <a:extLst>
                        <a:ext uri="{FF2B5EF4-FFF2-40B4-BE49-F238E27FC236}">
                          <a16:creationId xmlns:a16="http://schemas.microsoft.com/office/drawing/2014/main" id="{F4AFD798-EC31-638B-A9C6-62A7DA5C1C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33" name="Rechteck 832">
                      <a:extLst>
                        <a:ext uri="{FF2B5EF4-FFF2-40B4-BE49-F238E27FC236}">
                          <a16:creationId xmlns:a16="http://schemas.microsoft.com/office/drawing/2014/main" id="{4BCAF1EA-FB69-84CD-F717-091C916DA0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825" name="Gruppieren 824">
                    <a:extLst>
                      <a:ext uri="{FF2B5EF4-FFF2-40B4-BE49-F238E27FC236}">
                        <a16:creationId xmlns:a16="http://schemas.microsoft.com/office/drawing/2014/main" id="{6EE08CEB-324B-9C76-8E3E-1656A9A0B08E}"/>
                      </a:ext>
                    </a:extLst>
                  </p:cNvPr>
                  <p:cNvGrpSpPr/>
                  <p:nvPr/>
                </p:nvGrpSpPr>
                <p:grpSpPr>
                  <a:xfrm>
                    <a:off x="7869855" y="382800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826" name="Rechteck 825">
                      <a:extLst>
                        <a:ext uri="{FF2B5EF4-FFF2-40B4-BE49-F238E27FC236}">
                          <a16:creationId xmlns:a16="http://schemas.microsoft.com/office/drawing/2014/main" id="{BB2A6FFD-B2A8-B518-6483-8BFB1312A9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7" name="Rechteck 826">
                      <a:extLst>
                        <a:ext uri="{FF2B5EF4-FFF2-40B4-BE49-F238E27FC236}">
                          <a16:creationId xmlns:a16="http://schemas.microsoft.com/office/drawing/2014/main" id="{80B3EFF6-3C16-4CFE-8F7D-A12E8A238D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8" name="Rechteck 827">
                      <a:extLst>
                        <a:ext uri="{FF2B5EF4-FFF2-40B4-BE49-F238E27FC236}">
                          <a16:creationId xmlns:a16="http://schemas.microsoft.com/office/drawing/2014/main" id="{321E87F7-5B72-B881-8E1D-E05CC8411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29" name="Rechteck 828">
                      <a:extLst>
                        <a:ext uri="{FF2B5EF4-FFF2-40B4-BE49-F238E27FC236}">
                          <a16:creationId xmlns:a16="http://schemas.microsoft.com/office/drawing/2014/main" id="{44452076-48D6-3707-CC97-39CCD344E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</p:grpSp>
            <p:sp>
              <p:nvSpPr>
                <p:cNvPr id="820" name="Rechteck 819">
                  <a:extLst>
                    <a:ext uri="{FF2B5EF4-FFF2-40B4-BE49-F238E27FC236}">
                      <a16:creationId xmlns:a16="http://schemas.microsoft.com/office/drawing/2014/main" id="{7A75C509-29DF-FCBE-F4AE-45070318AA87}"/>
                    </a:ext>
                  </a:extLst>
                </p:cNvPr>
                <p:cNvSpPr/>
                <p:nvPr/>
              </p:nvSpPr>
              <p:spPr>
                <a:xfrm>
                  <a:off x="3507802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1" name="Rechteck 820">
                  <a:extLst>
                    <a:ext uri="{FF2B5EF4-FFF2-40B4-BE49-F238E27FC236}">
                      <a16:creationId xmlns:a16="http://schemas.microsoft.com/office/drawing/2014/main" id="{D14C9F03-F3A5-221E-9496-42539678ED75}"/>
                    </a:ext>
                  </a:extLst>
                </p:cNvPr>
                <p:cNvSpPr/>
                <p:nvPr/>
              </p:nvSpPr>
              <p:spPr>
                <a:xfrm>
                  <a:off x="3687400" y="4195512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2" name="Rechteck 821">
                  <a:extLst>
                    <a:ext uri="{FF2B5EF4-FFF2-40B4-BE49-F238E27FC236}">
                      <a16:creationId xmlns:a16="http://schemas.microsoft.com/office/drawing/2014/main" id="{7ADD8481-49EB-EEF4-D55A-A752370ACE5D}"/>
                    </a:ext>
                  </a:extLst>
                </p:cNvPr>
                <p:cNvSpPr/>
                <p:nvPr/>
              </p:nvSpPr>
              <p:spPr>
                <a:xfrm>
                  <a:off x="3507802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3" name="Rechteck 822">
                  <a:extLst>
                    <a:ext uri="{FF2B5EF4-FFF2-40B4-BE49-F238E27FC236}">
                      <a16:creationId xmlns:a16="http://schemas.microsoft.com/office/drawing/2014/main" id="{3CE6F3F4-11BA-86BC-934A-CAABF3A78889}"/>
                    </a:ext>
                  </a:extLst>
                </p:cNvPr>
                <p:cNvSpPr/>
                <p:nvPr/>
              </p:nvSpPr>
              <p:spPr>
                <a:xfrm>
                  <a:off x="3687400" y="437358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739" name="Textfeld 738">
              <a:extLst>
                <a:ext uri="{FF2B5EF4-FFF2-40B4-BE49-F238E27FC236}">
                  <a16:creationId xmlns:a16="http://schemas.microsoft.com/office/drawing/2014/main" id="{93E09465-864C-467C-9279-82A9FB415038}"/>
                </a:ext>
              </a:extLst>
            </p:cNvPr>
            <p:cNvSpPr txBox="1"/>
            <p:nvPr/>
          </p:nvSpPr>
          <p:spPr>
            <a:xfrm>
              <a:off x="2664181" y="4381257"/>
              <a:ext cx="3914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EM</a:t>
              </a:r>
            </a:p>
          </p:txBody>
        </p:sp>
        <p:sp>
          <p:nvSpPr>
            <p:cNvPr id="740" name="Textfeld 739">
              <a:extLst>
                <a:ext uri="{FF2B5EF4-FFF2-40B4-BE49-F238E27FC236}">
                  <a16:creationId xmlns:a16="http://schemas.microsoft.com/office/drawing/2014/main" id="{8F67A510-58C6-B862-4857-C6B42B5B43C4}"/>
                </a:ext>
              </a:extLst>
            </p:cNvPr>
            <p:cNvSpPr txBox="1"/>
            <p:nvPr/>
          </p:nvSpPr>
          <p:spPr>
            <a:xfrm>
              <a:off x="3419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ES1</a:t>
              </a:r>
            </a:p>
          </p:txBody>
        </p:sp>
        <p:sp>
          <p:nvSpPr>
            <p:cNvPr id="741" name="Textfeld 740">
              <a:extLst>
                <a:ext uri="{FF2B5EF4-FFF2-40B4-BE49-F238E27FC236}">
                  <a16:creationId xmlns:a16="http://schemas.microsoft.com/office/drawing/2014/main" id="{BB3013B6-7E0A-5C3E-7F71-F620AA780F7C}"/>
                </a:ext>
              </a:extLst>
            </p:cNvPr>
            <p:cNvSpPr txBox="1"/>
            <p:nvPr/>
          </p:nvSpPr>
          <p:spPr>
            <a:xfrm>
              <a:off x="3030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ES2</a:t>
              </a:r>
            </a:p>
          </p:txBody>
        </p:sp>
        <p:sp>
          <p:nvSpPr>
            <p:cNvPr id="742" name="Textfeld 741">
              <a:extLst>
                <a:ext uri="{FF2B5EF4-FFF2-40B4-BE49-F238E27FC236}">
                  <a16:creationId xmlns:a16="http://schemas.microsoft.com/office/drawing/2014/main" id="{47CAAD2A-606C-489E-501F-9F3D2A439F1C}"/>
                </a:ext>
              </a:extLst>
            </p:cNvPr>
            <p:cNvSpPr txBox="1"/>
            <p:nvPr/>
          </p:nvSpPr>
          <p:spPr>
            <a:xfrm>
              <a:off x="226850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ES3</a:t>
              </a:r>
            </a:p>
          </p:txBody>
        </p:sp>
        <p:sp>
          <p:nvSpPr>
            <p:cNvPr id="743" name="Textfeld 742">
              <a:extLst>
                <a:ext uri="{FF2B5EF4-FFF2-40B4-BE49-F238E27FC236}">
                  <a16:creationId xmlns:a16="http://schemas.microsoft.com/office/drawing/2014/main" id="{BE1A901F-2CE8-14AD-AEAE-9ADB6B3DEE71}"/>
                </a:ext>
              </a:extLst>
            </p:cNvPr>
            <p:cNvSpPr txBox="1"/>
            <p:nvPr/>
          </p:nvSpPr>
          <p:spPr>
            <a:xfrm>
              <a:off x="1895122" y="4380122"/>
              <a:ext cx="407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ES4</a:t>
              </a:r>
            </a:p>
          </p:txBody>
        </p:sp>
        <p:sp>
          <p:nvSpPr>
            <p:cNvPr id="744" name="Textfeld 743">
              <a:extLst>
                <a:ext uri="{FF2B5EF4-FFF2-40B4-BE49-F238E27FC236}">
                  <a16:creationId xmlns:a16="http://schemas.microsoft.com/office/drawing/2014/main" id="{19653FFE-3116-83C2-4B21-FBCD16099559}"/>
                </a:ext>
              </a:extLst>
            </p:cNvPr>
            <p:cNvSpPr txBox="1"/>
            <p:nvPr/>
          </p:nvSpPr>
          <p:spPr>
            <a:xfrm rot="16200000">
              <a:off x="452834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M1</a:t>
              </a:r>
            </a:p>
          </p:txBody>
        </p:sp>
        <p:sp>
          <p:nvSpPr>
            <p:cNvPr id="745" name="Textfeld 744">
              <a:extLst>
                <a:ext uri="{FF2B5EF4-FFF2-40B4-BE49-F238E27FC236}">
                  <a16:creationId xmlns:a16="http://schemas.microsoft.com/office/drawing/2014/main" id="{0BE2B87F-4539-9054-6E94-28EF53446F8E}"/>
                </a:ext>
              </a:extLst>
            </p:cNvPr>
            <p:cNvSpPr txBox="1"/>
            <p:nvPr/>
          </p:nvSpPr>
          <p:spPr>
            <a:xfrm rot="16200000">
              <a:off x="4208305" y="3273686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M2</a:t>
              </a:r>
            </a:p>
          </p:txBody>
        </p:sp>
        <p:sp>
          <p:nvSpPr>
            <p:cNvPr id="746" name="Textfeld 745">
              <a:extLst>
                <a:ext uri="{FF2B5EF4-FFF2-40B4-BE49-F238E27FC236}">
                  <a16:creationId xmlns:a16="http://schemas.microsoft.com/office/drawing/2014/main" id="{27E1A6B9-1926-83FA-2434-3BE69E292154}"/>
                </a:ext>
              </a:extLst>
            </p:cNvPr>
            <p:cNvSpPr txBox="1"/>
            <p:nvPr/>
          </p:nvSpPr>
          <p:spPr>
            <a:xfrm rot="16200000">
              <a:off x="112412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M3</a:t>
              </a:r>
            </a:p>
          </p:txBody>
        </p:sp>
        <p:sp>
          <p:nvSpPr>
            <p:cNvPr id="747" name="Textfeld 746">
              <a:extLst>
                <a:ext uri="{FF2B5EF4-FFF2-40B4-BE49-F238E27FC236}">
                  <a16:creationId xmlns:a16="http://schemas.microsoft.com/office/drawing/2014/main" id="{D781460D-9EC3-C74F-F30E-9E8330E6D104}"/>
                </a:ext>
              </a:extLst>
            </p:cNvPr>
            <p:cNvSpPr txBox="1"/>
            <p:nvPr/>
          </p:nvSpPr>
          <p:spPr>
            <a:xfrm rot="16200000">
              <a:off x="804089" y="3267612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M4</a:t>
              </a:r>
            </a:p>
          </p:txBody>
        </p:sp>
        <p:sp>
          <p:nvSpPr>
            <p:cNvPr id="748" name="Textfeld 747">
              <a:extLst>
                <a:ext uri="{FF2B5EF4-FFF2-40B4-BE49-F238E27FC236}">
                  <a16:creationId xmlns:a16="http://schemas.microsoft.com/office/drawing/2014/main" id="{C51E8E22-9D90-AC3E-1B43-C47CBF3659AE}"/>
                </a:ext>
              </a:extLst>
            </p:cNvPr>
            <p:cNvSpPr txBox="1"/>
            <p:nvPr/>
          </p:nvSpPr>
          <p:spPr>
            <a:xfrm>
              <a:off x="2562837" y="3997768"/>
              <a:ext cx="5988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SERVO</a:t>
              </a:r>
            </a:p>
          </p:txBody>
        </p:sp>
        <p:sp>
          <p:nvSpPr>
            <p:cNvPr id="749" name="Rechteck 748">
              <a:extLst>
                <a:ext uri="{FF2B5EF4-FFF2-40B4-BE49-F238E27FC236}">
                  <a16:creationId xmlns:a16="http://schemas.microsoft.com/office/drawing/2014/main" id="{C0C80BE4-5891-B6B7-8E97-72C3D23DC9FC}"/>
                </a:ext>
              </a:extLst>
            </p:cNvPr>
            <p:cNvSpPr/>
            <p:nvPr/>
          </p:nvSpPr>
          <p:spPr>
            <a:xfrm>
              <a:off x="1273135" y="654970"/>
              <a:ext cx="396783" cy="45719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0" name="Textfeld 749">
              <a:extLst>
                <a:ext uri="{FF2B5EF4-FFF2-40B4-BE49-F238E27FC236}">
                  <a16:creationId xmlns:a16="http://schemas.microsoft.com/office/drawing/2014/main" id="{73A29E79-B0F1-FA0A-245C-724821397578}"/>
                </a:ext>
              </a:extLst>
            </p:cNvPr>
            <p:cNvSpPr txBox="1"/>
            <p:nvPr/>
          </p:nvSpPr>
          <p:spPr>
            <a:xfrm>
              <a:off x="1273135" y="404641"/>
              <a:ext cx="4283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12V</a:t>
              </a:r>
            </a:p>
          </p:txBody>
        </p:sp>
        <p:sp>
          <p:nvSpPr>
            <p:cNvPr id="751" name="Rechteck: abgerundete Ecken 750">
              <a:extLst>
                <a:ext uri="{FF2B5EF4-FFF2-40B4-BE49-F238E27FC236}">
                  <a16:creationId xmlns:a16="http://schemas.microsoft.com/office/drawing/2014/main" id="{F433DC2C-1730-3D1F-4898-0EA865028993}"/>
                </a:ext>
              </a:extLst>
            </p:cNvPr>
            <p:cNvSpPr/>
            <p:nvPr/>
          </p:nvSpPr>
          <p:spPr>
            <a:xfrm>
              <a:off x="4190071" y="643762"/>
              <a:ext cx="521305" cy="64882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2" name="Textfeld 751">
              <a:extLst>
                <a:ext uri="{FF2B5EF4-FFF2-40B4-BE49-F238E27FC236}">
                  <a16:creationId xmlns:a16="http://schemas.microsoft.com/office/drawing/2014/main" id="{28F4A72E-A3F9-B6E2-C485-145D5C7749F5}"/>
                </a:ext>
              </a:extLst>
            </p:cNvPr>
            <p:cNvSpPr txBox="1"/>
            <p:nvPr/>
          </p:nvSpPr>
          <p:spPr>
            <a:xfrm>
              <a:off x="4214571" y="419926"/>
              <a:ext cx="510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cxnSp>
          <p:nvCxnSpPr>
            <p:cNvPr id="753" name="Gerader Verbinder 752">
              <a:extLst>
                <a:ext uri="{FF2B5EF4-FFF2-40B4-BE49-F238E27FC236}">
                  <a16:creationId xmlns:a16="http://schemas.microsoft.com/office/drawing/2014/main" id="{84D56DC2-D0A8-8629-BE01-353A241F006E}"/>
                </a:ext>
              </a:extLst>
            </p:cNvPr>
            <p:cNvCxnSpPr>
              <a:cxnSpLocks/>
            </p:cNvCxnSpPr>
            <p:nvPr/>
          </p:nvCxnSpPr>
          <p:spPr>
            <a:xfrm>
              <a:off x="750030" y="3099247"/>
              <a:ext cx="1220067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4" name="Gerader Verbinder 753">
              <a:extLst>
                <a:ext uri="{FF2B5EF4-FFF2-40B4-BE49-F238E27FC236}">
                  <a16:creationId xmlns:a16="http://schemas.microsoft.com/office/drawing/2014/main" id="{11B66B2A-2BD8-3C19-9B89-5F38723B228F}"/>
                </a:ext>
              </a:extLst>
            </p:cNvPr>
            <p:cNvCxnSpPr>
              <a:cxnSpLocks/>
            </p:cNvCxnSpPr>
            <p:nvPr/>
          </p:nvCxnSpPr>
          <p:spPr>
            <a:xfrm>
              <a:off x="3659179" y="3086813"/>
              <a:ext cx="1284851" cy="0"/>
            </a:xfrm>
            <a:prstGeom prst="line">
              <a:avLst/>
            </a:prstGeom>
            <a:ln w="12700"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05" name="Gruppieren 1204">
              <a:extLst>
                <a:ext uri="{FF2B5EF4-FFF2-40B4-BE49-F238E27FC236}">
                  <a16:creationId xmlns:a16="http://schemas.microsoft.com/office/drawing/2014/main" id="{D9E9B89F-A324-ED98-6D83-7FF8F91F5979}"/>
                </a:ext>
              </a:extLst>
            </p:cNvPr>
            <p:cNvGrpSpPr/>
            <p:nvPr/>
          </p:nvGrpSpPr>
          <p:grpSpPr>
            <a:xfrm>
              <a:off x="890097" y="2197171"/>
              <a:ext cx="1080000" cy="711978"/>
              <a:chOff x="890097" y="2197171"/>
              <a:chExt cx="878174" cy="711978"/>
            </a:xfrm>
          </p:grpSpPr>
          <p:sp>
            <p:nvSpPr>
              <p:cNvPr id="755" name="Rechteck: abgerundete Ecken 754">
                <a:extLst>
                  <a:ext uri="{FF2B5EF4-FFF2-40B4-BE49-F238E27FC236}">
                    <a16:creationId xmlns:a16="http://schemas.microsoft.com/office/drawing/2014/main" id="{6A5AD77B-2EB2-50FD-2B17-CF95614A803B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: abgerundete Ecken 755">
                <a:extLst>
                  <a:ext uri="{FF2B5EF4-FFF2-40B4-BE49-F238E27FC236}">
                    <a16:creationId xmlns:a16="http://schemas.microsoft.com/office/drawing/2014/main" id="{DBC81366-CD15-95AD-5A47-63AA730FD818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: abgerundete Ecken 756">
                <a:extLst>
                  <a:ext uri="{FF2B5EF4-FFF2-40B4-BE49-F238E27FC236}">
                    <a16:creationId xmlns:a16="http://schemas.microsoft.com/office/drawing/2014/main" id="{C2852F82-1554-9646-064E-41322789D14E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8" name="Rechteck: abgerundete Ecken 757">
                <a:extLst>
                  <a:ext uri="{FF2B5EF4-FFF2-40B4-BE49-F238E27FC236}">
                    <a16:creationId xmlns:a16="http://schemas.microsoft.com/office/drawing/2014/main" id="{4BA67F3D-AAA2-9A6C-5799-0345E9827718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206" name="Gruppieren 1205">
              <a:extLst>
                <a:ext uri="{FF2B5EF4-FFF2-40B4-BE49-F238E27FC236}">
                  <a16:creationId xmlns:a16="http://schemas.microsoft.com/office/drawing/2014/main" id="{BB7F1933-BD93-1E07-F4A8-0A2AF5D26C03}"/>
                </a:ext>
              </a:extLst>
            </p:cNvPr>
            <p:cNvGrpSpPr/>
            <p:nvPr/>
          </p:nvGrpSpPr>
          <p:grpSpPr>
            <a:xfrm>
              <a:off x="3656866" y="2196877"/>
              <a:ext cx="1080000" cy="711978"/>
              <a:chOff x="890097" y="2197171"/>
              <a:chExt cx="878174" cy="711978"/>
            </a:xfrm>
          </p:grpSpPr>
          <p:sp>
            <p:nvSpPr>
              <p:cNvPr id="1207" name="Rechteck: abgerundete Ecken 1206">
                <a:extLst>
                  <a:ext uri="{FF2B5EF4-FFF2-40B4-BE49-F238E27FC236}">
                    <a16:creationId xmlns:a16="http://schemas.microsoft.com/office/drawing/2014/main" id="{C1488DA9-79EA-4547-3F10-7DE306BA035E}"/>
                  </a:ext>
                </a:extLst>
              </p:cNvPr>
              <p:cNvSpPr/>
              <p:nvPr/>
            </p:nvSpPr>
            <p:spPr>
              <a:xfrm rot="16200000">
                <a:off x="1284184" y="2425062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8" name="Rechteck: abgerundete Ecken 1207">
                <a:extLst>
                  <a:ext uri="{FF2B5EF4-FFF2-40B4-BE49-F238E27FC236}">
                    <a16:creationId xmlns:a16="http://schemas.microsoft.com/office/drawing/2014/main" id="{2F6F1006-BBA6-6176-A45A-5933D4D10C43}"/>
                  </a:ext>
                </a:extLst>
              </p:cNvPr>
              <p:cNvSpPr/>
              <p:nvPr/>
            </p:nvSpPr>
            <p:spPr>
              <a:xfrm rot="16200000">
                <a:off x="1284184" y="2217736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9" name="Rechteck: abgerundete Ecken 1208">
                <a:extLst>
                  <a:ext uri="{FF2B5EF4-FFF2-40B4-BE49-F238E27FC236}">
                    <a16:creationId xmlns:a16="http://schemas.microsoft.com/office/drawing/2014/main" id="{465F7634-D96A-B02D-19CA-64828DACFA47}"/>
                  </a:ext>
                </a:extLst>
              </p:cNvPr>
              <p:cNvSpPr/>
              <p:nvPr/>
            </p:nvSpPr>
            <p:spPr>
              <a:xfrm rot="16200000">
                <a:off x="1284184" y="2010410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0" name="Rechteck: abgerundete Ecken 1209">
                <a:extLst>
                  <a:ext uri="{FF2B5EF4-FFF2-40B4-BE49-F238E27FC236}">
                    <a16:creationId xmlns:a16="http://schemas.microsoft.com/office/drawing/2014/main" id="{B4AFC522-692B-5FCB-C825-0A3CADF6057D}"/>
                  </a:ext>
                </a:extLst>
              </p:cNvPr>
              <p:cNvSpPr/>
              <p:nvPr/>
            </p:nvSpPr>
            <p:spPr>
              <a:xfrm rot="16200000">
                <a:off x="1284184" y="1803084"/>
                <a:ext cx="90000" cy="878174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156" name="Gruppieren 1155">
              <a:extLst>
                <a:ext uri="{FF2B5EF4-FFF2-40B4-BE49-F238E27FC236}">
                  <a16:creationId xmlns:a16="http://schemas.microsoft.com/office/drawing/2014/main" id="{C308776D-942B-2036-66EA-2A6372B04DFD}"/>
                </a:ext>
              </a:extLst>
            </p:cNvPr>
            <p:cNvGrpSpPr/>
            <p:nvPr/>
          </p:nvGrpSpPr>
          <p:grpSpPr>
            <a:xfrm>
              <a:off x="1999190" y="700506"/>
              <a:ext cx="2267167" cy="2838433"/>
              <a:chOff x="9076944" y="725459"/>
              <a:chExt cx="2267167" cy="2838433"/>
            </a:xfrm>
          </p:grpSpPr>
          <p:sp>
            <p:nvSpPr>
              <p:cNvPr id="1157" name="Rechteck 1156">
                <a:extLst>
                  <a:ext uri="{FF2B5EF4-FFF2-40B4-BE49-F238E27FC236}">
                    <a16:creationId xmlns:a16="http://schemas.microsoft.com/office/drawing/2014/main" id="{558319BC-0882-5C5A-0117-C2EEAA128B57}"/>
                  </a:ext>
                </a:extLst>
              </p:cNvPr>
              <p:cNvSpPr/>
              <p:nvPr/>
            </p:nvSpPr>
            <p:spPr>
              <a:xfrm>
                <a:off x="9076944" y="725459"/>
                <a:ext cx="1650997" cy="2838433"/>
              </a:xfrm>
              <a:prstGeom prst="rect">
                <a:avLst/>
              </a:prstGeom>
              <a:solidFill>
                <a:schemeClr val="bg1">
                  <a:lumMod val="65000"/>
                  <a:alpha val="7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58" name="Gruppieren 1157">
                <a:extLst>
                  <a:ext uri="{FF2B5EF4-FFF2-40B4-BE49-F238E27FC236}">
                    <a16:creationId xmlns:a16="http://schemas.microsoft.com/office/drawing/2014/main" id="{32FC8536-C21E-DEE0-F895-990BE29E8F1C}"/>
                  </a:ext>
                </a:extLst>
              </p:cNvPr>
              <p:cNvGrpSpPr/>
              <p:nvPr/>
            </p:nvGrpSpPr>
            <p:grpSpPr>
              <a:xfrm rot="10800000">
                <a:off x="10289934" y="1717601"/>
                <a:ext cx="433247" cy="720140"/>
                <a:chOff x="7462666" y="2009937"/>
                <a:chExt cx="433247" cy="720140"/>
              </a:xfrm>
            </p:grpSpPr>
            <p:sp>
              <p:nvSpPr>
                <p:cNvPr id="1190" name="Rechteck 1189">
                  <a:extLst>
                    <a:ext uri="{FF2B5EF4-FFF2-40B4-BE49-F238E27FC236}">
                      <a16:creationId xmlns:a16="http://schemas.microsoft.com/office/drawing/2014/main" id="{F85DAA27-4386-B08D-46A9-7A1034EAC6F0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1" name="Ellipse 1190">
                  <a:extLst>
                    <a:ext uri="{FF2B5EF4-FFF2-40B4-BE49-F238E27FC236}">
                      <a16:creationId xmlns:a16="http://schemas.microsoft.com/office/drawing/2014/main" id="{48B75C51-924A-0132-40BA-2A103AB4220F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2" name="Ellipse 1191">
                  <a:extLst>
                    <a:ext uri="{FF2B5EF4-FFF2-40B4-BE49-F238E27FC236}">
                      <a16:creationId xmlns:a16="http://schemas.microsoft.com/office/drawing/2014/main" id="{9D5B785D-7375-1FA0-15CA-9D19AEF23841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3" name="Ellipse 1192">
                  <a:extLst>
                    <a:ext uri="{FF2B5EF4-FFF2-40B4-BE49-F238E27FC236}">
                      <a16:creationId xmlns:a16="http://schemas.microsoft.com/office/drawing/2014/main" id="{6451886B-D136-5B3B-C5B4-E51928BD08E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4" name="Ellipse 1193">
                  <a:extLst>
                    <a:ext uri="{FF2B5EF4-FFF2-40B4-BE49-F238E27FC236}">
                      <a16:creationId xmlns:a16="http://schemas.microsoft.com/office/drawing/2014/main" id="{50EF6460-E249-2010-D415-E3044A10C472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95" name="Rechteck 1194">
                  <a:extLst>
                    <a:ext uri="{FF2B5EF4-FFF2-40B4-BE49-F238E27FC236}">
                      <a16:creationId xmlns:a16="http://schemas.microsoft.com/office/drawing/2014/main" id="{A14705AF-B75A-DFA7-FBD8-5E0EFD98D9A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6" name="Rechteck 1195">
                  <a:extLst>
                    <a:ext uri="{FF2B5EF4-FFF2-40B4-BE49-F238E27FC236}">
                      <a16:creationId xmlns:a16="http://schemas.microsoft.com/office/drawing/2014/main" id="{366E519F-80BF-8952-4D9F-3741B75F9817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7" name="Rechteck 1196">
                  <a:extLst>
                    <a:ext uri="{FF2B5EF4-FFF2-40B4-BE49-F238E27FC236}">
                      <a16:creationId xmlns:a16="http://schemas.microsoft.com/office/drawing/2014/main" id="{1A6326BD-2536-A90C-2668-290B120DA24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98" name="Rechteck 1197">
                  <a:extLst>
                    <a:ext uri="{FF2B5EF4-FFF2-40B4-BE49-F238E27FC236}">
                      <a16:creationId xmlns:a16="http://schemas.microsoft.com/office/drawing/2014/main" id="{BD8D0317-01EE-54B4-7E9F-BBC3A710AE58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1199" name="Gerader Verbinder 1198">
                  <a:extLst>
                    <a:ext uri="{FF2B5EF4-FFF2-40B4-BE49-F238E27FC236}">
                      <a16:creationId xmlns:a16="http://schemas.microsoft.com/office/drawing/2014/main" id="{5556B423-3011-DB63-6B3B-5B7FC32D87F6}"/>
                    </a:ext>
                  </a:extLst>
                </p:cNvPr>
                <p:cNvCxnSpPr>
                  <a:cxnSpLocks/>
                  <a:stCxn id="1191" idx="3"/>
                  <a:endCxn id="1191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0" name="Gerader Verbinder 1199">
                  <a:extLst>
                    <a:ext uri="{FF2B5EF4-FFF2-40B4-BE49-F238E27FC236}">
                      <a16:creationId xmlns:a16="http://schemas.microsoft.com/office/drawing/2014/main" id="{60D21007-7B5D-4D52-4C02-1B88F492A226}"/>
                    </a:ext>
                  </a:extLst>
                </p:cNvPr>
                <p:cNvCxnSpPr>
                  <a:cxnSpLocks/>
                  <a:stCxn id="1192" idx="1"/>
                  <a:endCxn id="1192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1" name="Gerader Verbinder 1200">
                  <a:extLst>
                    <a:ext uri="{FF2B5EF4-FFF2-40B4-BE49-F238E27FC236}">
                      <a16:creationId xmlns:a16="http://schemas.microsoft.com/office/drawing/2014/main" id="{4F7E5BB5-9453-1F7C-0202-F74B98FF869B}"/>
                    </a:ext>
                  </a:extLst>
                </p:cNvPr>
                <p:cNvCxnSpPr>
                  <a:cxnSpLocks/>
                  <a:stCxn id="1193" idx="2"/>
                  <a:endCxn id="1193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2" name="Gerader Verbinder 1201">
                  <a:extLst>
                    <a:ext uri="{FF2B5EF4-FFF2-40B4-BE49-F238E27FC236}">
                      <a16:creationId xmlns:a16="http://schemas.microsoft.com/office/drawing/2014/main" id="{59368727-9C26-C3CE-4C5C-7A52567AC0E9}"/>
                    </a:ext>
                  </a:extLst>
                </p:cNvPr>
                <p:cNvCxnSpPr>
                  <a:cxnSpLocks/>
                  <a:stCxn id="1194" idx="4"/>
                  <a:endCxn id="1194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59" name="Gruppieren 1158">
                <a:extLst>
                  <a:ext uri="{FF2B5EF4-FFF2-40B4-BE49-F238E27FC236}">
                    <a16:creationId xmlns:a16="http://schemas.microsoft.com/office/drawing/2014/main" id="{0A4F01A2-E2A9-0761-82A8-359322A603FF}"/>
                  </a:ext>
                </a:extLst>
              </p:cNvPr>
              <p:cNvGrpSpPr/>
              <p:nvPr/>
            </p:nvGrpSpPr>
            <p:grpSpPr>
              <a:xfrm rot="16200000">
                <a:off x="9941677" y="2057422"/>
                <a:ext cx="359745" cy="180000"/>
                <a:chOff x="7869855" y="3898992"/>
                <a:chExt cx="359745" cy="180000"/>
              </a:xfrm>
            </p:grpSpPr>
            <p:sp>
              <p:nvSpPr>
                <p:cNvPr id="1187" name="Rechteck 1186">
                  <a:extLst>
                    <a:ext uri="{FF2B5EF4-FFF2-40B4-BE49-F238E27FC236}">
                      <a16:creationId xmlns:a16="http://schemas.microsoft.com/office/drawing/2014/main" id="{FE6401FF-03CA-6C0D-7B67-EC4E85F41A4E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8" name="Rechteck 1187">
                  <a:extLst>
                    <a:ext uri="{FF2B5EF4-FFF2-40B4-BE49-F238E27FC236}">
                      <a16:creationId xmlns:a16="http://schemas.microsoft.com/office/drawing/2014/main" id="{3E9A1706-0C85-27C5-41F6-8928D592FDD3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9" name="Rechteck 1188">
                  <a:extLst>
                    <a:ext uri="{FF2B5EF4-FFF2-40B4-BE49-F238E27FC236}">
                      <a16:creationId xmlns:a16="http://schemas.microsoft.com/office/drawing/2014/main" id="{86132FA1-DB46-3A0C-9AD9-244C31FA1EE9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160" name="Textfeld 1159">
                <a:extLst>
                  <a:ext uri="{FF2B5EF4-FFF2-40B4-BE49-F238E27FC236}">
                    <a16:creationId xmlns:a16="http://schemas.microsoft.com/office/drawing/2014/main" id="{F5146466-1F5C-6DBD-4794-08C6B68589C7}"/>
                  </a:ext>
                </a:extLst>
              </p:cNvPr>
              <p:cNvSpPr txBox="1"/>
              <p:nvPr/>
            </p:nvSpPr>
            <p:spPr>
              <a:xfrm>
                <a:off x="10688611" y="2211663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1" name="Textfeld 1160">
                <a:extLst>
                  <a:ext uri="{FF2B5EF4-FFF2-40B4-BE49-F238E27FC236}">
                    <a16:creationId xmlns:a16="http://schemas.microsoft.com/office/drawing/2014/main" id="{5A6D5FDE-3B7B-EAD9-65CE-20916377054C}"/>
                  </a:ext>
                </a:extLst>
              </p:cNvPr>
              <p:cNvSpPr txBox="1"/>
              <p:nvPr/>
            </p:nvSpPr>
            <p:spPr>
              <a:xfrm>
                <a:off x="10682199" y="168098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2" name="Textfeld 1161">
                <a:extLst>
                  <a:ext uri="{FF2B5EF4-FFF2-40B4-BE49-F238E27FC236}">
                    <a16:creationId xmlns:a16="http://schemas.microsoft.com/office/drawing/2014/main" id="{D47BF4D1-4164-0412-380D-DC281D8E3690}"/>
                  </a:ext>
                </a:extLst>
              </p:cNvPr>
              <p:cNvSpPr txBox="1"/>
              <p:nvPr/>
            </p:nvSpPr>
            <p:spPr>
              <a:xfrm>
                <a:off x="10688611" y="1857442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1163" name="Textfeld 1162">
                <a:extLst>
                  <a:ext uri="{FF2B5EF4-FFF2-40B4-BE49-F238E27FC236}">
                    <a16:creationId xmlns:a16="http://schemas.microsoft.com/office/drawing/2014/main" id="{73C30E03-C3CF-92C9-9541-BFB1CBC87E32}"/>
                  </a:ext>
                </a:extLst>
              </p:cNvPr>
              <p:cNvSpPr txBox="1"/>
              <p:nvPr/>
            </p:nvSpPr>
            <p:spPr>
              <a:xfrm>
                <a:off x="10682199" y="2040266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1164" name="Textfeld 1163">
                <a:extLst>
                  <a:ext uri="{FF2B5EF4-FFF2-40B4-BE49-F238E27FC236}">
                    <a16:creationId xmlns:a16="http://schemas.microsoft.com/office/drawing/2014/main" id="{AE4A17DC-80E2-6265-C5F7-AB9DDA7A1B55}"/>
                  </a:ext>
                </a:extLst>
              </p:cNvPr>
              <p:cNvSpPr txBox="1"/>
              <p:nvPr/>
            </p:nvSpPr>
            <p:spPr>
              <a:xfrm>
                <a:off x="10682199" y="24235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grpSp>
            <p:nvGrpSpPr>
              <p:cNvPr id="1165" name="Gruppieren 1164">
                <a:extLst>
                  <a:ext uri="{FF2B5EF4-FFF2-40B4-BE49-F238E27FC236}">
                    <a16:creationId xmlns:a16="http://schemas.microsoft.com/office/drawing/2014/main" id="{6AAE3EFD-FA45-FE23-6FCE-5E466305BC24}"/>
                  </a:ext>
                </a:extLst>
              </p:cNvPr>
              <p:cNvGrpSpPr/>
              <p:nvPr/>
            </p:nvGrpSpPr>
            <p:grpSpPr>
              <a:xfrm>
                <a:off x="9162394" y="2826856"/>
                <a:ext cx="1508654" cy="529887"/>
                <a:chOff x="5585559" y="992874"/>
                <a:chExt cx="1508654" cy="529887"/>
              </a:xfrm>
            </p:grpSpPr>
            <p:sp>
              <p:nvSpPr>
                <p:cNvPr id="1181" name="Ellipse 1180">
                  <a:extLst>
                    <a:ext uri="{FF2B5EF4-FFF2-40B4-BE49-F238E27FC236}">
                      <a16:creationId xmlns:a16="http://schemas.microsoft.com/office/drawing/2014/main" id="{01F4B20C-C477-1BB9-0DA9-9CF7FD209157}"/>
                    </a:ext>
                  </a:extLst>
                </p:cNvPr>
                <p:cNvSpPr/>
                <p:nvPr/>
              </p:nvSpPr>
              <p:spPr>
                <a:xfrm>
                  <a:off x="6251530" y="1240202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2" name="Ellipse 1181">
                  <a:extLst>
                    <a:ext uri="{FF2B5EF4-FFF2-40B4-BE49-F238E27FC236}">
                      <a16:creationId xmlns:a16="http://schemas.microsoft.com/office/drawing/2014/main" id="{5A380F3C-BAAA-9B50-4C29-A9B31BFCA95D}"/>
                    </a:ext>
                  </a:extLst>
                </p:cNvPr>
                <p:cNvSpPr/>
                <p:nvPr/>
              </p:nvSpPr>
              <p:spPr>
                <a:xfrm>
                  <a:off x="5660485" y="115020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3" name="Ellipse 1182">
                  <a:extLst>
                    <a:ext uri="{FF2B5EF4-FFF2-40B4-BE49-F238E27FC236}">
                      <a16:creationId xmlns:a16="http://schemas.microsoft.com/office/drawing/2014/main" id="{61934016-CA25-C844-5A1C-AD3A018CCB93}"/>
                    </a:ext>
                  </a:extLst>
                </p:cNvPr>
                <p:cNvSpPr/>
                <p:nvPr/>
              </p:nvSpPr>
              <p:spPr>
                <a:xfrm>
                  <a:off x="6662575" y="116276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4" name="Textfeld 1183">
                  <a:extLst>
                    <a:ext uri="{FF2B5EF4-FFF2-40B4-BE49-F238E27FC236}">
                      <a16:creationId xmlns:a16="http://schemas.microsoft.com/office/drawing/2014/main" id="{48EF9955-1ACE-FF8E-D322-1546510B93DB}"/>
                    </a:ext>
                  </a:extLst>
                </p:cNvPr>
                <p:cNvSpPr txBox="1"/>
                <p:nvPr/>
              </p:nvSpPr>
              <p:spPr>
                <a:xfrm>
                  <a:off x="6063722" y="992874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1185" name="Textfeld 1184">
                  <a:extLst>
                    <a:ext uri="{FF2B5EF4-FFF2-40B4-BE49-F238E27FC236}">
                      <a16:creationId xmlns:a16="http://schemas.microsoft.com/office/drawing/2014/main" id="{1F12DE88-D4F7-5142-17A3-AC909A4C08FB}"/>
                    </a:ext>
                  </a:extLst>
                </p:cNvPr>
                <p:cNvSpPr txBox="1"/>
                <p:nvPr/>
              </p:nvSpPr>
              <p:spPr>
                <a:xfrm>
                  <a:off x="6596961" y="120389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  <p:sp>
              <p:nvSpPr>
                <p:cNvPr id="1186" name="Textfeld 1185">
                  <a:extLst>
                    <a:ext uri="{FF2B5EF4-FFF2-40B4-BE49-F238E27FC236}">
                      <a16:creationId xmlns:a16="http://schemas.microsoft.com/office/drawing/2014/main" id="{8B9B3A86-4C0B-FB46-8E8C-8FFB942A9258}"/>
                    </a:ext>
                  </a:extLst>
                </p:cNvPr>
                <p:cNvSpPr txBox="1"/>
                <p:nvPr/>
              </p:nvSpPr>
              <p:spPr>
                <a:xfrm>
                  <a:off x="5585559" y="119740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1166" name="Textfeld 1165">
                <a:extLst>
                  <a:ext uri="{FF2B5EF4-FFF2-40B4-BE49-F238E27FC236}">
                    <a16:creationId xmlns:a16="http://schemas.microsoft.com/office/drawing/2014/main" id="{DE1A0F1D-759F-425B-2C20-0403761AFC4A}"/>
                  </a:ext>
                </a:extLst>
              </p:cNvPr>
              <p:cNvSpPr txBox="1"/>
              <p:nvPr/>
            </p:nvSpPr>
            <p:spPr>
              <a:xfrm rot="16200000">
                <a:off x="9650329" y="2012659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1167" name="Rechteck: abgerundete Ecken 1166">
                <a:extLst>
                  <a:ext uri="{FF2B5EF4-FFF2-40B4-BE49-F238E27FC236}">
                    <a16:creationId xmlns:a16="http://schemas.microsoft.com/office/drawing/2014/main" id="{FDDB3D2A-6AA3-C18C-D9AD-9559B2989AE2}"/>
                  </a:ext>
                </a:extLst>
              </p:cNvPr>
              <p:cNvSpPr/>
              <p:nvPr/>
            </p:nvSpPr>
            <p:spPr>
              <a:xfrm>
                <a:off x="9623217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68" name="Rechteck: abgerundete Ecken 1167">
                <a:extLst>
                  <a:ext uri="{FF2B5EF4-FFF2-40B4-BE49-F238E27FC236}">
                    <a16:creationId xmlns:a16="http://schemas.microsoft.com/office/drawing/2014/main" id="{F11E4A76-4F97-7CC3-E3F5-E6D7C9EEC7C8}"/>
                  </a:ext>
                </a:extLst>
              </p:cNvPr>
              <p:cNvSpPr/>
              <p:nvPr/>
            </p:nvSpPr>
            <p:spPr>
              <a:xfrm>
                <a:off x="9437873" y="863494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169" name="Gruppieren 1168">
                <a:extLst>
                  <a:ext uri="{FF2B5EF4-FFF2-40B4-BE49-F238E27FC236}">
                    <a16:creationId xmlns:a16="http://schemas.microsoft.com/office/drawing/2014/main" id="{F8F37C4A-DE25-4EBA-8DFB-18DD0D9E80B5}"/>
                  </a:ext>
                </a:extLst>
              </p:cNvPr>
              <p:cNvGrpSpPr/>
              <p:nvPr/>
            </p:nvGrpSpPr>
            <p:grpSpPr>
              <a:xfrm>
                <a:off x="10275371" y="863273"/>
                <a:ext cx="521306" cy="576000"/>
                <a:chOff x="5522556" y="3472601"/>
                <a:chExt cx="521306" cy="576000"/>
              </a:xfrm>
            </p:grpSpPr>
            <p:sp>
              <p:nvSpPr>
                <p:cNvPr id="1179" name="Rechteck: abgerundete Ecken 1178">
                  <a:extLst>
                    <a:ext uri="{FF2B5EF4-FFF2-40B4-BE49-F238E27FC236}">
                      <a16:creationId xmlns:a16="http://schemas.microsoft.com/office/drawing/2014/main" id="{2824F39B-E31E-6267-0C17-AF5F45B9D519}"/>
                    </a:ext>
                  </a:extLst>
                </p:cNvPr>
                <p:cNvSpPr/>
                <p:nvPr/>
              </p:nvSpPr>
              <p:spPr>
                <a:xfrm>
                  <a:off x="5522556" y="3472601"/>
                  <a:ext cx="521305" cy="576000"/>
                </a:xfrm>
                <a:prstGeom prst="roundRect">
                  <a:avLst/>
                </a:prstGeom>
                <a:solidFill>
                  <a:srgbClr val="76717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80" name="Textfeld 1179">
                  <a:extLst>
                    <a:ext uri="{FF2B5EF4-FFF2-40B4-BE49-F238E27FC236}">
                      <a16:creationId xmlns:a16="http://schemas.microsoft.com/office/drawing/2014/main" id="{0BB89645-23B5-7A70-B00C-5DF334142E36}"/>
                    </a:ext>
                  </a:extLst>
                </p:cNvPr>
                <p:cNvSpPr txBox="1"/>
                <p:nvPr/>
              </p:nvSpPr>
              <p:spPr>
                <a:xfrm>
                  <a:off x="5533134" y="3622102"/>
                  <a:ext cx="51072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de-DE" sz="1200" dirty="0"/>
                    <a:t>USB</a:t>
                  </a:r>
                </a:p>
              </p:txBody>
            </p:sp>
          </p:grpSp>
          <p:grpSp>
            <p:nvGrpSpPr>
              <p:cNvPr id="1170" name="Gruppieren 1169">
                <a:extLst>
                  <a:ext uri="{FF2B5EF4-FFF2-40B4-BE49-F238E27FC236}">
                    <a16:creationId xmlns:a16="http://schemas.microsoft.com/office/drawing/2014/main" id="{1BAB496D-6293-9C27-C1DD-8486788BB370}"/>
                  </a:ext>
                </a:extLst>
              </p:cNvPr>
              <p:cNvGrpSpPr/>
              <p:nvPr/>
            </p:nvGrpSpPr>
            <p:grpSpPr>
              <a:xfrm rot="10800000">
                <a:off x="10293953" y="2479609"/>
                <a:ext cx="433247" cy="360620"/>
                <a:chOff x="8238632" y="1988930"/>
                <a:chExt cx="433247" cy="360620"/>
              </a:xfrm>
            </p:grpSpPr>
            <p:sp>
              <p:nvSpPr>
                <p:cNvPr id="1174" name="Rechteck 1173">
                  <a:extLst>
                    <a:ext uri="{FF2B5EF4-FFF2-40B4-BE49-F238E27FC236}">
                      <a16:creationId xmlns:a16="http://schemas.microsoft.com/office/drawing/2014/main" id="{F9460347-C696-0FF8-C3CC-E7079566CB27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5" name="Ellipse 1174">
                  <a:extLst>
                    <a:ext uri="{FF2B5EF4-FFF2-40B4-BE49-F238E27FC236}">
                      <a16:creationId xmlns:a16="http://schemas.microsoft.com/office/drawing/2014/main" id="{417C8A43-080F-D676-89BC-1FB7CF93BAA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6" name="Ellipse 1175">
                  <a:extLst>
                    <a:ext uri="{FF2B5EF4-FFF2-40B4-BE49-F238E27FC236}">
                      <a16:creationId xmlns:a16="http://schemas.microsoft.com/office/drawing/2014/main" id="{8948F82B-F7C6-D0EC-9E2D-194D6FE452E4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177" name="Rechteck 1176">
                  <a:extLst>
                    <a:ext uri="{FF2B5EF4-FFF2-40B4-BE49-F238E27FC236}">
                      <a16:creationId xmlns:a16="http://schemas.microsoft.com/office/drawing/2014/main" id="{497736AA-FBAB-73C2-C83A-9A8C3FE17F02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1178" name="Rechteck 1177">
                  <a:extLst>
                    <a:ext uri="{FF2B5EF4-FFF2-40B4-BE49-F238E27FC236}">
                      <a16:creationId xmlns:a16="http://schemas.microsoft.com/office/drawing/2014/main" id="{2840A6D6-B717-DA9D-77E6-ABAC12C723A8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171" name="Rechteck: abgerundete Ecken 1170">
                <a:extLst>
                  <a:ext uri="{FF2B5EF4-FFF2-40B4-BE49-F238E27FC236}">
                    <a16:creationId xmlns:a16="http://schemas.microsoft.com/office/drawing/2014/main" id="{DEF90AD1-0A39-0328-F732-DEA0BD74C7EE}"/>
                  </a:ext>
                </a:extLst>
              </p:cNvPr>
              <p:cNvSpPr/>
              <p:nvPr/>
            </p:nvSpPr>
            <p:spPr>
              <a:xfrm>
                <a:off x="10021397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2" name="Rechteck: abgerundete Ecken 1171">
                <a:extLst>
                  <a:ext uri="{FF2B5EF4-FFF2-40B4-BE49-F238E27FC236}">
                    <a16:creationId xmlns:a16="http://schemas.microsoft.com/office/drawing/2014/main" id="{1B7256EC-8795-B0A5-35F2-7121D23FA34F}"/>
                  </a:ext>
                </a:extLst>
              </p:cNvPr>
              <p:cNvSpPr/>
              <p:nvPr/>
            </p:nvSpPr>
            <p:spPr>
              <a:xfrm>
                <a:off x="9836053" y="863494"/>
                <a:ext cx="90000" cy="1023345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73" name="Textfeld 1172">
                <a:extLst>
                  <a:ext uri="{FF2B5EF4-FFF2-40B4-BE49-F238E27FC236}">
                    <a16:creationId xmlns:a16="http://schemas.microsoft.com/office/drawing/2014/main" id="{859B44BB-66A8-8FA0-DF83-46797BDD8DC3}"/>
                  </a:ext>
                </a:extLst>
              </p:cNvPr>
              <p:cNvSpPr txBox="1"/>
              <p:nvPr/>
            </p:nvSpPr>
            <p:spPr>
              <a:xfrm>
                <a:off x="10682199" y="258258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11673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Rechteck 879">
            <a:extLst>
              <a:ext uri="{FF2B5EF4-FFF2-40B4-BE49-F238E27FC236}">
                <a16:creationId xmlns:a16="http://schemas.microsoft.com/office/drawing/2014/main" id="{46AEF9A3-A3E5-74D9-789C-F90116064B26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2" name="Gruppieren 881">
            <a:extLst>
              <a:ext uri="{FF2B5EF4-FFF2-40B4-BE49-F238E27FC236}">
                <a16:creationId xmlns:a16="http://schemas.microsoft.com/office/drawing/2014/main" id="{6A1B92C6-FC2A-ABC8-5533-1250D0A1C180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500" name="Gruppieren 499">
              <a:extLst>
                <a:ext uri="{FF2B5EF4-FFF2-40B4-BE49-F238E27FC236}">
                  <a16:creationId xmlns:a16="http://schemas.microsoft.com/office/drawing/2014/main" id="{C114A78E-B4F3-057E-BEFA-BA015DCC990C}"/>
                </a:ext>
              </a:extLst>
            </p:cNvPr>
            <p:cNvGrpSpPr/>
            <p:nvPr/>
          </p:nvGrpSpPr>
          <p:grpSpPr>
            <a:xfrm>
              <a:off x="521738" y="601030"/>
              <a:ext cx="3805959" cy="4783256"/>
              <a:chOff x="496270" y="638810"/>
              <a:chExt cx="3805959" cy="4783256"/>
            </a:xfrm>
          </p:grpSpPr>
          <p:sp>
            <p:nvSpPr>
              <p:cNvPr id="501" name="Rechteck: abgerundete Ecken 500">
                <a:extLst>
                  <a:ext uri="{FF2B5EF4-FFF2-40B4-BE49-F238E27FC236}">
                    <a16:creationId xmlns:a16="http://schemas.microsoft.com/office/drawing/2014/main" id="{52CB03E5-8DD8-772A-4340-CB88B8209CC7}"/>
                  </a:ext>
                </a:extLst>
              </p:cNvPr>
              <p:cNvSpPr/>
              <p:nvPr/>
            </p:nvSpPr>
            <p:spPr>
              <a:xfrm>
                <a:off x="1668311" y="3364446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2" name="Rechteck 501">
                <a:extLst>
                  <a:ext uri="{FF2B5EF4-FFF2-40B4-BE49-F238E27FC236}">
                    <a16:creationId xmlns:a16="http://schemas.microsoft.com/office/drawing/2014/main" id="{414A2167-7040-7AF1-2BD0-B5EB87ADCAC7}"/>
                  </a:ext>
                </a:extLst>
              </p:cNvPr>
              <p:cNvSpPr/>
              <p:nvPr/>
            </p:nvSpPr>
            <p:spPr>
              <a:xfrm>
                <a:off x="1137285" y="638810"/>
                <a:ext cx="2700000" cy="3240000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3" name="Gruppieren 502">
                <a:extLst>
                  <a:ext uri="{FF2B5EF4-FFF2-40B4-BE49-F238E27FC236}">
                    <a16:creationId xmlns:a16="http://schemas.microsoft.com/office/drawing/2014/main" id="{BF3AE316-D6F7-42BE-757A-81FAA5F3AFB4}"/>
                  </a:ext>
                </a:extLst>
              </p:cNvPr>
              <p:cNvGrpSpPr/>
              <p:nvPr/>
            </p:nvGrpSpPr>
            <p:grpSpPr>
              <a:xfrm>
                <a:off x="1137285" y="1071718"/>
                <a:ext cx="433247" cy="720140"/>
                <a:chOff x="7462666" y="2009937"/>
                <a:chExt cx="433247" cy="720140"/>
              </a:xfrm>
            </p:grpSpPr>
            <p:sp>
              <p:nvSpPr>
                <p:cNvPr id="648" name="Rechteck 647">
                  <a:extLst>
                    <a:ext uri="{FF2B5EF4-FFF2-40B4-BE49-F238E27FC236}">
                      <a16:creationId xmlns:a16="http://schemas.microsoft.com/office/drawing/2014/main" id="{B31F94C0-71FA-5E19-D481-3F735BB5B095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9" name="Ellipse 648">
                  <a:extLst>
                    <a:ext uri="{FF2B5EF4-FFF2-40B4-BE49-F238E27FC236}">
                      <a16:creationId xmlns:a16="http://schemas.microsoft.com/office/drawing/2014/main" id="{00CC6EC4-2E90-332E-2311-96B8993F0837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0" name="Ellipse 649">
                  <a:extLst>
                    <a:ext uri="{FF2B5EF4-FFF2-40B4-BE49-F238E27FC236}">
                      <a16:creationId xmlns:a16="http://schemas.microsoft.com/office/drawing/2014/main" id="{E98B04B5-B7EA-C7CC-0B51-60EEDC4873DE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1" name="Ellipse 650">
                  <a:extLst>
                    <a:ext uri="{FF2B5EF4-FFF2-40B4-BE49-F238E27FC236}">
                      <a16:creationId xmlns:a16="http://schemas.microsoft.com/office/drawing/2014/main" id="{6AFE566D-14D7-8B62-B5D4-A6E4CEC8E532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2" name="Ellipse 651">
                  <a:extLst>
                    <a:ext uri="{FF2B5EF4-FFF2-40B4-BE49-F238E27FC236}">
                      <a16:creationId xmlns:a16="http://schemas.microsoft.com/office/drawing/2014/main" id="{80794000-663C-F713-2D82-6EDC8CB1C479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3" name="Rechteck 652">
                  <a:extLst>
                    <a:ext uri="{FF2B5EF4-FFF2-40B4-BE49-F238E27FC236}">
                      <a16:creationId xmlns:a16="http://schemas.microsoft.com/office/drawing/2014/main" id="{20BFBFB1-C82F-C40B-4A32-46FB554A63A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4" name="Rechteck 653">
                  <a:extLst>
                    <a:ext uri="{FF2B5EF4-FFF2-40B4-BE49-F238E27FC236}">
                      <a16:creationId xmlns:a16="http://schemas.microsoft.com/office/drawing/2014/main" id="{8B3861E7-5986-67DC-4B47-624C6713695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5" name="Rechteck 654">
                  <a:extLst>
                    <a:ext uri="{FF2B5EF4-FFF2-40B4-BE49-F238E27FC236}">
                      <a16:creationId xmlns:a16="http://schemas.microsoft.com/office/drawing/2014/main" id="{7491E0F1-94CF-2904-A85C-FF363AB1EA95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56" name="Rechteck 655">
                  <a:extLst>
                    <a:ext uri="{FF2B5EF4-FFF2-40B4-BE49-F238E27FC236}">
                      <a16:creationId xmlns:a16="http://schemas.microsoft.com/office/drawing/2014/main" id="{BD208ED2-A664-49C8-A9B4-F75E8982B957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57" name="Gerader Verbinder 656">
                  <a:extLst>
                    <a:ext uri="{FF2B5EF4-FFF2-40B4-BE49-F238E27FC236}">
                      <a16:creationId xmlns:a16="http://schemas.microsoft.com/office/drawing/2014/main" id="{99CA35EF-2F7C-3732-0FA0-0E233449CED4}"/>
                    </a:ext>
                  </a:extLst>
                </p:cNvPr>
                <p:cNvCxnSpPr>
                  <a:stCxn id="649" idx="3"/>
                  <a:endCxn id="649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8" name="Gerader Verbinder 657">
                  <a:extLst>
                    <a:ext uri="{FF2B5EF4-FFF2-40B4-BE49-F238E27FC236}">
                      <a16:creationId xmlns:a16="http://schemas.microsoft.com/office/drawing/2014/main" id="{5E53D3FB-1735-A3F4-9C11-D9E07224FB02}"/>
                    </a:ext>
                  </a:extLst>
                </p:cNvPr>
                <p:cNvCxnSpPr>
                  <a:cxnSpLocks/>
                  <a:stCxn id="650" idx="1"/>
                  <a:endCxn id="650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Gerader Verbinder 658">
                  <a:extLst>
                    <a:ext uri="{FF2B5EF4-FFF2-40B4-BE49-F238E27FC236}">
                      <a16:creationId xmlns:a16="http://schemas.microsoft.com/office/drawing/2014/main" id="{4523EFC0-B463-C911-ADC4-8079AAEAE36D}"/>
                    </a:ext>
                  </a:extLst>
                </p:cNvPr>
                <p:cNvCxnSpPr>
                  <a:cxnSpLocks/>
                  <a:stCxn id="651" idx="2"/>
                  <a:endCxn id="651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Gerader Verbinder 659">
                  <a:extLst>
                    <a:ext uri="{FF2B5EF4-FFF2-40B4-BE49-F238E27FC236}">
                      <a16:creationId xmlns:a16="http://schemas.microsoft.com/office/drawing/2014/main" id="{1A853A9D-DD9F-7EFB-8222-83357CF2F1EA}"/>
                    </a:ext>
                  </a:extLst>
                </p:cNvPr>
                <p:cNvCxnSpPr>
                  <a:cxnSpLocks/>
                  <a:stCxn id="652" idx="4"/>
                  <a:endCxn id="652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4" name="Gruppieren 503">
                <a:extLst>
                  <a:ext uri="{FF2B5EF4-FFF2-40B4-BE49-F238E27FC236}">
                    <a16:creationId xmlns:a16="http://schemas.microsoft.com/office/drawing/2014/main" id="{CDCFEE3C-3805-B7DC-EDA9-9A516EB10AF3}"/>
                  </a:ext>
                </a:extLst>
              </p:cNvPr>
              <p:cNvGrpSpPr/>
              <p:nvPr/>
            </p:nvGrpSpPr>
            <p:grpSpPr>
              <a:xfrm>
                <a:off x="1137908" y="2259914"/>
                <a:ext cx="433247" cy="720140"/>
                <a:chOff x="7462666" y="2009937"/>
                <a:chExt cx="433247" cy="720140"/>
              </a:xfrm>
            </p:grpSpPr>
            <p:sp>
              <p:nvSpPr>
                <p:cNvPr id="635" name="Rechteck 634">
                  <a:extLst>
                    <a:ext uri="{FF2B5EF4-FFF2-40B4-BE49-F238E27FC236}">
                      <a16:creationId xmlns:a16="http://schemas.microsoft.com/office/drawing/2014/main" id="{4A080B0C-5CE8-AC3B-AB6D-DA9C84A2BFCB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36" name="Ellipse 635">
                  <a:extLst>
                    <a:ext uri="{FF2B5EF4-FFF2-40B4-BE49-F238E27FC236}">
                      <a16:creationId xmlns:a16="http://schemas.microsoft.com/office/drawing/2014/main" id="{7E963742-C3BB-2204-A4D5-3FEAC6BD91DA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7" name="Ellipse 636">
                  <a:extLst>
                    <a:ext uri="{FF2B5EF4-FFF2-40B4-BE49-F238E27FC236}">
                      <a16:creationId xmlns:a16="http://schemas.microsoft.com/office/drawing/2014/main" id="{175B3FD5-884E-6B01-AF8F-F917176EDC3F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8" name="Ellipse 637">
                  <a:extLst>
                    <a:ext uri="{FF2B5EF4-FFF2-40B4-BE49-F238E27FC236}">
                      <a16:creationId xmlns:a16="http://schemas.microsoft.com/office/drawing/2014/main" id="{1BF858B9-CDAC-107A-FD59-C37026CE85EF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9" name="Ellipse 638">
                  <a:extLst>
                    <a:ext uri="{FF2B5EF4-FFF2-40B4-BE49-F238E27FC236}">
                      <a16:creationId xmlns:a16="http://schemas.microsoft.com/office/drawing/2014/main" id="{B3C26A83-CDBC-5882-7F1D-01EF1E8E043E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chemeClr val="bg2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40" name="Rechteck 639">
                  <a:extLst>
                    <a:ext uri="{FF2B5EF4-FFF2-40B4-BE49-F238E27FC236}">
                      <a16:creationId xmlns:a16="http://schemas.microsoft.com/office/drawing/2014/main" id="{E10984EE-4AB6-CEA6-7003-EA0AF52B256C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1" name="Rechteck 640">
                  <a:extLst>
                    <a:ext uri="{FF2B5EF4-FFF2-40B4-BE49-F238E27FC236}">
                      <a16:creationId xmlns:a16="http://schemas.microsoft.com/office/drawing/2014/main" id="{5372740C-3FF8-D818-F3F0-593BE09EBF46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2" name="Rechteck 641">
                  <a:extLst>
                    <a:ext uri="{FF2B5EF4-FFF2-40B4-BE49-F238E27FC236}">
                      <a16:creationId xmlns:a16="http://schemas.microsoft.com/office/drawing/2014/main" id="{FA720005-1F31-88CE-CE4A-7673170BC9F3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43" name="Rechteck 642">
                  <a:extLst>
                    <a:ext uri="{FF2B5EF4-FFF2-40B4-BE49-F238E27FC236}">
                      <a16:creationId xmlns:a16="http://schemas.microsoft.com/office/drawing/2014/main" id="{37F15551-4AF4-1035-2519-4F51DC285850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cxnSp>
              <p:nvCxnSpPr>
                <p:cNvPr id="644" name="Gerader Verbinder 643">
                  <a:extLst>
                    <a:ext uri="{FF2B5EF4-FFF2-40B4-BE49-F238E27FC236}">
                      <a16:creationId xmlns:a16="http://schemas.microsoft.com/office/drawing/2014/main" id="{7ED7F910-52B5-FE33-5826-8B2F3B0D9736}"/>
                    </a:ext>
                  </a:extLst>
                </p:cNvPr>
                <p:cNvCxnSpPr>
                  <a:stCxn id="636" idx="3"/>
                  <a:endCxn id="636" idx="7"/>
                </p:cNvCxnSpPr>
                <p:nvPr/>
              </p:nvCxnSpPr>
              <p:spPr>
                <a:xfrm flipV="1">
                  <a:off x="7670911" y="2049913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5" name="Gerader Verbinder 644">
                  <a:extLst>
                    <a:ext uri="{FF2B5EF4-FFF2-40B4-BE49-F238E27FC236}">
                      <a16:creationId xmlns:a16="http://schemas.microsoft.com/office/drawing/2014/main" id="{B850FF69-4D02-49EE-96A0-47C015B9EC52}"/>
                    </a:ext>
                  </a:extLst>
                </p:cNvPr>
                <p:cNvCxnSpPr>
                  <a:cxnSpLocks/>
                  <a:stCxn id="637" idx="1"/>
                  <a:endCxn id="637" idx="5"/>
                </p:cNvCxnSpPr>
                <p:nvPr/>
              </p:nvCxnSpPr>
              <p:spPr>
                <a:xfrm>
                  <a:off x="7670911" y="2226088"/>
                  <a:ext cx="101824" cy="101824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6" name="Gerader Verbinder 645">
                  <a:extLst>
                    <a:ext uri="{FF2B5EF4-FFF2-40B4-BE49-F238E27FC236}">
                      <a16:creationId xmlns:a16="http://schemas.microsoft.com/office/drawing/2014/main" id="{77DF68A6-B6F9-CD39-6CAB-6407138353C2}"/>
                    </a:ext>
                  </a:extLst>
                </p:cNvPr>
                <p:cNvCxnSpPr>
                  <a:cxnSpLocks/>
                  <a:stCxn id="638" idx="2"/>
                  <a:endCxn id="638" idx="6"/>
                </p:cNvCxnSpPr>
                <p:nvPr/>
              </p:nvCxnSpPr>
              <p:spPr>
                <a:xfrm>
                  <a:off x="7649823" y="2453175"/>
                  <a:ext cx="144000" cy="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Gerader Verbinder 646">
                  <a:extLst>
                    <a:ext uri="{FF2B5EF4-FFF2-40B4-BE49-F238E27FC236}">
                      <a16:creationId xmlns:a16="http://schemas.microsoft.com/office/drawing/2014/main" id="{76D0F3C6-BDD7-698A-3CEA-1D538786A1EA}"/>
                    </a:ext>
                  </a:extLst>
                </p:cNvPr>
                <p:cNvCxnSpPr>
                  <a:cxnSpLocks/>
                  <a:stCxn id="639" idx="4"/>
                  <a:endCxn id="639" idx="0"/>
                </p:cNvCxnSpPr>
                <p:nvPr/>
              </p:nvCxnSpPr>
              <p:spPr>
                <a:xfrm flipV="1">
                  <a:off x="7721823" y="2565000"/>
                  <a:ext cx="0" cy="144000"/>
                </a:xfrm>
                <a:prstGeom prst="line">
                  <a:avLst/>
                </a:prstGeom>
                <a:ln w="25400">
                  <a:solidFill>
                    <a:schemeClr val="bg1">
                      <a:lumMod val="75000"/>
                    </a:schemeClr>
                  </a:solidFill>
                </a:ln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5" name="Ellipse 504">
                <a:extLst>
                  <a:ext uri="{FF2B5EF4-FFF2-40B4-BE49-F238E27FC236}">
                    <a16:creationId xmlns:a16="http://schemas.microsoft.com/office/drawing/2014/main" id="{A30F2398-1DF3-92E2-861B-F4044D280D1B}"/>
                  </a:ext>
                </a:extLst>
              </p:cNvPr>
              <p:cNvSpPr/>
              <p:nvPr/>
            </p:nvSpPr>
            <p:spPr>
              <a:xfrm>
                <a:off x="2397285" y="1132047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6" name="Ellipse 505">
                <a:extLst>
                  <a:ext uri="{FF2B5EF4-FFF2-40B4-BE49-F238E27FC236}">
                    <a16:creationId xmlns:a16="http://schemas.microsoft.com/office/drawing/2014/main" id="{C80F6E1D-FE72-9032-B2AE-4FDBB2F95E94}"/>
                  </a:ext>
                </a:extLst>
              </p:cNvPr>
              <p:cNvSpPr/>
              <p:nvPr/>
            </p:nvSpPr>
            <p:spPr>
              <a:xfrm>
                <a:off x="1806240" y="1042047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07" name="Ellipse 506">
                <a:extLst>
                  <a:ext uri="{FF2B5EF4-FFF2-40B4-BE49-F238E27FC236}">
                    <a16:creationId xmlns:a16="http://schemas.microsoft.com/office/drawing/2014/main" id="{268E13B1-503C-2777-CEC1-594C3EE5AA6F}"/>
                  </a:ext>
                </a:extLst>
              </p:cNvPr>
              <p:cNvSpPr/>
              <p:nvPr/>
            </p:nvSpPr>
            <p:spPr>
              <a:xfrm>
                <a:off x="2808330" y="1054606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508" name="Gruppieren 507">
                <a:extLst>
                  <a:ext uri="{FF2B5EF4-FFF2-40B4-BE49-F238E27FC236}">
                    <a16:creationId xmlns:a16="http://schemas.microsoft.com/office/drawing/2014/main" id="{92B2CC46-5CAD-639A-9DC5-42F6AC09015B}"/>
                  </a:ext>
                </a:extLst>
              </p:cNvPr>
              <p:cNvGrpSpPr/>
              <p:nvPr/>
            </p:nvGrpSpPr>
            <p:grpSpPr>
              <a:xfrm>
                <a:off x="1666283" y="2098802"/>
                <a:ext cx="720000" cy="180000"/>
                <a:chOff x="7869855" y="3395684"/>
                <a:chExt cx="720000" cy="180000"/>
              </a:xfrm>
            </p:grpSpPr>
            <p:sp>
              <p:nvSpPr>
                <p:cNvPr id="630" name="Rechteck 629">
                  <a:extLst>
                    <a:ext uri="{FF2B5EF4-FFF2-40B4-BE49-F238E27FC236}">
                      <a16:creationId xmlns:a16="http://schemas.microsoft.com/office/drawing/2014/main" id="{0F53CE56-1099-6EA2-4E66-726976F66019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1" name="Rechteck 630">
                  <a:extLst>
                    <a:ext uri="{FF2B5EF4-FFF2-40B4-BE49-F238E27FC236}">
                      <a16:creationId xmlns:a16="http://schemas.microsoft.com/office/drawing/2014/main" id="{34C259F0-9B9A-A8C3-6C59-13F8CE75C288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2" name="Rechteck 631">
                  <a:extLst>
                    <a:ext uri="{FF2B5EF4-FFF2-40B4-BE49-F238E27FC236}">
                      <a16:creationId xmlns:a16="http://schemas.microsoft.com/office/drawing/2014/main" id="{C9E4862E-A5C0-5835-3B77-438AE30EF826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3" name="Rechteck 632">
                  <a:extLst>
                    <a:ext uri="{FF2B5EF4-FFF2-40B4-BE49-F238E27FC236}">
                      <a16:creationId xmlns:a16="http://schemas.microsoft.com/office/drawing/2014/main" id="{4870C6BA-CB0C-8E71-6CE6-6755AEBAB4F3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4" name="Rechteck 633">
                  <a:extLst>
                    <a:ext uri="{FF2B5EF4-FFF2-40B4-BE49-F238E27FC236}">
                      <a16:creationId xmlns:a16="http://schemas.microsoft.com/office/drawing/2014/main" id="{0D826693-9376-1BF1-6E28-9A5F43BA58DF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09" name="Gruppieren 508">
                <a:extLst>
                  <a:ext uri="{FF2B5EF4-FFF2-40B4-BE49-F238E27FC236}">
                    <a16:creationId xmlns:a16="http://schemas.microsoft.com/office/drawing/2014/main" id="{ED80B1F6-6B1D-2847-E64B-A89A634DD801}"/>
                  </a:ext>
                </a:extLst>
              </p:cNvPr>
              <p:cNvGrpSpPr/>
              <p:nvPr/>
            </p:nvGrpSpPr>
            <p:grpSpPr>
              <a:xfrm rot="16200000">
                <a:off x="2161429" y="2441815"/>
                <a:ext cx="359745" cy="180000"/>
                <a:chOff x="7869855" y="3898992"/>
                <a:chExt cx="359745" cy="180000"/>
              </a:xfrm>
            </p:grpSpPr>
            <p:sp>
              <p:nvSpPr>
                <p:cNvPr id="627" name="Rechteck 626">
                  <a:extLst>
                    <a:ext uri="{FF2B5EF4-FFF2-40B4-BE49-F238E27FC236}">
                      <a16:creationId xmlns:a16="http://schemas.microsoft.com/office/drawing/2014/main" id="{D28FA3C7-C8ED-1FAC-D56D-63B5D4B1DE18}"/>
                    </a:ext>
                  </a:extLst>
                </p:cNvPr>
                <p:cNvSpPr/>
                <p:nvPr/>
              </p:nvSpPr>
              <p:spPr>
                <a:xfrm>
                  <a:off x="7869855" y="3898992"/>
                  <a:ext cx="359745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8" name="Rechteck 627">
                  <a:extLst>
                    <a:ext uri="{FF2B5EF4-FFF2-40B4-BE49-F238E27FC236}">
                      <a16:creationId xmlns:a16="http://schemas.microsoft.com/office/drawing/2014/main" id="{34F1A81F-5479-0052-3A0F-8AAF9AF8F819}"/>
                    </a:ext>
                  </a:extLst>
                </p:cNvPr>
                <p:cNvSpPr/>
                <p:nvPr/>
              </p:nvSpPr>
              <p:spPr>
                <a:xfrm>
                  <a:off x="7914640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9" name="Rechteck 628">
                  <a:extLst>
                    <a:ext uri="{FF2B5EF4-FFF2-40B4-BE49-F238E27FC236}">
                      <a16:creationId xmlns:a16="http://schemas.microsoft.com/office/drawing/2014/main" id="{DBA0C678-2D65-94B3-96C7-D0693BA59DDE}"/>
                    </a:ext>
                  </a:extLst>
                </p:cNvPr>
                <p:cNvSpPr/>
                <p:nvPr/>
              </p:nvSpPr>
              <p:spPr>
                <a:xfrm>
                  <a:off x="8094238" y="3929897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10" name="Gruppieren 509">
                <a:extLst>
                  <a:ext uri="{FF2B5EF4-FFF2-40B4-BE49-F238E27FC236}">
                    <a16:creationId xmlns:a16="http://schemas.microsoft.com/office/drawing/2014/main" id="{6A3D2A1E-BC06-286F-0F3D-6E6801F05A4C}"/>
                  </a:ext>
                </a:extLst>
              </p:cNvPr>
              <p:cNvGrpSpPr/>
              <p:nvPr/>
            </p:nvGrpSpPr>
            <p:grpSpPr>
              <a:xfrm>
                <a:off x="1666283" y="2353047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17" name="Gruppieren 616">
                  <a:extLst>
                    <a:ext uri="{FF2B5EF4-FFF2-40B4-BE49-F238E27FC236}">
                      <a16:creationId xmlns:a16="http://schemas.microsoft.com/office/drawing/2014/main" id="{71DEE0D7-BB01-7D80-D45A-576CB52B9704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23" name="Rechteck 622">
                    <a:extLst>
                      <a:ext uri="{FF2B5EF4-FFF2-40B4-BE49-F238E27FC236}">
                        <a16:creationId xmlns:a16="http://schemas.microsoft.com/office/drawing/2014/main" id="{A12B8710-4805-1501-20DB-08ED7DCB957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4" name="Rechteck 623">
                    <a:extLst>
                      <a:ext uri="{FF2B5EF4-FFF2-40B4-BE49-F238E27FC236}">
                        <a16:creationId xmlns:a16="http://schemas.microsoft.com/office/drawing/2014/main" id="{FF00D3FE-EA1E-DCDD-C770-9E9B43ADEC8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5" name="Rechteck 624">
                    <a:extLst>
                      <a:ext uri="{FF2B5EF4-FFF2-40B4-BE49-F238E27FC236}">
                        <a16:creationId xmlns:a16="http://schemas.microsoft.com/office/drawing/2014/main" id="{64F6E0E7-0A56-A09E-E71B-A5DC72D14B0A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6" name="Rechteck 625">
                    <a:extLst>
                      <a:ext uri="{FF2B5EF4-FFF2-40B4-BE49-F238E27FC236}">
                        <a16:creationId xmlns:a16="http://schemas.microsoft.com/office/drawing/2014/main" id="{99FBD8C2-552D-FDFE-6160-6DF232E129A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18" name="Gruppieren 617">
                  <a:extLst>
                    <a:ext uri="{FF2B5EF4-FFF2-40B4-BE49-F238E27FC236}">
                      <a16:creationId xmlns:a16="http://schemas.microsoft.com/office/drawing/2014/main" id="{E0081907-14DF-D507-DE9A-B0B170205D5D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19" name="Rechteck 618">
                    <a:extLst>
                      <a:ext uri="{FF2B5EF4-FFF2-40B4-BE49-F238E27FC236}">
                        <a16:creationId xmlns:a16="http://schemas.microsoft.com/office/drawing/2014/main" id="{5FD32BE5-79EA-B0BA-E3D6-3FAB351276A4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0" name="Rechteck 619">
                    <a:extLst>
                      <a:ext uri="{FF2B5EF4-FFF2-40B4-BE49-F238E27FC236}">
                        <a16:creationId xmlns:a16="http://schemas.microsoft.com/office/drawing/2014/main" id="{8AE4F7CB-0894-1921-6C4F-48700BB433FC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1" name="Rechteck 620">
                    <a:extLst>
                      <a:ext uri="{FF2B5EF4-FFF2-40B4-BE49-F238E27FC236}">
                        <a16:creationId xmlns:a16="http://schemas.microsoft.com/office/drawing/2014/main" id="{8EBE6EE9-C605-C649-64E4-14306DF3477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22" name="Rechteck 621">
                    <a:extLst>
                      <a:ext uri="{FF2B5EF4-FFF2-40B4-BE49-F238E27FC236}">
                        <a16:creationId xmlns:a16="http://schemas.microsoft.com/office/drawing/2014/main" id="{5CEFE4D6-5A56-10AB-D75C-1C5955F5A796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11" name="Textfeld 510">
                <a:extLst>
                  <a:ext uri="{FF2B5EF4-FFF2-40B4-BE49-F238E27FC236}">
                    <a16:creationId xmlns:a16="http://schemas.microsoft.com/office/drawing/2014/main" id="{7D8DBE80-822A-2609-47A0-66F61A479A5F}"/>
                  </a:ext>
                </a:extLst>
              </p:cNvPr>
              <p:cNvSpPr txBox="1"/>
              <p:nvPr/>
            </p:nvSpPr>
            <p:spPr>
              <a:xfrm>
                <a:off x="3810420" y="102607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A1</a:t>
                </a:r>
              </a:p>
            </p:txBody>
          </p:sp>
          <p:sp>
            <p:nvSpPr>
              <p:cNvPr id="512" name="Textfeld 511">
                <a:extLst>
                  <a:ext uri="{FF2B5EF4-FFF2-40B4-BE49-F238E27FC236}">
                    <a16:creationId xmlns:a16="http://schemas.microsoft.com/office/drawing/2014/main" id="{51A6A5E9-974F-84D0-1D26-8FA74BF4CAAF}"/>
                  </a:ext>
                </a:extLst>
              </p:cNvPr>
              <p:cNvSpPr txBox="1"/>
              <p:nvPr/>
            </p:nvSpPr>
            <p:spPr>
              <a:xfrm>
                <a:off x="3805348" y="12028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3" name="Textfeld 512">
                <a:extLst>
                  <a:ext uri="{FF2B5EF4-FFF2-40B4-BE49-F238E27FC236}">
                    <a16:creationId xmlns:a16="http://schemas.microsoft.com/office/drawing/2014/main" id="{9745375F-B603-A4D3-D6BA-F1DD08DFD32E}"/>
                  </a:ext>
                </a:extLst>
              </p:cNvPr>
              <p:cNvSpPr txBox="1"/>
              <p:nvPr/>
            </p:nvSpPr>
            <p:spPr>
              <a:xfrm>
                <a:off x="3807792" y="1379257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A2</a:t>
                </a:r>
              </a:p>
            </p:txBody>
          </p:sp>
          <p:sp>
            <p:nvSpPr>
              <p:cNvPr id="514" name="Textfeld 513">
                <a:extLst>
                  <a:ext uri="{FF2B5EF4-FFF2-40B4-BE49-F238E27FC236}">
                    <a16:creationId xmlns:a16="http://schemas.microsoft.com/office/drawing/2014/main" id="{080A6C30-C211-BF20-EC43-9CF8B46D01ED}"/>
                  </a:ext>
                </a:extLst>
              </p:cNvPr>
              <p:cNvSpPr txBox="1"/>
              <p:nvPr/>
            </p:nvSpPr>
            <p:spPr>
              <a:xfrm>
                <a:off x="3802720" y="156208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5" name="Textfeld 514">
                <a:extLst>
                  <a:ext uri="{FF2B5EF4-FFF2-40B4-BE49-F238E27FC236}">
                    <a16:creationId xmlns:a16="http://schemas.microsoft.com/office/drawing/2014/main" id="{D9E87D5A-5CD0-C8FB-C1F1-8125E2336DEA}"/>
                  </a:ext>
                </a:extLst>
              </p:cNvPr>
              <p:cNvSpPr txBox="1"/>
              <p:nvPr/>
            </p:nvSpPr>
            <p:spPr>
              <a:xfrm>
                <a:off x="3830889" y="183629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A3</a:t>
                </a:r>
              </a:p>
            </p:txBody>
          </p:sp>
          <p:sp>
            <p:nvSpPr>
              <p:cNvPr id="516" name="Textfeld 515">
                <a:extLst>
                  <a:ext uri="{FF2B5EF4-FFF2-40B4-BE49-F238E27FC236}">
                    <a16:creationId xmlns:a16="http://schemas.microsoft.com/office/drawing/2014/main" id="{965B16FE-3BA6-55EA-E3F4-C583F1B937A0}"/>
                  </a:ext>
                </a:extLst>
              </p:cNvPr>
              <p:cNvSpPr txBox="1"/>
              <p:nvPr/>
            </p:nvSpPr>
            <p:spPr>
              <a:xfrm>
                <a:off x="3825817" y="201302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7" name="Textfeld 516">
                <a:extLst>
                  <a:ext uri="{FF2B5EF4-FFF2-40B4-BE49-F238E27FC236}">
                    <a16:creationId xmlns:a16="http://schemas.microsoft.com/office/drawing/2014/main" id="{5DAF3558-60C8-0CB9-8576-83047EDA2F84}"/>
                  </a:ext>
                </a:extLst>
              </p:cNvPr>
              <p:cNvSpPr txBox="1"/>
              <p:nvPr/>
            </p:nvSpPr>
            <p:spPr>
              <a:xfrm>
                <a:off x="3828261" y="218948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A4</a:t>
                </a:r>
              </a:p>
            </p:txBody>
          </p:sp>
          <p:sp>
            <p:nvSpPr>
              <p:cNvPr id="518" name="Textfeld 517">
                <a:extLst>
                  <a:ext uri="{FF2B5EF4-FFF2-40B4-BE49-F238E27FC236}">
                    <a16:creationId xmlns:a16="http://schemas.microsoft.com/office/drawing/2014/main" id="{B96D04E2-B4CE-7046-6C9B-5A1DB61B85B8}"/>
                  </a:ext>
                </a:extLst>
              </p:cNvPr>
              <p:cNvSpPr txBox="1"/>
              <p:nvPr/>
            </p:nvSpPr>
            <p:spPr>
              <a:xfrm>
                <a:off x="3823189" y="23723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19" name="Textfeld 518">
                <a:extLst>
                  <a:ext uri="{FF2B5EF4-FFF2-40B4-BE49-F238E27FC236}">
                    <a16:creationId xmlns:a16="http://schemas.microsoft.com/office/drawing/2014/main" id="{A4A1EC8B-5041-43C9-FD76-D9494BE09C1D}"/>
                  </a:ext>
                </a:extLst>
              </p:cNvPr>
              <p:cNvSpPr txBox="1"/>
              <p:nvPr/>
            </p:nvSpPr>
            <p:spPr>
              <a:xfrm>
                <a:off x="3829473" y="262564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A5</a:t>
                </a:r>
              </a:p>
            </p:txBody>
          </p:sp>
          <p:sp>
            <p:nvSpPr>
              <p:cNvPr id="520" name="Textfeld 519">
                <a:extLst>
                  <a:ext uri="{FF2B5EF4-FFF2-40B4-BE49-F238E27FC236}">
                    <a16:creationId xmlns:a16="http://schemas.microsoft.com/office/drawing/2014/main" id="{18B014CE-7F4D-15A5-AC52-1677E7721A02}"/>
                  </a:ext>
                </a:extLst>
              </p:cNvPr>
              <p:cNvSpPr txBox="1"/>
              <p:nvPr/>
            </p:nvSpPr>
            <p:spPr>
              <a:xfrm>
                <a:off x="3824401" y="280237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1" name="Textfeld 520">
                <a:extLst>
                  <a:ext uri="{FF2B5EF4-FFF2-40B4-BE49-F238E27FC236}">
                    <a16:creationId xmlns:a16="http://schemas.microsoft.com/office/drawing/2014/main" id="{774568DB-8D84-02BF-D3D2-8E60A91EE306}"/>
                  </a:ext>
                </a:extLst>
              </p:cNvPr>
              <p:cNvSpPr txBox="1"/>
              <p:nvPr/>
            </p:nvSpPr>
            <p:spPr>
              <a:xfrm>
                <a:off x="3826845" y="2978833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A6</a:t>
                </a:r>
              </a:p>
            </p:txBody>
          </p:sp>
          <p:sp>
            <p:nvSpPr>
              <p:cNvPr id="522" name="Textfeld 521">
                <a:extLst>
                  <a:ext uri="{FF2B5EF4-FFF2-40B4-BE49-F238E27FC236}">
                    <a16:creationId xmlns:a16="http://schemas.microsoft.com/office/drawing/2014/main" id="{9EBF60D7-D445-8E23-E55B-F791FF9E6E25}"/>
                  </a:ext>
                </a:extLst>
              </p:cNvPr>
              <p:cNvSpPr txBox="1"/>
              <p:nvPr/>
            </p:nvSpPr>
            <p:spPr>
              <a:xfrm>
                <a:off x="3821773" y="3161657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23" name="Textfeld 522">
                <a:extLst>
                  <a:ext uri="{FF2B5EF4-FFF2-40B4-BE49-F238E27FC236}">
                    <a16:creationId xmlns:a16="http://schemas.microsoft.com/office/drawing/2014/main" id="{C1DB5D1C-2594-9142-DD90-84B8A881F750}"/>
                  </a:ext>
                </a:extLst>
              </p:cNvPr>
              <p:cNvSpPr txBox="1"/>
              <p:nvPr/>
            </p:nvSpPr>
            <p:spPr>
              <a:xfrm>
                <a:off x="765073" y="1026203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4" name="Textfeld 523">
                <a:extLst>
                  <a:ext uri="{FF2B5EF4-FFF2-40B4-BE49-F238E27FC236}">
                    <a16:creationId xmlns:a16="http://schemas.microsoft.com/office/drawing/2014/main" id="{00737F21-B513-16FD-6AF4-C5C8F804B67A}"/>
                  </a:ext>
                </a:extLst>
              </p:cNvPr>
              <p:cNvSpPr txBox="1"/>
              <p:nvPr/>
            </p:nvSpPr>
            <p:spPr>
              <a:xfrm>
                <a:off x="765073" y="120293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525" name="Textfeld 524">
                <a:extLst>
                  <a:ext uri="{FF2B5EF4-FFF2-40B4-BE49-F238E27FC236}">
                    <a16:creationId xmlns:a16="http://schemas.microsoft.com/office/drawing/2014/main" id="{1CB542DC-A4D8-B130-1BE4-7AE4041AC2B2}"/>
                  </a:ext>
                </a:extLst>
              </p:cNvPr>
              <p:cNvSpPr txBox="1"/>
              <p:nvPr/>
            </p:nvSpPr>
            <p:spPr>
              <a:xfrm>
                <a:off x="765073" y="137938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6" name="Textfeld 525">
                <a:extLst>
                  <a:ext uri="{FF2B5EF4-FFF2-40B4-BE49-F238E27FC236}">
                    <a16:creationId xmlns:a16="http://schemas.microsoft.com/office/drawing/2014/main" id="{F0BBE162-F3D5-553D-BE10-F08477B9DDED}"/>
                  </a:ext>
                </a:extLst>
              </p:cNvPr>
              <p:cNvSpPr txBox="1"/>
              <p:nvPr/>
            </p:nvSpPr>
            <p:spPr>
              <a:xfrm>
                <a:off x="765073" y="156221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527" name="Textfeld 526">
                <a:extLst>
                  <a:ext uri="{FF2B5EF4-FFF2-40B4-BE49-F238E27FC236}">
                    <a16:creationId xmlns:a16="http://schemas.microsoft.com/office/drawing/2014/main" id="{09FDA5AB-7045-8716-34A3-C1D960A66386}"/>
                  </a:ext>
                </a:extLst>
              </p:cNvPr>
              <p:cNvSpPr txBox="1"/>
              <p:nvPr/>
            </p:nvSpPr>
            <p:spPr>
              <a:xfrm>
                <a:off x="502682" y="2199710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28" name="Textfeld 527">
                <a:extLst>
                  <a:ext uri="{FF2B5EF4-FFF2-40B4-BE49-F238E27FC236}">
                    <a16:creationId xmlns:a16="http://schemas.microsoft.com/office/drawing/2014/main" id="{8E8A31AB-7876-0011-AFA6-FA06113004BB}"/>
                  </a:ext>
                </a:extLst>
              </p:cNvPr>
              <p:cNvSpPr txBox="1"/>
              <p:nvPr/>
            </p:nvSpPr>
            <p:spPr>
              <a:xfrm>
                <a:off x="496270" y="237643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29" name="Textfeld 528">
                <a:extLst>
                  <a:ext uri="{FF2B5EF4-FFF2-40B4-BE49-F238E27FC236}">
                    <a16:creationId xmlns:a16="http://schemas.microsoft.com/office/drawing/2014/main" id="{AECAAD2B-ED16-17B8-C00F-3FF398ADED17}"/>
                  </a:ext>
                </a:extLst>
              </p:cNvPr>
              <p:cNvSpPr txBox="1"/>
              <p:nvPr/>
            </p:nvSpPr>
            <p:spPr>
              <a:xfrm>
                <a:off x="502682" y="2552894"/>
                <a:ext cx="6555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RS485B</a:t>
                </a:r>
              </a:p>
            </p:txBody>
          </p:sp>
          <p:sp>
            <p:nvSpPr>
              <p:cNvPr id="530" name="Textfeld 529">
                <a:extLst>
                  <a:ext uri="{FF2B5EF4-FFF2-40B4-BE49-F238E27FC236}">
                    <a16:creationId xmlns:a16="http://schemas.microsoft.com/office/drawing/2014/main" id="{36002A97-19EB-C921-7D72-A0C67D74B17C}"/>
                  </a:ext>
                </a:extLst>
              </p:cNvPr>
              <p:cNvSpPr txBox="1"/>
              <p:nvPr/>
            </p:nvSpPr>
            <p:spPr>
              <a:xfrm>
                <a:off x="496270" y="2735718"/>
                <a:ext cx="6619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RS485A</a:t>
                </a:r>
              </a:p>
            </p:txBody>
          </p:sp>
          <p:sp>
            <p:nvSpPr>
              <p:cNvPr id="531" name="Textfeld 530">
                <a:extLst>
                  <a:ext uri="{FF2B5EF4-FFF2-40B4-BE49-F238E27FC236}">
                    <a16:creationId xmlns:a16="http://schemas.microsoft.com/office/drawing/2014/main" id="{524AA369-FEFC-36B2-6EB4-57DC8ED01718}"/>
                  </a:ext>
                </a:extLst>
              </p:cNvPr>
              <p:cNvSpPr txBox="1"/>
              <p:nvPr/>
            </p:nvSpPr>
            <p:spPr>
              <a:xfrm>
                <a:off x="591231" y="1782037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ftPixel</a:t>
                </a:r>
              </a:p>
            </p:txBody>
          </p:sp>
          <p:sp>
            <p:nvSpPr>
              <p:cNvPr id="532" name="Textfeld 531">
                <a:extLst>
                  <a:ext uri="{FF2B5EF4-FFF2-40B4-BE49-F238E27FC236}">
                    <a16:creationId xmlns:a16="http://schemas.microsoft.com/office/drawing/2014/main" id="{C093E28A-BEB7-057C-049B-55082FD518CD}"/>
                  </a:ext>
                </a:extLst>
              </p:cNvPr>
              <p:cNvSpPr txBox="1"/>
              <p:nvPr/>
            </p:nvSpPr>
            <p:spPr>
              <a:xfrm>
                <a:off x="688181" y="196486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3" name="Textfeld 532">
                <a:extLst>
                  <a:ext uri="{FF2B5EF4-FFF2-40B4-BE49-F238E27FC236}">
                    <a16:creationId xmlns:a16="http://schemas.microsoft.com/office/drawing/2014/main" id="{A1A89C10-8921-72FD-323D-74E658B33FC9}"/>
                  </a:ext>
                </a:extLst>
              </p:cNvPr>
              <p:cNvSpPr txBox="1"/>
              <p:nvPr/>
            </p:nvSpPr>
            <p:spPr>
              <a:xfrm>
                <a:off x="674744" y="295270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534" name="Textfeld 533">
                <a:extLst>
                  <a:ext uri="{FF2B5EF4-FFF2-40B4-BE49-F238E27FC236}">
                    <a16:creationId xmlns:a16="http://schemas.microsoft.com/office/drawing/2014/main" id="{D06FB4DB-3EC0-4CDD-3FD0-35B9748A685D}"/>
                  </a:ext>
                </a:extLst>
              </p:cNvPr>
              <p:cNvSpPr txBox="1"/>
              <p:nvPr/>
            </p:nvSpPr>
            <p:spPr>
              <a:xfrm>
                <a:off x="801381" y="3135532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535" name="Textfeld 534">
                <a:extLst>
                  <a:ext uri="{FF2B5EF4-FFF2-40B4-BE49-F238E27FC236}">
                    <a16:creationId xmlns:a16="http://schemas.microsoft.com/office/drawing/2014/main" id="{B4CDF15C-D3A5-44C8-FFB3-C218F9AD2719}"/>
                  </a:ext>
                </a:extLst>
              </p:cNvPr>
              <p:cNvSpPr txBox="1"/>
              <p:nvPr/>
            </p:nvSpPr>
            <p:spPr>
              <a:xfrm>
                <a:off x="2209477" y="88471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sp>
            <p:nvSpPr>
              <p:cNvPr id="536" name="Textfeld 535">
                <a:extLst>
                  <a:ext uri="{FF2B5EF4-FFF2-40B4-BE49-F238E27FC236}">
                    <a16:creationId xmlns:a16="http://schemas.microsoft.com/office/drawing/2014/main" id="{E015B082-05CB-A53A-B3B5-8F3128DF3CF1}"/>
                  </a:ext>
                </a:extLst>
              </p:cNvPr>
              <p:cNvSpPr txBox="1"/>
              <p:nvPr/>
            </p:nvSpPr>
            <p:spPr>
              <a:xfrm>
                <a:off x="2742716" y="1095739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  <p:sp>
            <p:nvSpPr>
              <p:cNvPr id="537" name="Textfeld 536">
                <a:extLst>
                  <a:ext uri="{FF2B5EF4-FFF2-40B4-BE49-F238E27FC236}">
                    <a16:creationId xmlns:a16="http://schemas.microsoft.com/office/drawing/2014/main" id="{78FC3D10-0AE9-BE49-BE6D-119084BE93FE}"/>
                  </a:ext>
                </a:extLst>
              </p:cNvPr>
              <p:cNvSpPr txBox="1"/>
              <p:nvPr/>
            </p:nvSpPr>
            <p:spPr>
              <a:xfrm>
                <a:off x="1731314" y="1089253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LED2</a:t>
                </a:r>
              </a:p>
            </p:txBody>
          </p:sp>
          <p:sp>
            <p:nvSpPr>
              <p:cNvPr id="538" name="Textfeld 537">
                <a:extLst>
                  <a:ext uri="{FF2B5EF4-FFF2-40B4-BE49-F238E27FC236}">
                    <a16:creationId xmlns:a16="http://schemas.microsoft.com/office/drawing/2014/main" id="{735008A0-3ADB-622E-551E-3A2690DC6754}"/>
                  </a:ext>
                </a:extLst>
              </p:cNvPr>
              <p:cNvSpPr txBox="1"/>
              <p:nvPr/>
            </p:nvSpPr>
            <p:spPr>
              <a:xfrm>
                <a:off x="1656360" y="1865568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sp>
            <p:nvSpPr>
              <p:cNvPr id="539" name="Textfeld 538">
                <a:extLst>
                  <a:ext uri="{FF2B5EF4-FFF2-40B4-BE49-F238E27FC236}">
                    <a16:creationId xmlns:a16="http://schemas.microsoft.com/office/drawing/2014/main" id="{35081632-7ACF-1D29-511F-46AA3018C8D0}"/>
                  </a:ext>
                </a:extLst>
              </p:cNvPr>
              <p:cNvSpPr txBox="1"/>
              <p:nvPr/>
            </p:nvSpPr>
            <p:spPr>
              <a:xfrm>
                <a:off x="1678888" y="2660152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540" name="Textfeld 539">
                <a:extLst>
                  <a:ext uri="{FF2B5EF4-FFF2-40B4-BE49-F238E27FC236}">
                    <a16:creationId xmlns:a16="http://schemas.microsoft.com/office/drawing/2014/main" id="{7D229334-1563-A2BB-C8C1-FD07B698214E}"/>
                  </a:ext>
                </a:extLst>
              </p:cNvPr>
              <p:cNvSpPr txBox="1"/>
              <p:nvPr/>
            </p:nvSpPr>
            <p:spPr>
              <a:xfrm rot="16200000">
                <a:off x="2224041" y="2397052"/>
                <a:ext cx="5721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RS485</a:t>
                </a:r>
              </a:p>
            </p:txBody>
          </p:sp>
          <p:sp>
            <p:nvSpPr>
              <p:cNvPr id="541" name="Rechteck: abgerundete Ecken 540">
                <a:extLst>
                  <a:ext uri="{FF2B5EF4-FFF2-40B4-BE49-F238E27FC236}">
                    <a16:creationId xmlns:a16="http://schemas.microsoft.com/office/drawing/2014/main" id="{4CD09EB4-DDEA-C3CD-F666-BA2DBC0857CC}"/>
                  </a:ext>
                </a:extLst>
              </p:cNvPr>
              <p:cNvSpPr/>
              <p:nvPr/>
            </p:nvSpPr>
            <p:spPr>
              <a:xfrm>
                <a:off x="3210230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2" name="Rechteck: abgerundete Ecken 541">
                <a:extLst>
                  <a:ext uri="{FF2B5EF4-FFF2-40B4-BE49-F238E27FC236}">
                    <a16:creationId xmlns:a16="http://schemas.microsoft.com/office/drawing/2014/main" id="{BB43041A-F864-A669-1494-5EF64C3042E6}"/>
                  </a:ext>
                </a:extLst>
              </p:cNvPr>
              <p:cNvSpPr/>
              <p:nvPr/>
            </p:nvSpPr>
            <p:spPr>
              <a:xfrm>
                <a:off x="3024886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3" name="Rechteck: abgerundete Ecken 542">
                <a:extLst>
                  <a:ext uri="{FF2B5EF4-FFF2-40B4-BE49-F238E27FC236}">
                    <a16:creationId xmlns:a16="http://schemas.microsoft.com/office/drawing/2014/main" id="{9B903257-06B9-9A81-5BB3-7C68E7C2D53A}"/>
                  </a:ext>
                </a:extLst>
              </p:cNvPr>
              <p:cNvSpPr/>
              <p:nvPr/>
            </p:nvSpPr>
            <p:spPr>
              <a:xfrm>
                <a:off x="2839541" y="1633833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4" name="Rechteck: abgerundete Ecken 543">
                <a:extLst>
                  <a:ext uri="{FF2B5EF4-FFF2-40B4-BE49-F238E27FC236}">
                    <a16:creationId xmlns:a16="http://schemas.microsoft.com/office/drawing/2014/main" id="{750575F1-A581-3CE1-B8B9-DD0499E4C13E}"/>
                  </a:ext>
                </a:extLst>
              </p:cNvPr>
              <p:cNvSpPr/>
              <p:nvPr/>
            </p:nvSpPr>
            <p:spPr>
              <a:xfrm>
                <a:off x="2654196" y="1636911"/>
                <a:ext cx="90000" cy="1620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45" name="Textfeld 544">
                <a:extLst>
                  <a:ext uri="{FF2B5EF4-FFF2-40B4-BE49-F238E27FC236}">
                    <a16:creationId xmlns:a16="http://schemas.microsoft.com/office/drawing/2014/main" id="{523123BF-E02D-587E-6236-C411FCCDA93C}"/>
                  </a:ext>
                </a:extLst>
              </p:cNvPr>
              <p:cNvSpPr txBox="1"/>
              <p:nvPr/>
            </p:nvSpPr>
            <p:spPr>
              <a:xfrm>
                <a:off x="1678888" y="3513946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546" name="Gruppieren 545">
                <a:extLst>
                  <a:ext uri="{FF2B5EF4-FFF2-40B4-BE49-F238E27FC236}">
                    <a16:creationId xmlns:a16="http://schemas.microsoft.com/office/drawing/2014/main" id="{ED59E4E7-491C-3AC4-F638-14AEB96C658F}"/>
                  </a:ext>
                </a:extLst>
              </p:cNvPr>
              <p:cNvGrpSpPr/>
              <p:nvPr/>
            </p:nvGrpSpPr>
            <p:grpSpPr>
              <a:xfrm>
                <a:off x="1479908" y="4601018"/>
                <a:ext cx="720000" cy="180000"/>
                <a:chOff x="7869855" y="3395684"/>
                <a:chExt cx="720000" cy="180000"/>
              </a:xfrm>
            </p:grpSpPr>
            <p:sp>
              <p:nvSpPr>
                <p:cNvPr id="612" name="Rechteck 611">
                  <a:extLst>
                    <a:ext uri="{FF2B5EF4-FFF2-40B4-BE49-F238E27FC236}">
                      <a16:creationId xmlns:a16="http://schemas.microsoft.com/office/drawing/2014/main" id="{B312A1F3-2A4B-1F0B-554B-1D24BC335F53}"/>
                    </a:ext>
                  </a:extLst>
                </p:cNvPr>
                <p:cNvSpPr/>
                <p:nvPr/>
              </p:nvSpPr>
              <p:spPr>
                <a:xfrm>
                  <a:off x="7869855" y="3395684"/>
                  <a:ext cx="720000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3" name="Rechteck 612">
                  <a:extLst>
                    <a:ext uri="{FF2B5EF4-FFF2-40B4-BE49-F238E27FC236}">
                      <a16:creationId xmlns:a16="http://schemas.microsoft.com/office/drawing/2014/main" id="{B7E566DB-B526-BDEB-FEDC-EAF387F70AA7}"/>
                    </a:ext>
                  </a:extLst>
                </p:cNvPr>
                <p:cNvSpPr/>
                <p:nvPr/>
              </p:nvSpPr>
              <p:spPr>
                <a:xfrm>
                  <a:off x="7914640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4" name="Rechteck 613">
                  <a:extLst>
                    <a:ext uri="{FF2B5EF4-FFF2-40B4-BE49-F238E27FC236}">
                      <a16:creationId xmlns:a16="http://schemas.microsoft.com/office/drawing/2014/main" id="{142B69E0-7720-471C-1A26-B003C93B5937}"/>
                    </a:ext>
                  </a:extLst>
                </p:cNvPr>
                <p:cNvSpPr/>
                <p:nvPr/>
              </p:nvSpPr>
              <p:spPr>
                <a:xfrm>
                  <a:off x="8094238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5" name="Rechteck 614">
                  <a:extLst>
                    <a:ext uri="{FF2B5EF4-FFF2-40B4-BE49-F238E27FC236}">
                      <a16:creationId xmlns:a16="http://schemas.microsoft.com/office/drawing/2014/main" id="{BDCB7D9E-247F-E2A5-661B-5A1B05757581}"/>
                    </a:ext>
                  </a:extLst>
                </p:cNvPr>
                <p:cNvSpPr/>
                <p:nvPr/>
              </p:nvSpPr>
              <p:spPr>
                <a:xfrm>
                  <a:off x="8273836" y="3426589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6" name="Rechteck 615">
                  <a:extLst>
                    <a:ext uri="{FF2B5EF4-FFF2-40B4-BE49-F238E27FC236}">
                      <a16:creationId xmlns:a16="http://schemas.microsoft.com/office/drawing/2014/main" id="{8C31F328-F9AB-2589-84EC-931F03FCAEE0}"/>
                    </a:ext>
                  </a:extLst>
                </p:cNvPr>
                <p:cNvSpPr/>
                <p:nvPr/>
              </p:nvSpPr>
              <p:spPr>
                <a:xfrm>
                  <a:off x="8453433" y="3431244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547" name="Textfeld 546">
                <a:extLst>
                  <a:ext uri="{FF2B5EF4-FFF2-40B4-BE49-F238E27FC236}">
                    <a16:creationId xmlns:a16="http://schemas.microsoft.com/office/drawing/2014/main" id="{89A670E4-D1B1-8CCB-D1EA-CC032AD6CFED}"/>
                  </a:ext>
                </a:extLst>
              </p:cNvPr>
              <p:cNvSpPr txBox="1"/>
              <p:nvPr/>
            </p:nvSpPr>
            <p:spPr>
              <a:xfrm rot="16200000">
                <a:off x="1303018" y="4264876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48" name="Textfeld 547">
                <a:extLst>
                  <a:ext uri="{FF2B5EF4-FFF2-40B4-BE49-F238E27FC236}">
                    <a16:creationId xmlns:a16="http://schemas.microsoft.com/office/drawing/2014/main" id="{951B0516-F182-B641-7BFB-86AEA7490F24}"/>
                  </a:ext>
                </a:extLst>
              </p:cNvPr>
              <p:cNvSpPr txBox="1"/>
              <p:nvPr/>
            </p:nvSpPr>
            <p:spPr>
              <a:xfrm rot="16200000">
                <a:off x="1535048" y="4277067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SDC</a:t>
                </a:r>
              </a:p>
            </p:txBody>
          </p:sp>
          <p:sp>
            <p:nvSpPr>
              <p:cNvPr id="549" name="Textfeld 548">
                <a:extLst>
                  <a:ext uri="{FF2B5EF4-FFF2-40B4-BE49-F238E27FC236}">
                    <a16:creationId xmlns:a16="http://schemas.microsoft.com/office/drawing/2014/main" id="{C182CF35-EC8B-4634-899A-604EE3B72967}"/>
                  </a:ext>
                </a:extLst>
              </p:cNvPr>
              <p:cNvSpPr txBox="1"/>
              <p:nvPr/>
            </p:nvSpPr>
            <p:spPr>
              <a:xfrm rot="16200000">
                <a:off x="1704240" y="4270971"/>
                <a:ext cx="437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SDA</a:t>
                </a:r>
              </a:p>
            </p:txBody>
          </p:sp>
          <p:sp>
            <p:nvSpPr>
              <p:cNvPr id="550" name="Textfeld 549">
                <a:extLst>
                  <a:ext uri="{FF2B5EF4-FFF2-40B4-BE49-F238E27FC236}">
                    <a16:creationId xmlns:a16="http://schemas.microsoft.com/office/drawing/2014/main" id="{CBB3DF3A-2DFA-E690-DA37-9920D55F5387}"/>
                  </a:ext>
                </a:extLst>
              </p:cNvPr>
              <p:cNvSpPr txBox="1"/>
              <p:nvPr/>
            </p:nvSpPr>
            <p:spPr>
              <a:xfrm rot="16200000">
                <a:off x="1874335" y="4258747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3.3V</a:t>
                </a:r>
              </a:p>
            </p:txBody>
          </p:sp>
          <p:sp>
            <p:nvSpPr>
              <p:cNvPr id="551" name="Textfeld 550">
                <a:extLst>
                  <a:ext uri="{FF2B5EF4-FFF2-40B4-BE49-F238E27FC236}">
                    <a16:creationId xmlns:a16="http://schemas.microsoft.com/office/drawing/2014/main" id="{F5E88D89-4A22-9A6C-C0FE-D43A5532C0ED}"/>
                  </a:ext>
                </a:extLst>
              </p:cNvPr>
              <p:cNvSpPr txBox="1"/>
              <p:nvPr/>
            </p:nvSpPr>
            <p:spPr>
              <a:xfrm>
                <a:off x="723503" y="4548372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552" name="Gruppieren 551">
                <a:extLst>
                  <a:ext uri="{FF2B5EF4-FFF2-40B4-BE49-F238E27FC236}">
                    <a16:creationId xmlns:a16="http://schemas.microsoft.com/office/drawing/2014/main" id="{F011E93B-295D-72E3-ACC3-1632021659BF}"/>
                  </a:ext>
                </a:extLst>
              </p:cNvPr>
              <p:cNvGrpSpPr/>
              <p:nvPr/>
            </p:nvGrpSpPr>
            <p:grpSpPr>
              <a:xfrm>
                <a:off x="2963796" y="4507833"/>
                <a:ext cx="547705" cy="358075"/>
                <a:chOff x="7869855" y="3649929"/>
                <a:chExt cx="547705" cy="358075"/>
              </a:xfrm>
            </p:grpSpPr>
            <p:grpSp>
              <p:nvGrpSpPr>
                <p:cNvPr id="602" name="Gruppieren 601">
                  <a:extLst>
                    <a:ext uri="{FF2B5EF4-FFF2-40B4-BE49-F238E27FC236}">
                      <a16:creationId xmlns:a16="http://schemas.microsoft.com/office/drawing/2014/main" id="{52E7C654-8451-F386-D7D0-34EC3BEC854D}"/>
                    </a:ext>
                  </a:extLst>
                </p:cNvPr>
                <p:cNvGrpSpPr/>
                <p:nvPr/>
              </p:nvGrpSpPr>
              <p:grpSpPr>
                <a:xfrm>
                  <a:off x="7869855" y="3649929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8" name="Rechteck 607">
                    <a:extLst>
                      <a:ext uri="{FF2B5EF4-FFF2-40B4-BE49-F238E27FC236}">
                        <a16:creationId xmlns:a16="http://schemas.microsoft.com/office/drawing/2014/main" id="{C1962EB8-E2C5-1CC3-07B3-786FCAA81BDC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9" name="Rechteck 608">
                    <a:extLst>
                      <a:ext uri="{FF2B5EF4-FFF2-40B4-BE49-F238E27FC236}">
                        <a16:creationId xmlns:a16="http://schemas.microsoft.com/office/drawing/2014/main" id="{55B5E971-2333-9301-F6A5-26C0ED4CFC2A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0" name="Rechteck 609">
                    <a:extLst>
                      <a:ext uri="{FF2B5EF4-FFF2-40B4-BE49-F238E27FC236}">
                        <a16:creationId xmlns:a16="http://schemas.microsoft.com/office/drawing/2014/main" id="{93344A2B-67F2-9659-5816-A943F2843619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1" name="Rechteck 610">
                    <a:extLst>
                      <a:ext uri="{FF2B5EF4-FFF2-40B4-BE49-F238E27FC236}">
                        <a16:creationId xmlns:a16="http://schemas.microsoft.com/office/drawing/2014/main" id="{CEC0C771-63E0-6595-0CE4-2AA5BBFBAC9F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603" name="Gruppieren 602">
                  <a:extLst>
                    <a:ext uri="{FF2B5EF4-FFF2-40B4-BE49-F238E27FC236}">
                      <a16:creationId xmlns:a16="http://schemas.microsoft.com/office/drawing/2014/main" id="{DAFBAB06-2052-64E6-C3B8-16E9BE8CCBA5}"/>
                    </a:ext>
                  </a:extLst>
                </p:cNvPr>
                <p:cNvGrpSpPr/>
                <p:nvPr/>
              </p:nvGrpSpPr>
              <p:grpSpPr>
                <a:xfrm>
                  <a:off x="7869855" y="3828004"/>
                  <a:ext cx="547705" cy="180000"/>
                  <a:chOff x="7869855" y="3649929"/>
                  <a:chExt cx="547705" cy="180000"/>
                </a:xfrm>
              </p:grpSpPr>
              <p:sp>
                <p:nvSpPr>
                  <p:cNvPr id="604" name="Rechteck 603">
                    <a:extLst>
                      <a:ext uri="{FF2B5EF4-FFF2-40B4-BE49-F238E27FC236}">
                        <a16:creationId xmlns:a16="http://schemas.microsoft.com/office/drawing/2014/main" id="{F5CA25DC-7DE5-9996-123F-FB4D0F5764A5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29"/>
                    <a:ext cx="54770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5" name="Rechteck 604">
                    <a:extLst>
                      <a:ext uri="{FF2B5EF4-FFF2-40B4-BE49-F238E27FC236}">
                        <a16:creationId xmlns:a16="http://schemas.microsoft.com/office/drawing/2014/main" id="{467F67C3-6C1E-F0A3-0409-1A387045ADAD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6" name="Rechteck 605">
                    <a:extLst>
                      <a:ext uri="{FF2B5EF4-FFF2-40B4-BE49-F238E27FC236}">
                        <a16:creationId xmlns:a16="http://schemas.microsoft.com/office/drawing/2014/main" id="{73A8B17F-443F-B30B-02EA-AF25D40BD78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07" name="Rechteck 606">
                    <a:extLst>
                      <a:ext uri="{FF2B5EF4-FFF2-40B4-BE49-F238E27FC236}">
                        <a16:creationId xmlns:a16="http://schemas.microsoft.com/office/drawing/2014/main" id="{0BFC8428-4486-BC2B-978A-F97D403C4B4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553" name="Textfeld 552">
                <a:extLst>
                  <a:ext uri="{FF2B5EF4-FFF2-40B4-BE49-F238E27FC236}">
                    <a16:creationId xmlns:a16="http://schemas.microsoft.com/office/drawing/2014/main" id="{F7DA13D6-9A76-B333-AA43-84BB9EE85656}"/>
                  </a:ext>
                </a:extLst>
              </p:cNvPr>
              <p:cNvSpPr txBox="1"/>
              <p:nvPr/>
            </p:nvSpPr>
            <p:spPr>
              <a:xfrm rot="16200000">
                <a:off x="2793140" y="4189600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4" name="Textfeld 553">
                <a:extLst>
                  <a:ext uri="{FF2B5EF4-FFF2-40B4-BE49-F238E27FC236}">
                    <a16:creationId xmlns:a16="http://schemas.microsoft.com/office/drawing/2014/main" id="{29044B50-12C1-EC81-1931-A1EC25BAFEDF}"/>
                  </a:ext>
                </a:extLst>
              </p:cNvPr>
              <p:cNvSpPr txBox="1"/>
              <p:nvPr/>
            </p:nvSpPr>
            <p:spPr>
              <a:xfrm rot="16200000">
                <a:off x="3059011" y="4244158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5" name="Textfeld 554">
                <a:extLst>
                  <a:ext uri="{FF2B5EF4-FFF2-40B4-BE49-F238E27FC236}">
                    <a16:creationId xmlns:a16="http://schemas.microsoft.com/office/drawing/2014/main" id="{4862A6D9-9B34-80BE-0272-F3077C9F3419}"/>
                  </a:ext>
                </a:extLst>
              </p:cNvPr>
              <p:cNvSpPr txBox="1"/>
              <p:nvPr/>
            </p:nvSpPr>
            <p:spPr>
              <a:xfrm rot="16200000">
                <a:off x="3105876" y="4114769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Servo2</a:t>
                </a:r>
              </a:p>
            </p:txBody>
          </p:sp>
          <p:sp>
            <p:nvSpPr>
              <p:cNvPr id="556" name="Textfeld 555">
                <a:extLst>
                  <a:ext uri="{FF2B5EF4-FFF2-40B4-BE49-F238E27FC236}">
                    <a16:creationId xmlns:a16="http://schemas.microsoft.com/office/drawing/2014/main" id="{A1CE5141-4931-DD27-80CB-8D9E397FF7F0}"/>
                  </a:ext>
                </a:extLst>
              </p:cNvPr>
              <p:cNvSpPr txBox="1"/>
              <p:nvPr/>
            </p:nvSpPr>
            <p:spPr>
              <a:xfrm rot="16200000">
                <a:off x="2798247" y="4907501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sp>
            <p:nvSpPr>
              <p:cNvPr id="557" name="Textfeld 556">
                <a:extLst>
                  <a:ext uri="{FF2B5EF4-FFF2-40B4-BE49-F238E27FC236}">
                    <a16:creationId xmlns:a16="http://schemas.microsoft.com/office/drawing/2014/main" id="{551FACDF-E536-AD72-BE50-525DF2DF03BF}"/>
                  </a:ext>
                </a:extLst>
              </p:cNvPr>
              <p:cNvSpPr txBox="1"/>
              <p:nvPr/>
            </p:nvSpPr>
            <p:spPr>
              <a:xfrm rot="16200000">
                <a:off x="3064118" y="484418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5V</a:t>
                </a:r>
              </a:p>
            </p:txBody>
          </p:sp>
          <p:sp>
            <p:nvSpPr>
              <p:cNvPr id="558" name="Textfeld 557">
                <a:extLst>
                  <a:ext uri="{FF2B5EF4-FFF2-40B4-BE49-F238E27FC236}">
                    <a16:creationId xmlns:a16="http://schemas.microsoft.com/office/drawing/2014/main" id="{68D1D77A-FEC3-D8F5-C592-E0EA18995EC6}"/>
                  </a:ext>
                </a:extLst>
              </p:cNvPr>
              <p:cNvSpPr txBox="1"/>
              <p:nvPr/>
            </p:nvSpPr>
            <p:spPr>
              <a:xfrm rot="16200000">
                <a:off x="3110983" y="4976431"/>
                <a:ext cx="61427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Servo1</a:t>
                </a:r>
              </a:p>
            </p:txBody>
          </p:sp>
          <p:sp>
            <p:nvSpPr>
              <p:cNvPr id="559" name="Textfeld 558">
                <a:extLst>
                  <a:ext uri="{FF2B5EF4-FFF2-40B4-BE49-F238E27FC236}">
                    <a16:creationId xmlns:a16="http://schemas.microsoft.com/office/drawing/2014/main" id="{77822097-FD2D-3096-4014-8C3B8BFB9AA9}"/>
                  </a:ext>
                </a:extLst>
              </p:cNvPr>
              <p:cNvSpPr txBox="1"/>
              <p:nvPr/>
            </p:nvSpPr>
            <p:spPr>
              <a:xfrm>
                <a:off x="2495622" y="453212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grpSp>
            <p:nvGrpSpPr>
              <p:cNvPr id="560" name="Gruppieren 559">
                <a:extLst>
                  <a:ext uri="{FF2B5EF4-FFF2-40B4-BE49-F238E27FC236}">
                    <a16:creationId xmlns:a16="http://schemas.microsoft.com/office/drawing/2014/main" id="{734B2B27-E880-5A18-FDDE-4A4662E75A00}"/>
                  </a:ext>
                </a:extLst>
              </p:cNvPr>
              <p:cNvGrpSpPr/>
              <p:nvPr/>
            </p:nvGrpSpPr>
            <p:grpSpPr>
              <a:xfrm rot="10800000">
                <a:off x="3409350" y="1068130"/>
                <a:ext cx="433247" cy="720140"/>
                <a:chOff x="7462666" y="2009937"/>
                <a:chExt cx="433247" cy="720140"/>
              </a:xfrm>
            </p:grpSpPr>
            <p:sp>
              <p:nvSpPr>
                <p:cNvPr id="593" name="Rechteck 592">
                  <a:extLst>
                    <a:ext uri="{FF2B5EF4-FFF2-40B4-BE49-F238E27FC236}">
                      <a16:creationId xmlns:a16="http://schemas.microsoft.com/office/drawing/2014/main" id="{D1B20B55-C104-5922-2BE6-1B8E66DA035A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4" name="Ellipse 593">
                  <a:extLst>
                    <a:ext uri="{FF2B5EF4-FFF2-40B4-BE49-F238E27FC236}">
                      <a16:creationId xmlns:a16="http://schemas.microsoft.com/office/drawing/2014/main" id="{B2D20612-41AC-69C8-29D7-7ACFCB37DD12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95" name="Ellipse 594">
                  <a:extLst>
                    <a:ext uri="{FF2B5EF4-FFF2-40B4-BE49-F238E27FC236}">
                      <a16:creationId xmlns:a16="http://schemas.microsoft.com/office/drawing/2014/main" id="{750D17DC-127B-E1E7-0112-2014DE723E1C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6" name="Ellipse 595">
                  <a:extLst>
                    <a:ext uri="{FF2B5EF4-FFF2-40B4-BE49-F238E27FC236}">
                      <a16:creationId xmlns:a16="http://schemas.microsoft.com/office/drawing/2014/main" id="{F6925EF0-C3DD-F3B2-A8A9-6E5332FE9389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7" name="Ellipse 596">
                  <a:extLst>
                    <a:ext uri="{FF2B5EF4-FFF2-40B4-BE49-F238E27FC236}">
                      <a16:creationId xmlns:a16="http://schemas.microsoft.com/office/drawing/2014/main" id="{1BF12E71-6D7C-63CA-61F3-BB53CADEB13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8" name="Rechteck 597">
                  <a:extLst>
                    <a:ext uri="{FF2B5EF4-FFF2-40B4-BE49-F238E27FC236}">
                      <a16:creationId xmlns:a16="http://schemas.microsoft.com/office/drawing/2014/main" id="{A171FF06-E231-63ED-2EE0-9BBFB14590B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9" name="Rechteck 598">
                  <a:extLst>
                    <a:ext uri="{FF2B5EF4-FFF2-40B4-BE49-F238E27FC236}">
                      <a16:creationId xmlns:a16="http://schemas.microsoft.com/office/drawing/2014/main" id="{FA61108A-8858-2937-0AE9-0E169D72169D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0" name="Rechteck 599">
                  <a:extLst>
                    <a:ext uri="{FF2B5EF4-FFF2-40B4-BE49-F238E27FC236}">
                      <a16:creationId xmlns:a16="http://schemas.microsoft.com/office/drawing/2014/main" id="{5C8BEAB2-3D27-3C5A-31FF-4F09FFC1E4DE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601" name="Rechteck 600">
                  <a:extLst>
                    <a:ext uri="{FF2B5EF4-FFF2-40B4-BE49-F238E27FC236}">
                      <a16:creationId xmlns:a16="http://schemas.microsoft.com/office/drawing/2014/main" id="{4265AD62-F833-2726-7FA0-CA4D02711BAB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1" name="Gruppieren 560">
                <a:extLst>
                  <a:ext uri="{FF2B5EF4-FFF2-40B4-BE49-F238E27FC236}">
                    <a16:creationId xmlns:a16="http://schemas.microsoft.com/office/drawing/2014/main" id="{E40C8CEF-11D6-0F8E-DBA0-E92962D7F6FA}"/>
                  </a:ext>
                </a:extLst>
              </p:cNvPr>
              <p:cNvGrpSpPr/>
              <p:nvPr/>
            </p:nvGrpSpPr>
            <p:grpSpPr>
              <a:xfrm rot="10800000">
                <a:off x="3399306" y="1878729"/>
                <a:ext cx="433247" cy="720140"/>
                <a:chOff x="7462666" y="2009937"/>
                <a:chExt cx="433247" cy="720140"/>
              </a:xfrm>
            </p:grpSpPr>
            <p:sp>
              <p:nvSpPr>
                <p:cNvPr id="584" name="Rechteck 583">
                  <a:extLst>
                    <a:ext uri="{FF2B5EF4-FFF2-40B4-BE49-F238E27FC236}">
                      <a16:creationId xmlns:a16="http://schemas.microsoft.com/office/drawing/2014/main" id="{76C4EE39-40CC-B7D7-F3AE-C9834F35162E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5" name="Ellipse 584">
                  <a:extLst>
                    <a:ext uri="{FF2B5EF4-FFF2-40B4-BE49-F238E27FC236}">
                      <a16:creationId xmlns:a16="http://schemas.microsoft.com/office/drawing/2014/main" id="{D1332303-C9E6-30B1-C2C5-A9E7B134C1EE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86" name="Ellipse 585">
                  <a:extLst>
                    <a:ext uri="{FF2B5EF4-FFF2-40B4-BE49-F238E27FC236}">
                      <a16:creationId xmlns:a16="http://schemas.microsoft.com/office/drawing/2014/main" id="{69CE3A6F-FF49-8D6E-BB71-66B363559BF9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7" name="Ellipse 586">
                  <a:extLst>
                    <a:ext uri="{FF2B5EF4-FFF2-40B4-BE49-F238E27FC236}">
                      <a16:creationId xmlns:a16="http://schemas.microsoft.com/office/drawing/2014/main" id="{806346D3-1135-6588-C70E-4E8834F94C1B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8" name="Ellipse 587">
                  <a:extLst>
                    <a:ext uri="{FF2B5EF4-FFF2-40B4-BE49-F238E27FC236}">
                      <a16:creationId xmlns:a16="http://schemas.microsoft.com/office/drawing/2014/main" id="{421AC498-D43E-6601-CBB4-988A91603BA5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9" name="Rechteck 588">
                  <a:extLst>
                    <a:ext uri="{FF2B5EF4-FFF2-40B4-BE49-F238E27FC236}">
                      <a16:creationId xmlns:a16="http://schemas.microsoft.com/office/drawing/2014/main" id="{EDEC20C2-1D00-BC11-C7FA-7CB09DFB256B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0" name="Rechteck 589">
                  <a:extLst>
                    <a:ext uri="{FF2B5EF4-FFF2-40B4-BE49-F238E27FC236}">
                      <a16:creationId xmlns:a16="http://schemas.microsoft.com/office/drawing/2014/main" id="{90889726-BE44-7EF2-CB19-05A8BE44AC89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1" name="Rechteck 590">
                  <a:extLst>
                    <a:ext uri="{FF2B5EF4-FFF2-40B4-BE49-F238E27FC236}">
                      <a16:creationId xmlns:a16="http://schemas.microsoft.com/office/drawing/2014/main" id="{1C616686-EE18-1905-C664-6E5A48D54EF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92" name="Rechteck 591">
                  <a:extLst>
                    <a:ext uri="{FF2B5EF4-FFF2-40B4-BE49-F238E27FC236}">
                      <a16:creationId xmlns:a16="http://schemas.microsoft.com/office/drawing/2014/main" id="{A5CD5357-04EE-F7F9-9AC2-BB297EE05944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2" name="Gruppieren 561">
                <a:extLst>
                  <a:ext uri="{FF2B5EF4-FFF2-40B4-BE49-F238E27FC236}">
                    <a16:creationId xmlns:a16="http://schemas.microsoft.com/office/drawing/2014/main" id="{AD436D46-55FF-F7EC-B061-F94FAC9C320A}"/>
                  </a:ext>
                </a:extLst>
              </p:cNvPr>
              <p:cNvGrpSpPr/>
              <p:nvPr/>
            </p:nvGrpSpPr>
            <p:grpSpPr>
              <a:xfrm rot="10800000">
                <a:off x="3405328" y="2669197"/>
                <a:ext cx="433247" cy="720140"/>
                <a:chOff x="7462666" y="2009937"/>
                <a:chExt cx="433247" cy="720140"/>
              </a:xfrm>
            </p:grpSpPr>
            <p:sp>
              <p:nvSpPr>
                <p:cNvPr id="575" name="Rechteck 574">
                  <a:extLst>
                    <a:ext uri="{FF2B5EF4-FFF2-40B4-BE49-F238E27FC236}">
                      <a16:creationId xmlns:a16="http://schemas.microsoft.com/office/drawing/2014/main" id="{5BB594C2-6C5F-7679-8BBC-57F88ACB7B0C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6" name="Ellipse 575">
                  <a:extLst>
                    <a:ext uri="{FF2B5EF4-FFF2-40B4-BE49-F238E27FC236}">
                      <a16:creationId xmlns:a16="http://schemas.microsoft.com/office/drawing/2014/main" id="{B1919765-FAD7-11A2-DD02-772F1A0E8365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77" name="Ellipse 576">
                  <a:extLst>
                    <a:ext uri="{FF2B5EF4-FFF2-40B4-BE49-F238E27FC236}">
                      <a16:creationId xmlns:a16="http://schemas.microsoft.com/office/drawing/2014/main" id="{64674ABD-C6A5-3CB8-0D43-3A91257B3270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8" name="Ellipse 577">
                  <a:extLst>
                    <a:ext uri="{FF2B5EF4-FFF2-40B4-BE49-F238E27FC236}">
                      <a16:creationId xmlns:a16="http://schemas.microsoft.com/office/drawing/2014/main" id="{0BEA5477-FAF9-50E9-C5E8-AAA300A47B5E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9" name="Ellipse 578">
                  <a:extLst>
                    <a:ext uri="{FF2B5EF4-FFF2-40B4-BE49-F238E27FC236}">
                      <a16:creationId xmlns:a16="http://schemas.microsoft.com/office/drawing/2014/main" id="{931F0A16-A558-600F-7038-DDF2821D5574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80" name="Rechteck 579">
                  <a:extLst>
                    <a:ext uri="{FF2B5EF4-FFF2-40B4-BE49-F238E27FC236}">
                      <a16:creationId xmlns:a16="http://schemas.microsoft.com/office/drawing/2014/main" id="{0609F801-9562-A727-5301-EC6FA91D2393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1" name="Rechteck 580">
                  <a:extLst>
                    <a:ext uri="{FF2B5EF4-FFF2-40B4-BE49-F238E27FC236}">
                      <a16:creationId xmlns:a16="http://schemas.microsoft.com/office/drawing/2014/main" id="{B6220D5C-B2D1-9DEF-8338-95E1F036A62C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2" name="Rechteck 581">
                  <a:extLst>
                    <a:ext uri="{FF2B5EF4-FFF2-40B4-BE49-F238E27FC236}">
                      <a16:creationId xmlns:a16="http://schemas.microsoft.com/office/drawing/2014/main" id="{3982BB91-0DF8-9E60-9BEB-3E84BA721097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83" name="Rechteck 582">
                  <a:extLst>
                    <a:ext uri="{FF2B5EF4-FFF2-40B4-BE49-F238E27FC236}">
                      <a16:creationId xmlns:a16="http://schemas.microsoft.com/office/drawing/2014/main" id="{796C37D9-E6E2-F607-C513-E5F6E9D8B90F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3" name="Gruppieren 562">
                <a:extLst>
                  <a:ext uri="{FF2B5EF4-FFF2-40B4-BE49-F238E27FC236}">
                    <a16:creationId xmlns:a16="http://schemas.microsoft.com/office/drawing/2014/main" id="{065CB6D3-30F1-0060-FE37-B66404CFCCFF}"/>
                  </a:ext>
                </a:extLst>
              </p:cNvPr>
              <p:cNvGrpSpPr/>
              <p:nvPr/>
            </p:nvGrpSpPr>
            <p:grpSpPr>
              <a:xfrm>
                <a:off x="1141381" y="3018099"/>
                <a:ext cx="433247" cy="360620"/>
                <a:chOff x="8238632" y="1988930"/>
                <a:chExt cx="433247" cy="360620"/>
              </a:xfrm>
            </p:grpSpPr>
            <p:sp>
              <p:nvSpPr>
                <p:cNvPr id="570" name="Rechteck 569">
                  <a:extLst>
                    <a:ext uri="{FF2B5EF4-FFF2-40B4-BE49-F238E27FC236}">
                      <a16:creationId xmlns:a16="http://schemas.microsoft.com/office/drawing/2014/main" id="{AE7D7FAA-41CC-2904-1405-9CBCE76F8A90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1" name="Ellipse 570">
                  <a:extLst>
                    <a:ext uri="{FF2B5EF4-FFF2-40B4-BE49-F238E27FC236}">
                      <a16:creationId xmlns:a16="http://schemas.microsoft.com/office/drawing/2014/main" id="{AF082DB0-51FA-8CDA-B3A4-CB23EFF9A404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2" name="Ellipse 571">
                  <a:extLst>
                    <a:ext uri="{FF2B5EF4-FFF2-40B4-BE49-F238E27FC236}">
                      <a16:creationId xmlns:a16="http://schemas.microsoft.com/office/drawing/2014/main" id="{3021BD67-0298-60FF-97A8-C50C6EA0A7A1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73" name="Rechteck 572">
                  <a:extLst>
                    <a:ext uri="{FF2B5EF4-FFF2-40B4-BE49-F238E27FC236}">
                      <a16:creationId xmlns:a16="http://schemas.microsoft.com/office/drawing/2014/main" id="{E634BE8C-BD63-CA55-D749-895394F77775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74" name="Rechteck 573">
                  <a:extLst>
                    <a:ext uri="{FF2B5EF4-FFF2-40B4-BE49-F238E27FC236}">
                      <a16:creationId xmlns:a16="http://schemas.microsoft.com/office/drawing/2014/main" id="{68581966-7C91-89C2-E907-4914A5AD1E26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564" name="Gruppieren 563">
                <a:extLst>
                  <a:ext uri="{FF2B5EF4-FFF2-40B4-BE49-F238E27FC236}">
                    <a16:creationId xmlns:a16="http://schemas.microsoft.com/office/drawing/2014/main" id="{E08AC5E1-B12A-8F54-AD53-E6900952A8A0}"/>
                  </a:ext>
                </a:extLst>
              </p:cNvPr>
              <p:cNvGrpSpPr/>
              <p:nvPr/>
            </p:nvGrpSpPr>
            <p:grpSpPr>
              <a:xfrm>
                <a:off x="1152659" y="1835078"/>
                <a:ext cx="433247" cy="360620"/>
                <a:chOff x="8238632" y="1988930"/>
                <a:chExt cx="433247" cy="360620"/>
              </a:xfrm>
            </p:grpSpPr>
            <p:sp>
              <p:nvSpPr>
                <p:cNvPr id="565" name="Rechteck 564">
                  <a:extLst>
                    <a:ext uri="{FF2B5EF4-FFF2-40B4-BE49-F238E27FC236}">
                      <a16:creationId xmlns:a16="http://schemas.microsoft.com/office/drawing/2014/main" id="{28FE662C-AC48-E031-C232-D79EE2B17B89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6" name="Ellipse 565">
                  <a:extLst>
                    <a:ext uri="{FF2B5EF4-FFF2-40B4-BE49-F238E27FC236}">
                      <a16:creationId xmlns:a16="http://schemas.microsoft.com/office/drawing/2014/main" id="{6A484162-1EE7-F730-5ED9-88D051FB631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67" name="Ellipse 566">
                  <a:extLst>
                    <a:ext uri="{FF2B5EF4-FFF2-40B4-BE49-F238E27FC236}">
                      <a16:creationId xmlns:a16="http://schemas.microsoft.com/office/drawing/2014/main" id="{5A7109A7-9FDB-1C2B-DAE8-932EAA7E2C05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568" name="Rechteck 567">
                  <a:extLst>
                    <a:ext uri="{FF2B5EF4-FFF2-40B4-BE49-F238E27FC236}">
                      <a16:creationId xmlns:a16="http://schemas.microsoft.com/office/drawing/2014/main" id="{33A1BBC3-823C-0F47-9FB9-9FDB43BC43F4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569" name="Rechteck 568">
                  <a:extLst>
                    <a:ext uri="{FF2B5EF4-FFF2-40B4-BE49-F238E27FC236}">
                      <a16:creationId xmlns:a16="http://schemas.microsoft.com/office/drawing/2014/main" id="{1C5CED36-C20F-D7F6-D803-DA2EF1C2C16D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</p:grpSp>
      </p:grpSp>
      <p:sp>
        <p:nvSpPr>
          <p:cNvPr id="381" name="Rechteck 380">
            <a:extLst>
              <a:ext uri="{FF2B5EF4-FFF2-40B4-BE49-F238E27FC236}">
                <a16:creationId xmlns:a16="http://schemas.microsoft.com/office/drawing/2014/main" id="{7AF31CF0-DF37-E679-EA4A-7C595CAF8470}"/>
              </a:ext>
            </a:extLst>
          </p:cNvPr>
          <p:cNvSpPr/>
          <p:nvPr/>
        </p:nvSpPr>
        <p:spPr>
          <a:xfrm>
            <a:off x="5065170" y="243393"/>
            <a:ext cx="4454013" cy="5196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3" name="Textfeld 712">
            <a:extLst>
              <a:ext uri="{FF2B5EF4-FFF2-40B4-BE49-F238E27FC236}">
                <a16:creationId xmlns:a16="http://schemas.microsoft.com/office/drawing/2014/main" id="{3F9635F8-B527-DEB1-F062-37D66250A33E}"/>
              </a:ext>
            </a:extLst>
          </p:cNvPr>
          <p:cNvSpPr txBox="1"/>
          <p:nvPr/>
        </p:nvSpPr>
        <p:spPr>
          <a:xfrm>
            <a:off x="5145847" y="3493521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M5-M8</a:t>
            </a:r>
          </a:p>
        </p:txBody>
      </p:sp>
      <p:sp>
        <p:nvSpPr>
          <p:cNvPr id="715" name="Textfeld 714">
            <a:extLst>
              <a:ext uri="{FF2B5EF4-FFF2-40B4-BE49-F238E27FC236}">
                <a16:creationId xmlns:a16="http://schemas.microsoft.com/office/drawing/2014/main" id="{82D30BDB-3020-1A67-7151-3386B71891CD}"/>
              </a:ext>
            </a:extLst>
          </p:cNvPr>
          <p:cNvSpPr txBox="1"/>
          <p:nvPr/>
        </p:nvSpPr>
        <p:spPr>
          <a:xfrm>
            <a:off x="5136052" y="1611582"/>
            <a:ext cx="8515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9V M1-M4</a:t>
            </a:r>
          </a:p>
        </p:txBody>
      </p:sp>
      <p:sp>
        <p:nvSpPr>
          <p:cNvPr id="662" name="Rechteck: abgerundete Ecken 661">
            <a:extLst>
              <a:ext uri="{FF2B5EF4-FFF2-40B4-BE49-F238E27FC236}">
                <a16:creationId xmlns:a16="http://schemas.microsoft.com/office/drawing/2014/main" id="{CD44F09F-11E9-AAF5-CE65-24D0E0ED8D34}"/>
              </a:ext>
            </a:extLst>
          </p:cNvPr>
          <p:cNvSpPr/>
          <p:nvPr/>
        </p:nvSpPr>
        <p:spPr>
          <a:xfrm>
            <a:off x="7824586" y="4524837"/>
            <a:ext cx="648000" cy="57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3" name="Rechteck 662">
            <a:extLst>
              <a:ext uri="{FF2B5EF4-FFF2-40B4-BE49-F238E27FC236}">
                <a16:creationId xmlns:a16="http://schemas.microsoft.com/office/drawing/2014/main" id="{FA29EE13-8F6E-5B27-E924-E34F6AECF29B}"/>
              </a:ext>
            </a:extLst>
          </p:cNvPr>
          <p:cNvSpPr/>
          <p:nvPr/>
        </p:nvSpPr>
        <p:spPr>
          <a:xfrm>
            <a:off x="5956506" y="609600"/>
            <a:ext cx="2700000" cy="4342440"/>
          </a:xfrm>
          <a:prstGeom prst="rect">
            <a:avLst/>
          </a:prstGeom>
          <a:solidFill>
            <a:schemeClr val="bg1">
              <a:lumMod val="65000"/>
              <a:alpha val="20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664" name="Gruppieren 663">
            <a:extLst>
              <a:ext uri="{FF2B5EF4-FFF2-40B4-BE49-F238E27FC236}">
                <a16:creationId xmlns:a16="http://schemas.microsoft.com/office/drawing/2014/main" id="{E53FD8D3-5ECE-4DC0-C549-2C7A76E400AE}"/>
              </a:ext>
            </a:extLst>
          </p:cNvPr>
          <p:cNvGrpSpPr/>
          <p:nvPr/>
        </p:nvGrpSpPr>
        <p:grpSpPr>
          <a:xfrm rot="16200000">
            <a:off x="6071040" y="4554402"/>
            <a:ext cx="433247" cy="360620"/>
            <a:chOff x="8238632" y="1988930"/>
            <a:chExt cx="433247" cy="360620"/>
          </a:xfrm>
        </p:grpSpPr>
        <p:sp>
          <p:nvSpPr>
            <p:cNvPr id="866" name="Rechteck 865">
              <a:extLst>
                <a:ext uri="{FF2B5EF4-FFF2-40B4-BE49-F238E27FC236}">
                  <a16:creationId xmlns:a16="http://schemas.microsoft.com/office/drawing/2014/main" id="{A5DE8EF7-2C17-5558-5F97-7D1835C2AA20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67" name="Ellipse 866">
              <a:extLst>
                <a:ext uri="{FF2B5EF4-FFF2-40B4-BE49-F238E27FC236}">
                  <a16:creationId xmlns:a16="http://schemas.microsoft.com/office/drawing/2014/main" id="{8C2BA78A-6F7A-ABCD-77F1-DF9C67B69363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8" name="Ellipse 867">
              <a:extLst>
                <a:ext uri="{FF2B5EF4-FFF2-40B4-BE49-F238E27FC236}">
                  <a16:creationId xmlns:a16="http://schemas.microsoft.com/office/drawing/2014/main" id="{FCFD011B-7B96-1065-0AB6-6BCA17F4FE77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9" name="Rechteck 868">
              <a:extLst>
                <a:ext uri="{FF2B5EF4-FFF2-40B4-BE49-F238E27FC236}">
                  <a16:creationId xmlns:a16="http://schemas.microsoft.com/office/drawing/2014/main" id="{F2F341B2-4DF1-1BF9-5750-1EE3E6F1D4DF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70" name="Rechteck 869">
              <a:extLst>
                <a:ext uri="{FF2B5EF4-FFF2-40B4-BE49-F238E27FC236}">
                  <a16:creationId xmlns:a16="http://schemas.microsoft.com/office/drawing/2014/main" id="{D065769A-D3CB-2C6B-BAF4-F25FABFCDDFD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665" name="Ellipse 664">
            <a:extLst>
              <a:ext uri="{FF2B5EF4-FFF2-40B4-BE49-F238E27FC236}">
                <a16:creationId xmlns:a16="http://schemas.microsoft.com/office/drawing/2014/main" id="{1EBA83D8-62FD-DF22-AF28-1BB983AF0BAD}"/>
              </a:ext>
            </a:extLst>
          </p:cNvPr>
          <p:cNvSpPr/>
          <p:nvPr/>
        </p:nvSpPr>
        <p:spPr>
          <a:xfrm>
            <a:off x="7216506" y="2205277"/>
            <a:ext cx="180000" cy="1800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6" name="Ellipse 665">
            <a:extLst>
              <a:ext uri="{FF2B5EF4-FFF2-40B4-BE49-F238E27FC236}">
                <a16:creationId xmlns:a16="http://schemas.microsoft.com/office/drawing/2014/main" id="{04B604E5-8495-39E9-3927-048781DA1A90}"/>
              </a:ext>
            </a:extLst>
          </p:cNvPr>
          <p:cNvSpPr/>
          <p:nvPr/>
        </p:nvSpPr>
        <p:spPr>
          <a:xfrm>
            <a:off x="6625461" y="2115277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7" name="Ellipse 666">
            <a:extLst>
              <a:ext uri="{FF2B5EF4-FFF2-40B4-BE49-F238E27FC236}">
                <a16:creationId xmlns:a16="http://schemas.microsoft.com/office/drawing/2014/main" id="{BF1EBAB8-72E0-CA59-9A9F-8FB1D6E5319F}"/>
              </a:ext>
            </a:extLst>
          </p:cNvPr>
          <p:cNvSpPr/>
          <p:nvPr/>
        </p:nvSpPr>
        <p:spPr>
          <a:xfrm>
            <a:off x="7627551" y="2127836"/>
            <a:ext cx="360000" cy="360000"/>
          </a:xfrm>
          <a:prstGeom prst="ellipse">
            <a:avLst/>
          </a:prstGeom>
          <a:solidFill>
            <a:srgbClr val="FF000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69" name="Gruppieren 668">
            <a:extLst>
              <a:ext uri="{FF2B5EF4-FFF2-40B4-BE49-F238E27FC236}">
                <a16:creationId xmlns:a16="http://schemas.microsoft.com/office/drawing/2014/main" id="{E61C842E-C84D-E981-FBF3-B4F548428E32}"/>
              </a:ext>
            </a:extLst>
          </p:cNvPr>
          <p:cNvGrpSpPr/>
          <p:nvPr/>
        </p:nvGrpSpPr>
        <p:grpSpPr>
          <a:xfrm rot="16200000">
            <a:off x="7882298" y="3457731"/>
            <a:ext cx="359745" cy="180000"/>
            <a:chOff x="7869855" y="3898992"/>
            <a:chExt cx="359745" cy="180000"/>
          </a:xfrm>
        </p:grpSpPr>
        <p:sp>
          <p:nvSpPr>
            <p:cNvPr id="858" name="Rechteck 857">
              <a:extLst>
                <a:ext uri="{FF2B5EF4-FFF2-40B4-BE49-F238E27FC236}">
                  <a16:creationId xmlns:a16="http://schemas.microsoft.com/office/drawing/2014/main" id="{1D987944-698D-1892-00E4-53C2537A85C4}"/>
                </a:ext>
              </a:extLst>
            </p:cNvPr>
            <p:cNvSpPr/>
            <p:nvPr/>
          </p:nvSpPr>
          <p:spPr>
            <a:xfrm>
              <a:off x="7869855" y="3898992"/>
              <a:ext cx="359745" cy="180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9" name="Rechteck 858">
              <a:extLst>
                <a:ext uri="{FF2B5EF4-FFF2-40B4-BE49-F238E27FC236}">
                  <a16:creationId xmlns:a16="http://schemas.microsoft.com/office/drawing/2014/main" id="{800D00B1-DBD5-25AA-2549-8E41CFA7B124}"/>
                </a:ext>
              </a:extLst>
            </p:cNvPr>
            <p:cNvSpPr/>
            <p:nvPr/>
          </p:nvSpPr>
          <p:spPr>
            <a:xfrm>
              <a:off x="7914640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60" name="Rechteck 859">
              <a:extLst>
                <a:ext uri="{FF2B5EF4-FFF2-40B4-BE49-F238E27FC236}">
                  <a16:creationId xmlns:a16="http://schemas.microsoft.com/office/drawing/2014/main" id="{4062B078-0BF5-CE15-6100-E87D211422FC}"/>
                </a:ext>
              </a:extLst>
            </p:cNvPr>
            <p:cNvSpPr/>
            <p:nvPr/>
          </p:nvSpPr>
          <p:spPr>
            <a:xfrm>
              <a:off x="8094238" y="3929897"/>
              <a:ext cx="91440" cy="11182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70" name="Textfeld 669">
            <a:extLst>
              <a:ext uri="{FF2B5EF4-FFF2-40B4-BE49-F238E27FC236}">
                <a16:creationId xmlns:a16="http://schemas.microsoft.com/office/drawing/2014/main" id="{36B3D423-AE33-3B3F-6050-CADEA6A01730}"/>
              </a:ext>
            </a:extLst>
          </p:cNvPr>
          <p:cNvSpPr txBox="1"/>
          <p:nvPr/>
        </p:nvSpPr>
        <p:spPr>
          <a:xfrm>
            <a:off x="7028698" y="1957949"/>
            <a:ext cx="563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RESET</a:t>
            </a:r>
          </a:p>
        </p:txBody>
      </p:sp>
      <p:sp>
        <p:nvSpPr>
          <p:cNvPr id="671" name="Textfeld 670">
            <a:extLst>
              <a:ext uri="{FF2B5EF4-FFF2-40B4-BE49-F238E27FC236}">
                <a16:creationId xmlns:a16="http://schemas.microsoft.com/office/drawing/2014/main" id="{8AFBB553-23A3-9CCC-9716-9DB2A4DEB473}"/>
              </a:ext>
            </a:extLst>
          </p:cNvPr>
          <p:cNvSpPr txBox="1"/>
          <p:nvPr/>
        </p:nvSpPr>
        <p:spPr>
          <a:xfrm>
            <a:off x="7561937" y="2168969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LED1</a:t>
            </a:r>
          </a:p>
        </p:txBody>
      </p:sp>
      <p:sp>
        <p:nvSpPr>
          <p:cNvPr id="672" name="Textfeld 671">
            <a:extLst>
              <a:ext uri="{FF2B5EF4-FFF2-40B4-BE49-F238E27FC236}">
                <a16:creationId xmlns:a16="http://schemas.microsoft.com/office/drawing/2014/main" id="{63EEC856-6CEB-45B9-702B-8959BC36BD5F}"/>
              </a:ext>
            </a:extLst>
          </p:cNvPr>
          <p:cNvSpPr txBox="1"/>
          <p:nvPr/>
        </p:nvSpPr>
        <p:spPr>
          <a:xfrm>
            <a:off x="6550535" y="2162483"/>
            <a:ext cx="4972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LED2</a:t>
            </a:r>
          </a:p>
        </p:txBody>
      </p:sp>
      <p:sp>
        <p:nvSpPr>
          <p:cNvPr id="673" name="Textfeld 672">
            <a:extLst>
              <a:ext uri="{FF2B5EF4-FFF2-40B4-BE49-F238E27FC236}">
                <a16:creationId xmlns:a16="http://schemas.microsoft.com/office/drawing/2014/main" id="{74498E1D-70E0-2812-527E-67B5D5E3929A}"/>
              </a:ext>
            </a:extLst>
          </p:cNvPr>
          <p:cNvSpPr txBox="1"/>
          <p:nvPr/>
        </p:nvSpPr>
        <p:spPr>
          <a:xfrm rot="16200000">
            <a:off x="7596528" y="3411614"/>
            <a:ext cx="5721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</a:t>
            </a:r>
          </a:p>
        </p:txBody>
      </p:sp>
      <p:sp>
        <p:nvSpPr>
          <p:cNvPr id="674" name="Rechteck: abgerundete Ecken 673">
            <a:extLst>
              <a:ext uri="{FF2B5EF4-FFF2-40B4-BE49-F238E27FC236}">
                <a16:creationId xmlns:a16="http://schemas.microsoft.com/office/drawing/2014/main" id="{DC89C3E2-2E64-3197-EF37-A3F04D15EBAD}"/>
              </a:ext>
            </a:extLst>
          </p:cNvPr>
          <p:cNvSpPr/>
          <p:nvPr/>
        </p:nvSpPr>
        <p:spPr>
          <a:xfrm>
            <a:off x="7000291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5" name="Rechteck: abgerundete Ecken 674">
            <a:extLst>
              <a:ext uri="{FF2B5EF4-FFF2-40B4-BE49-F238E27FC236}">
                <a16:creationId xmlns:a16="http://schemas.microsoft.com/office/drawing/2014/main" id="{15AAABC4-ED1B-3746-A7BE-011DA469C6B8}"/>
              </a:ext>
            </a:extLst>
          </p:cNvPr>
          <p:cNvSpPr/>
          <p:nvPr/>
        </p:nvSpPr>
        <p:spPr>
          <a:xfrm>
            <a:off x="6814946" y="321560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6" name="Rechteck: abgerundete Ecken 675">
            <a:extLst>
              <a:ext uri="{FF2B5EF4-FFF2-40B4-BE49-F238E27FC236}">
                <a16:creationId xmlns:a16="http://schemas.microsoft.com/office/drawing/2014/main" id="{81206D8A-5524-0510-F8EB-B6DF4F527155}"/>
              </a:ext>
            </a:extLst>
          </p:cNvPr>
          <p:cNvSpPr/>
          <p:nvPr/>
        </p:nvSpPr>
        <p:spPr>
          <a:xfrm>
            <a:off x="6629601" y="321868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7" name="Textfeld 676">
            <a:extLst>
              <a:ext uri="{FF2B5EF4-FFF2-40B4-BE49-F238E27FC236}">
                <a16:creationId xmlns:a16="http://schemas.microsoft.com/office/drawing/2014/main" id="{18AC0E95-33F3-840B-B97E-EFFCE9CB3C03}"/>
              </a:ext>
            </a:extLst>
          </p:cNvPr>
          <p:cNvSpPr txBox="1"/>
          <p:nvPr/>
        </p:nvSpPr>
        <p:spPr>
          <a:xfrm>
            <a:off x="7835163" y="4674337"/>
            <a:ext cx="6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USB</a:t>
            </a:r>
          </a:p>
        </p:txBody>
      </p:sp>
      <p:grpSp>
        <p:nvGrpSpPr>
          <p:cNvPr id="678" name="Gruppieren 677">
            <a:extLst>
              <a:ext uri="{FF2B5EF4-FFF2-40B4-BE49-F238E27FC236}">
                <a16:creationId xmlns:a16="http://schemas.microsoft.com/office/drawing/2014/main" id="{4FB43BFA-458F-1122-DCE6-F0E26F71F00D}"/>
              </a:ext>
            </a:extLst>
          </p:cNvPr>
          <p:cNvGrpSpPr/>
          <p:nvPr/>
        </p:nvGrpSpPr>
        <p:grpSpPr>
          <a:xfrm rot="10800000">
            <a:off x="8219723" y="3008323"/>
            <a:ext cx="433247" cy="720140"/>
            <a:chOff x="7462666" y="2009937"/>
            <a:chExt cx="433247" cy="720140"/>
          </a:xfrm>
        </p:grpSpPr>
        <p:sp>
          <p:nvSpPr>
            <p:cNvPr id="849" name="Rechteck 848">
              <a:extLst>
                <a:ext uri="{FF2B5EF4-FFF2-40B4-BE49-F238E27FC236}">
                  <a16:creationId xmlns:a16="http://schemas.microsoft.com/office/drawing/2014/main" id="{A4B856F9-8625-A9FF-5677-53386D630BD4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0" name="Ellipse 849">
              <a:extLst>
                <a:ext uri="{FF2B5EF4-FFF2-40B4-BE49-F238E27FC236}">
                  <a16:creationId xmlns:a16="http://schemas.microsoft.com/office/drawing/2014/main" id="{49A61E3C-2EE9-2F47-86D6-EC7895E5708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51" name="Ellipse 850">
              <a:extLst>
                <a:ext uri="{FF2B5EF4-FFF2-40B4-BE49-F238E27FC236}">
                  <a16:creationId xmlns:a16="http://schemas.microsoft.com/office/drawing/2014/main" id="{2BF90B28-7303-9505-BBD5-9881F6C9BEB7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2" name="Ellipse 851">
              <a:extLst>
                <a:ext uri="{FF2B5EF4-FFF2-40B4-BE49-F238E27FC236}">
                  <a16:creationId xmlns:a16="http://schemas.microsoft.com/office/drawing/2014/main" id="{6388BEEF-1E5F-F398-EF81-1096F5AE299D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3" name="Ellipse 852">
              <a:extLst>
                <a:ext uri="{FF2B5EF4-FFF2-40B4-BE49-F238E27FC236}">
                  <a16:creationId xmlns:a16="http://schemas.microsoft.com/office/drawing/2014/main" id="{36343F09-0E18-A7DE-0F2E-A8EE2EF5702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54" name="Rechteck 853">
              <a:extLst>
                <a:ext uri="{FF2B5EF4-FFF2-40B4-BE49-F238E27FC236}">
                  <a16:creationId xmlns:a16="http://schemas.microsoft.com/office/drawing/2014/main" id="{82E75A35-5FAA-005D-9FD4-77EFEF5335E0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5" name="Rechteck 854">
              <a:extLst>
                <a:ext uri="{FF2B5EF4-FFF2-40B4-BE49-F238E27FC236}">
                  <a16:creationId xmlns:a16="http://schemas.microsoft.com/office/drawing/2014/main" id="{B8935ADE-5A67-06CF-DCD1-3119DA500F40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6" name="Rechteck 855">
              <a:extLst>
                <a:ext uri="{FF2B5EF4-FFF2-40B4-BE49-F238E27FC236}">
                  <a16:creationId xmlns:a16="http://schemas.microsoft.com/office/drawing/2014/main" id="{666D1AEA-3988-D464-9007-BCEB0FA9727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57" name="Rechteck 856">
              <a:extLst>
                <a:ext uri="{FF2B5EF4-FFF2-40B4-BE49-F238E27FC236}">
                  <a16:creationId xmlns:a16="http://schemas.microsoft.com/office/drawing/2014/main" id="{477A17AB-BCAD-47B4-6ECD-5247E41F9361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79" name="Gruppieren 678">
            <a:extLst>
              <a:ext uri="{FF2B5EF4-FFF2-40B4-BE49-F238E27FC236}">
                <a16:creationId xmlns:a16="http://schemas.microsoft.com/office/drawing/2014/main" id="{060F4B80-7536-F853-67AD-A3FD103D3536}"/>
              </a:ext>
            </a:extLst>
          </p:cNvPr>
          <p:cNvGrpSpPr/>
          <p:nvPr/>
        </p:nvGrpSpPr>
        <p:grpSpPr>
          <a:xfrm rot="10800000">
            <a:off x="8219723" y="2262911"/>
            <a:ext cx="433247" cy="720140"/>
            <a:chOff x="7462666" y="2009937"/>
            <a:chExt cx="433247" cy="720140"/>
          </a:xfrm>
        </p:grpSpPr>
        <p:sp>
          <p:nvSpPr>
            <p:cNvPr id="840" name="Rechteck 839">
              <a:extLst>
                <a:ext uri="{FF2B5EF4-FFF2-40B4-BE49-F238E27FC236}">
                  <a16:creationId xmlns:a16="http://schemas.microsoft.com/office/drawing/2014/main" id="{EA185E5B-AACE-DCDA-7A38-B9295B7246CA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1" name="Ellipse 840">
              <a:extLst>
                <a:ext uri="{FF2B5EF4-FFF2-40B4-BE49-F238E27FC236}">
                  <a16:creationId xmlns:a16="http://schemas.microsoft.com/office/drawing/2014/main" id="{EDA7BAC5-62EC-61B9-2C7D-F0A31E5461A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42" name="Ellipse 841">
              <a:extLst>
                <a:ext uri="{FF2B5EF4-FFF2-40B4-BE49-F238E27FC236}">
                  <a16:creationId xmlns:a16="http://schemas.microsoft.com/office/drawing/2014/main" id="{29E90C38-0BCD-E859-160D-A9BE991F8D52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3" name="Ellipse 842">
              <a:extLst>
                <a:ext uri="{FF2B5EF4-FFF2-40B4-BE49-F238E27FC236}">
                  <a16:creationId xmlns:a16="http://schemas.microsoft.com/office/drawing/2014/main" id="{9CF0D60A-DBC8-3B4A-CAE9-2100AA178B75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4" name="Ellipse 843">
              <a:extLst>
                <a:ext uri="{FF2B5EF4-FFF2-40B4-BE49-F238E27FC236}">
                  <a16:creationId xmlns:a16="http://schemas.microsoft.com/office/drawing/2014/main" id="{22B1F1D8-7F24-9BF1-E3CE-29A7F2B3BDD2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45" name="Rechteck 844">
              <a:extLst>
                <a:ext uri="{FF2B5EF4-FFF2-40B4-BE49-F238E27FC236}">
                  <a16:creationId xmlns:a16="http://schemas.microsoft.com/office/drawing/2014/main" id="{CCE5ACED-EE9D-DAAB-A8D4-1C9D4B97C38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6" name="Rechteck 845">
              <a:extLst>
                <a:ext uri="{FF2B5EF4-FFF2-40B4-BE49-F238E27FC236}">
                  <a16:creationId xmlns:a16="http://schemas.microsoft.com/office/drawing/2014/main" id="{8903EF86-00E3-7289-F1EF-84534F5AE0B1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7" name="Rechteck 846">
              <a:extLst>
                <a:ext uri="{FF2B5EF4-FFF2-40B4-BE49-F238E27FC236}">
                  <a16:creationId xmlns:a16="http://schemas.microsoft.com/office/drawing/2014/main" id="{5D2AF867-650E-A41A-B50B-10732F1DAB08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48" name="Rechteck 847">
              <a:extLst>
                <a:ext uri="{FF2B5EF4-FFF2-40B4-BE49-F238E27FC236}">
                  <a16:creationId xmlns:a16="http://schemas.microsoft.com/office/drawing/2014/main" id="{80688A76-5717-1A1F-6CD2-BD16D4E9316D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0" name="Gruppieren 679">
            <a:extLst>
              <a:ext uri="{FF2B5EF4-FFF2-40B4-BE49-F238E27FC236}">
                <a16:creationId xmlns:a16="http://schemas.microsoft.com/office/drawing/2014/main" id="{63946F31-5759-0A80-87A9-7DF123659404}"/>
              </a:ext>
            </a:extLst>
          </p:cNvPr>
          <p:cNvGrpSpPr/>
          <p:nvPr/>
        </p:nvGrpSpPr>
        <p:grpSpPr>
          <a:xfrm rot="10800000">
            <a:off x="8219723" y="1517498"/>
            <a:ext cx="433247" cy="720140"/>
            <a:chOff x="7462666" y="2009937"/>
            <a:chExt cx="433247" cy="720140"/>
          </a:xfrm>
        </p:grpSpPr>
        <p:sp>
          <p:nvSpPr>
            <p:cNvPr id="831" name="Rechteck 830">
              <a:extLst>
                <a:ext uri="{FF2B5EF4-FFF2-40B4-BE49-F238E27FC236}">
                  <a16:creationId xmlns:a16="http://schemas.microsoft.com/office/drawing/2014/main" id="{A32F4414-C126-071B-01BB-E36631C710F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2" name="Ellipse 831">
              <a:extLst>
                <a:ext uri="{FF2B5EF4-FFF2-40B4-BE49-F238E27FC236}">
                  <a16:creationId xmlns:a16="http://schemas.microsoft.com/office/drawing/2014/main" id="{CF8617ED-E0AC-3BD4-A9B6-215FDAC3355D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33" name="Ellipse 832">
              <a:extLst>
                <a:ext uri="{FF2B5EF4-FFF2-40B4-BE49-F238E27FC236}">
                  <a16:creationId xmlns:a16="http://schemas.microsoft.com/office/drawing/2014/main" id="{62F13058-D904-1AB8-4127-ABCEF05E97C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4" name="Ellipse 833">
              <a:extLst>
                <a:ext uri="{FF2B5EF4-FFF2-40B4-BE49-F238E27FC236}">
                  <a16:creationId xmlns:a16="http://schemas.microsoft.com/office/drawing/2014/main" id="{C6229855-B529-F0D4-3414-8022CEED75C2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5" name="Ellipse 834">
              <a:extLst>
                <a:ext uri="{FF2B5EF4-FFF2-40B4-BE49-F238E27FC236}">
                  <a16:creationId xmlns:a16="http://schemas.microsoft.com/office/drawing/2014/main" id="{AA88EC63-2446-79A8-E502-D15AD6AEA72E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6" name="Rechteck 835">
              <a:extLst>
                <a:ext uri="{FF2B5EF4-FFF2-40B4-BE49-F238E27FC236}">
                  <a16:creationId xmlns:a16="http://schemas.microsoft.com/office/drawing/2014/main" id="{23D28DAB-BF19-E928-30B3-D92506592832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7" name="Rechteck 836">
              <a:extLst>
                <a:ext uri="{FF2B5EF4-FFF2-40B4-BE49-F238E27FC236}">
                  <a16:creationId xmlns:a16="http://schemas.microsoft.com/office/drawing/2014/main" id="{711EEB38-E918-FBFE-DD9D-15A71573F10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8" name="Rechteck 837">
              <a:extLst>
                <a:ext uri="{FF2B5EF4-FFF2-40B4-BE49-F238E27FC236}">
                  <a16:creationId xmlns:a16="http://schemas.microsoft.com/office/drawing/2014/main" id="{1F3F32AB-291F-CD67-7F74-5D6E29F25E8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9" name="Rechteck 838">
              <a:extLst>
                <a:ext uri="{FF2B5EF4-FFF2-40B4-BE49-F238E27FC236}">
                  <a16:creationId xmlns:a16="http://schemas.microsoft.com/office/drawing/2014/main" id="{F18566B8-8186-EEDA-1143-BA3A12A156D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1" name="Gruppieren 680">
            <a:extLst>
              <a:ext uri="{FF2B5EF4-FFF2-40B4-BE49-F238E27FC236}">
                <a16:creationId xmlns:a16="http://schemas.microsoft.com/office/drawing/2014/main" id="{98AD79A4-7EAD-EB6B-946E-6239AC25AF87}"/>
              </a:ext>
            </a:extLst>
          </p:cNvPr>
          <p:cNvGrpSpPr/>
          <p:nvPr/>
        </p:nvGrpSpPr>
        <p:grpSpPr>
          <a:xfrm rot="10800000">
            <a:off x="8219723" y="772086"/>
            <a:ext cx="433247" cy="720140"/>
            <a:chOff x="7462666" y="2009937"/>
            <a:chExt cx="433247" cy="720140"/>
          </a:xfrm>
        </p:grpSpPr>
        <p:sp>
          <p:nvSpPr>
            <p:cNvPr id="822" name="Rechteck 821">
              <a:extLst>
                <a:ext uri="{FF2B5EF4-FFF2-40B4-BE49-F238E27FC236}">
                  <a16:creationId xmlns:a16="http://schemas.microsoft.com/office/drawing/2014/main" id="{78C72803-FA32-434C-BF25-2D8F1F1C010B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3" name="Ellipse 822">
              <a:extLst>
                <a:ext uri="{FF2B5EF4-FFF2-40B4-BE49-F238E27FC236}">
                  <a16:creationId xmlns:a16="http://schemas.microsoft.com/office/drawing/2014/main" id="{47665C93-F800-8917-02BE-4B09B978D2B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24" name="Ellipse 823">
              <a:extLst>
                <a:ext uri="{FF2B5EF4-FFF2-40B4-BE49-F238E27FC236}">
                  <a16:creationId xmlns:a16="http://schemas.microsoft.com/office/drawing/2014/main" id="{4D8D4FB2-CBF0-4F64-F5D9-26FBFC56F294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5" name="Ellipse 824">
              <a:extLst>
                <a:ext uri="{FF2B5EF4-FFF2-40B4-BE49-F238E27FC236}">
                  <a16:creationId xmlns:a16="http://schemas.microsoft.com/office/drawing/2014/main" id="{4FF5282D-D080-E6F9-408A-106B3DC5A037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6" name="Ellipse 825">
              <a:extLst>
                <a:ext uri="{FF2B5EF4-FFF2-40B4-BE49-F238E27FC236}">
                  <a16:creationId xmlns:a16="http://schemas.microsoft.com/office/drawing/2014/main" id="{2F2EA6B7-5E7D-EF2F-5D5C-68088AB65BD9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7" name="Rechteck 826">
              <a:extLst>
                <a:ext uri="{FF2B5EF4-FFF2-40B4-BE49-F238E27FC236}">
                  <a16:creationId xmlns:a16="http://schemas.microsoft.com/office/drawing/2014/main" id="{8A26741A-2A75-34FF-11BD-30FFCF22E984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8" name="Rechteck 827">
              <a:extLst>
                <a:ext uri="{FF2B5EF4-FFF2-40B4-BE49-F238E27FC236}">
                  <a16:creationId xmlns:a16="http://schemas.microsoft.com/office/drawing/2014/main" id="{DF35F6BF-7E14-A3BD-AE20-18FDAAD2A14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29" name="Rechteck 828">
              <a:extLst>
                <a:ext uri="{FF2B5EF4-FFF2-40B4-BE49-F238E27FC236}">
                  <a16:creationId xmlns:a16="http://schemas.microsoft.com/office/drawing/2014/main" id="{972BBD64-DDB9-8EA8-9750-6F8DF77F4FEA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30" name="Rechteck 829">
              <a:extLst>
                <a:ext uri="{FF2B5EF4-FFF2-40B4-BE49-F238E27FC236}">
                  <a16:creationId xmlns:a16="http://schemas.microsoft.com/office/drawing/2014/main" id="{6A2C4D15-19B5-9E72-D196-A7AE33BA6DE0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2" name="Gruppieren 681">
            <a:extLst>
              <a:ext uri="{FF2B5EF4-FFF2-40B4-BE49-F238E27FC236}">
                <a16:creationId xmlns:a16="http://schemas.microsoft.com/office/drawing/2014/main" id="{6E3AB8D5-46D4-2A1A-0D40-CBF6EF9A74B5}"/>
              </a:ext>
            </a:extLst>
          </p:cNvPr>
          <p:cNvGrpSpPr/>
          <p:nvPr/>
        </p:nvGrpSpPr>
        <p:grpSpPr>
          <a:xfrm>
            <a:off x="5955259" y="3745326"/>
            <a:ext cx="433247" cy="720140"/>
            <a:chOff x="7462666" y="2009937"/>
            <a:chExt cx="433247" cy="720140"/>
          </a:xfrm>
        </p:grpSpPr>
        <p:sp>
          <p:nvSpPr>
            <p:cNvPr id="809" name="Rechteck 808">
              <a:extLst>
                <a:ext uri="{FF2B5EF4-FFF2-40B4-BE49-F238E27FC236}">
                  <a16:creationId xmlns:a16="http://schemas.microsoft.com/office/drawing/2014/main" id="{DBB9F50E-E2E8-E53C-CA46-B8531FB4DB81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0" name="Ellipse 809">
              <a:extLst>
                <a:ext uri="{FF2B5EF4-FFF2-40B4-BE49-F238E27FC236}">
                  <a16:creationId xmlns:a16="http://schemas.microsoft.com/office/drawing/2014/main" id="{1988189A-76F0-FFF8-9BFE-97BECB536144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1" name="Ellipse 810">
              <a:extLst>
                <a:ext uri="{FF2B5EF4-FFF2-40B4-BE49-F238E27FC236}">
                  <a16:creationId xmlns:a16="http://schemas.microsoft.com/office/drawing/2014/main" id="{7E84A4A1-1935-0189-0F22-0B6F7666BA3D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2" name="Ellipse 811">
              <a:extLst>
                <a:ext uri="{FF2B5EF4-FFF2-40B4-BE49-F238E27FC236}">
                  <a16:creationId xmlns:a16="http://schemas.microsoft.com/office/drawing/2014/main" id="{4B3E4C21-4642-9468-6ED6-8568725DD7D0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3" name="Ellipse 812">
              <a:extLst>
                <a:ext uri="{FF2B5EF4-FFF2-40B4-BE49-F238E27FC236}">
                  <a16:creationId xmlns:a16="http://schemas.microsoft.com/office/drawing/2014/main" id="{7B031DD3-A8DA-30DB-B039-810F2CF525F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4" name="Rechteck 813">
              <a:extLst>
                <a:ext uri="{FF2B5EF4-FFF2-40B4-BE49-F238E27FC236}">
                  <a16:creationId xmlns:a16="http://schemas.microsoft.com/office/drawing/2014/main" id="{43C8CABE-0C63-BFCA-E235-34328937F6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5" name="Rechteck 814">
              <a:extLst>
                <a:ext uri="{FF2B5EF4-FFF2-40B4-BE49-F238E27FC236}">
                  <a16:creationId xmlns:a16="http://schemas.microsoft.com/office/drawing/2014/main" id="{69C6C28A-7107-ADEB-8F51-813C7337B3EF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6" name="Rechteck 815">
              <a:extLst>
                <a:ext uri="{FF2B5EF4-FFF2-40B4-BE49-F238E27FC236}">
                  <a16:creationId xmlns:a16="http://schemas.microsoft.com/office/drawing/2014/main" id="{F2E58DB3-EB34-B7E9-7930-725AEF9D1BC2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17" name="Rechteck 816">
              <a:extLst>
                <a:ext uri="{FF2B5EF4-FFF2-40B4-BE49-F238E27FC236}">
                  <a16:creationId xmlns:a16="http://schemas.microsoft.com/office/drawing/2014/main" id="{4BD7F728-B620-28D4-5531-F343CB2D52D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18" name="Gerader Verbinder 817">
              <a:extLst>
                <a:ext uri="{FF2B5EF4-FFF2-40B4-BE49-F238E27FC236}">
                  <a16:creationId xmlns:a16="http://schemas.microsoft.com/office/drawing/2014/main" id="{0B5A7AF6-CFAE-C170-C545-F5711BA28744}"/>
                </a:ext>
              </a:extLst>
            </p:cNvPr>
            <p:cNvCxnSpPr>
              <a:cxnSpLocks/>
              <a:stCxn id="810" idx="3"/>
              <a:endCxn id="810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9" name="Gerader Verbinder 818">
              <a:extLst>
                <a:ext uri="{FF2B5EF4-FFF2-40B4-BE49-F238E27FC236}">
                  <a16:creationId xmlns:a16="http://schemas.microsoft.com/office/drawing/2014/main" id="{5FB6EAF1-1172-8770-C8BD-A253FB70FD8F}"/>
                </a:ext>
              </a:extLst>
            </p:cNvPr>
            <p:cNvCxnSpPr>
              <a:cxnSpLocks/>
              <a:stCxn id="811" idx="1"/>
              <a:endCxn id="811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0" name="Gerader Verbinder 819">
              <a:extLst>
                <a:ext uri="{FF2B5EF4-FFF2-40B4-BE49-F238E27FC236}">
                  <a16:creationId xmlns:a16="http://schemas.microsoft.com/office/drawing/2014/main" id="{0B68E4D3-2D96-017A-3D12-68AAE1420F79}"/>
                </a:ext>
              </a:extLst>
            </p:cNvPr>
            <p:cNvCxnSpPr>
              <a:cxnSpLocks/>
              <a:stCxn id="812" idx="2"/>
              <a:endCxn id="812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1" name="Gerader Verbinder 820">
              <a:extLst>
                <a:ext uri="{FF2B5EF4-FFF2-40B4-BE49-F238E27FC236}">
                  <a16:creationId xmlns:a16="http://schemas.microsoft.com/office/drawing/2014/main" id="{237EA6D4-2946-8BEC-6760-EDF7E4D25998}"/>
                </a:ext>
              </a:extLst>
            </p:cNvPr>
            <p:cNvCxnSpPr>
              <a:cxnSpLocks/>
              <a:stCxn id="813" idx="4"/>
              <a:endCxn id="813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3" name="Gruppieren 682">
            <a:extLst>
              <a:ext uri="{FF2B5EF4-FFF2-40B4-BE49-F238E27FC236}">
                <a16:creationId xmlns:a16="http://schemas.microsoft.com/office/drawing/2014/main" id="{52587D13-3E96-C670-9777-3C9709DEFB16}"/>
              </a:ext>
            </a:extLst>
          </p:cNvPr>
          <p:cNvGrpSpPr/>
          <p:nvPr/>
        </p:nvGrpSpPr>
        <p:grpSpPr>
          <a:xfrm>
            <a:off x="5955259" y="3358050"/>
            <a:ext cx="433247" cy="360620"/>
            <a:chOff x="8238632" y="1988930"/>
            <a:chExt cx="433247" cy="360620"/>
          </a:xfrm>
        </p:grpSpPr>
        <p:sp>
          <p:nvSpPr>
            <p:cNvPr id="804" name="Rechteck 803">
              <a:extLst>
                <a:ext uri="{FF2B5EF4-FFF2-40B4-BE49-F238E27FC236}">
                  <a16:creationId xmlns:a16="http://schemas.microsoft.com/office/drawing/2014/main" id="{A380E894-FCF2-2B63-41A2-4F7C9F6C60AF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5" name="Ellipse 804">
              <a:extLst>
                <a:ext uri="{FF2B5EF4-FFF2-40B4-BE49-F238E27FC236}">
                  <a16:creationId xmlns:a16="http://schemas.microsoft.com/office/drawing/2014/main" id="{B6015D17-DED9-146F-7B17-01FBF1913019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6" name="Ellipse 805">
              <a:extLst>
                <a:ext uri="{FF2B5EF4-FFF2-40B4-BE49-F238E27FC236}">
                  <a16:creationId xmlns:a16="http://schemas.microsoft.com/office/drawing/2014/main" id="{52848319-D7EE-5A9E-1850-A04360C04963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7" name="Rechteck 806">
              <a:extLst>
                <a:ext uri="{FF2B5EF4-FFF2-40B4-BE49-F238E27FC236}">
                  <a16:creationId xmlns:a16="http://schemas.microsoft.com/office/drawing/2014/main" id="{FC3081B4-FDB8-5F60-4181-A626D4B3944A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808" name="Rechteck 807">
              <a:extLst>
                <a:ext uri="{FF2B5EF4-FFF2-40B4-BE49-F238E27FC236}">
                  <a16:creationId xmlns:a16="http://schemas.microsoft.com/office/drawing/2014/main" id="{BBC33357-D6F5-386E-2350-0356B55BDB55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4" name="Gruppieren 683">
            <a:extLst>
              <a:ext uri="{FF2B5EF4-FFF2-40B4-BE49-F238E27FC236}">
                <a16:creationId xmlns:a16="http://schemas.microsoft.com/office/drawing/2014/main" id="{FBAC2700-E2B5-51D7-3729-9BABF3707F78}"/>
              </a:ext>
            </a:extLst>
          </p:cNvPr>
          <p:cNvGrpSpPr/>
          <p:nvPr/>
        </p:nvGrpSpPr>
        <p:grpSpPr>
          <a:xfrm>
            <a:off x="5955259" y="2611254"/>
            <a:ext cx="433247" cy="720140"/>
            <a:chOff x="7462666" y="2009937"/>
            <a:chExt cx="433247" cy="720140"/>
          </a:xfrm>
        </p:grpSpPr>
        <p:sp>
          <p:nvSpPr>
            <p:cNvPr id="791" name="Rechteck 790">
              <a:extLst>
                <a:ext uri="{FF2B5EF4-FFF2-40B4-BE49-F238E27FC236}">
                  <a16:creationId xmlns:a16="http://schemas.microsoft.com/office/drawing/2014/main" id="{10F40727-7EEE-91EC-CF06-546C4823E453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2" name="Ellipse 791">
              <a:extLst>
                <a:ext uri="{FF2B5EF4-FFF2-40B4-BE49-F238E27FC236}">
                  <a16:creationId xmlns:a16="http://schemas.microsoft.com/office/drawing/2014/main" id="{CAFA8BC6-CF95-99A7-5D0E-90EB6B1E6696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3" name="Ellipse 792">
              <a:extLst>
                <a:ext uri="{FF2B5EF4-FFF2-40B4-BE49-F238E27FC236}">
                  <a16:creationId xmlns:a16="http://schemas.microsoft.com/office/drawing/2014/main" id="{8A0E5A55-BB7E-FA3F-0291-FF4382625569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4" name="Ellipse 793">
              <a:extLst>
                <a:ext uri="{FF2B5EF4-FFF2-40B4-BE49-F238E27FC236}">
                  <a16:creationId xmlns:a16="http://schemas.microsoft.com/office/drawing/2014/main" id="{D4B64063-F75C-AB3B-C9DC-C8A752EFEAE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5" name="Ellipse 794">
              <a:extLst>
                <a:ext uri="{FF2B5EF4-FFF2-40B4-BE49-F238E27FC236}">
                  <a16:creationId xmlns:a16="http://schemas.microsoft.com/office/drawing/2014/main" id="{B5E51EA1-05F3-F0F5-16E1-FA5095855B74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6" name="Rechteck 795">
              <a:extLst>
                <a:ext uri="{FF2B5EF4-FFF2-40B4-BE49-F238E27FC236}">
                  <a16:creationId xmlns:a16="http://schemas.microsoft.com/office/drawing/2014/main" id="{B52BED49-B93B-2BD4-BC65-DC295A0870A6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7" name="Rechteck 796">
              <a:extLst>
                <a:ext uri="{FF2B5EF4-FFF2-40B4-BE49-F238E27FC236}">
                  <a16:creationId xmlns:a16="http://schemas.microsoft.com/office/drawing/2014/main" id="{CB306782-DE86-647B-F04F-141C4E0F7974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8" name="Rechteck 797">
              <a:extLst>
                <a:ext uri="{FF2B5EF4-FFF2-40B4-BE49-F238E27FC236}">
                  <a16:creationId xmlns:a16="http://schemas.microsoft.com/office/drawing/2014/main" id="{3130E526-FD50-3ACD-B668-AB8AC7B4A17E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99" name="Rechteck 798">
              <a:extLst>
                <a:ext uri="{FF2B5EF4-FFF2-40B4-BE49-F238E27FC236}">
                  <a16:creationId xmlns:a16="http://schemas.microsoft.com/office/drawing/2014/main" id="{B9F75E0F-5861-A122-B7AB-0B1D471A2872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800" name="Gerader Verbinder 799">
              <a:extLst>
                <a:ext uri="{FF2B5EF4-FFF2-40B4-BE49-F238E27FC236}">
                  <a16:creationId xmlns:a16="http://schemas.microsoft.com/office/drawing/2014/main" id="{53581D20-D771-715C-96E2-C6A89086413F}"/>
                </a:ext>
              </a:extLst>
            </p:cNvPr>
            <p:cNvCxnSpPr>
              <a:cxnSpLocks/>
              <a:stCxn id="792" idx="3"/>
              <a:endCxn id="792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1" name="Gerader Verbinder 800">
              <a:extLst>
                <a:ext uri="{FF2B5EF4-FFF2-40B4-BE49-F238E27FC236}">
                  <a16:creationId xmlns:a16="http://schemas.microsoft.com/office/drawing/2014/main" id="{667DE54B-9041-7E92-1AA3-F8B42C4F57DA}"/>
                </a:ext>
              </a:extLst>
            </p:cNvPr>
            <p:cNvCxnSpPr>
              <a:cxnSpLocks/>
              <a:stCxn id="793" idx="1"/>
              <a:endCxn id="793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2" name="Gerader Verbinder 801">
              <a:extLst>
                <a:ext uri="{FF2B5EF4-FFF2-40B4-BE49-F238E27FC236}">
                  <a16:creationId xmlns:a16="http://schemas.microsoft.com/office/drawing/2014/main" id="{1DA8F9C0-12D0-C1A2-3F7D-CE6D7900B0A0}"/>
                </a:ext>
              </a:extLst>
            </p:cNvPr>
            <p:cNvCxnSpPr>
              <a:cxnSpLocks/>
              <a:stCxn id="794" idx="2"/>
              <a:endCxn id="794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3" name="Gerader Verbinder 802">
              <a:extLst>
                <a:ext uri="{FF2B5EF4-FFF2-40B4-BE49-F238E27FC236}">
                  <a16:creationId xmlns:a16="http://schemas.microsoft.com/office/drawing/2014/main" id="{67BDF244-032F-141B-C2D5-99C4C50FD0CE}"/>
                </a:ext>
              </a:extLst>
            </p:cNvPr>
            <p:cNvCxnSpPr>
              <a:cxnSpLocks/>
              <a:stCxn id="795" idx="4"/>
              <a:endCxn id="795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5" name="Gruppieren 684">
            <a:extLst>
              <a:ext uri="{FF2B5EF4-FFF2-40B4-BE49-F238E27FC236}">
                <a16:creationId xmlns:a16="http://schemas.microsoft.com/office/drawing/2014/main" id="{FEF681CF-0707-9129-F97D-2E29B914C9AC}"/>
              </a:ext>
            </a:extLst>
          </p:cNvPr>
          <p:cNvGrpSpPr/>
          <p:nvPr/>
        </p:nvGrpSpPr>
        <p:grpSpPr>
          <a:xfrm>
            <a:off x="5955259" y="1863124"/>
            <a:ext cx="433247" cy="720140"/>
            <a:chOff x="7462666" y="2009937"/>
            <a:chExt cx="433247" cy="720140"/>
          </a:xfrm>
        </p:grpSpPr>
        <p:sp>
          <p:nvSpPr>
            <p:cNvPr id="778" name="Rechteck 777">
              <a:extLst>
                <a:ext uri="{FF2B5EF4-FFF2-40B4-BE49-F238E27FC236}">
                  <a16:creationId xmlns:a16="http://schemas.microsoft.com/office/drawing/2014/main" id="{634EF76B-424F-D2FA-2372-D972E803B7E0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9" name="Ellipse 778">
              <a:extLst>
                <a:ext uri="{FF2B5EF4-FFF2-40B4-BE49-F238E27FC236}">
                  <a16:creationId xmlns:a16="http://schemas.microsoft.com/office/drawing/2014/main" id="{5545005A-6798-9D5D-9C8A-69A090E20ACC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0" name="Ellipse 779">
              <a:extLst>
                <a:ext uri="{FF2B5EF4-FFF2-40B4-BE49-F238E27FC236}">
                  <a16:creationId xmlns:a16="http://schemas.microsoft.com/office/drawing/2014/main" id="{60E151F1-06FF-99A5-D6D6-D8D1CBC568F3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1" name="Ellipse 780">
              <a:extLst>
                <a:ext uri="{FF2B5EF4-FFF2-40B4-BE49-F238E27FC236}">
                  <a16:creationId xmlns:a16="http://schemas.microsoft.com/office/drawing/2014/main" id="{FA24085C-A3C4-B261-BA20-44AAF5BB519C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2" name="Ellipse 781">
              <a:extLst>
                <a:ext uri="{FF2B5EF4-FFF2-40B4-BE49-F238E27FC236}">
                  <a16:creationId xmlns:a16="http://schemas.microsoft.com/office/drawing/2014/main" id="{E31DF658-3941-A3F7-8BBB-0DDA2037A0B6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83" name="Rechteck 782">
              <a:extLst>
                <a:ext uri="{FF2B5EF4-FFF2-40B4-BE49-F238E27FC236}">
                  <a16:creationId xmlns:a16="http://schemas.microsoft.com/office/drawing/2014/main" id="{3A607112-A4A5-77A2-E447-4E99A705B5D9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4" name="Rechteck 783">
              <a:extLst>
                <a:ext uri="{FF2B5EF4-FFF2-40B4-BE49-F238E27FC236}">
                  <a16:creationId xmlns:a16="http://schemas.microsoft.com/office/drawing/2014/main" id="{5266BC06-0A57-E2C1-2F55-9DA50193A1D7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5" name="Rechteck 784">
              <a:extLst>
                <a:ext uri="{FF2B5EF4-FFF2-40B4-BE49-F238E27FC236}">
                  <a16:creationId xmlns:a16="http://schemas.microsoft.com/office/drawing/2014/main" id="{62DF29BE-54E3-9E16-1A80-5D6B4DC87E15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86" name="Rechteck 785">
              <a:extLst>
                <a:ext uri="{FF2B5EF4-FFF2-40B4-BE49-F238E27FC236}">
                  <a16:creationId xmlns:a16="http://schemas.microsoft.com/office/drawing/2014/main" id="{02729588-F8E7-BC64-478B-D25EB7DB1BBE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87" name="Gerader Verbinder 786">
              <a:extLst>
                <a:ext uri="{FF2B5EF4-FFF2-40B4-BE49-F238E27FC236}">
                  <a16:creationId xmlns:a16="http://schemas.microsoft.com/office/drawing/2014/main" id="{ABC08117-EE6C-3B2B-226A-D93CA287E2F6}"/>
                </a:ext>
              </a:extLst>
            </p:cNvPr>
            <p:cNvCxnSpPr>
              <a:cxnSpLocks/>
              <a:stCxn id="779" idx="3"/>
              <a:endCxn id="779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8" name="Gerader Verbinder 787">
              <a:extLst>
                <a:ext uri="{FF2B5EF4-FFF2-40B4-BE49-F238E27FC236}">
                  <a16:creationId xmlns:a16="http://schemas.microsoft.com/office/drawing/2014/main" id="{512E6335-4E42-AD06-01C9-33952A4A621E}"/>
                </a:ext>
              </a:extLst>
            </p:cNvPr>
            <p:cNvCxnSpPr>
              <a:cxnSpLocks/>
              <a:stCxn id="780" idx="1"/>
              <a:endCxn id="780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9" name="Gerader Verbinder 788">
              <a:extLst>
                <a:ext uri="{FF2B5EF4-FFF2-40B4-BE49-F238E27FC236}">
                  <a16:creationId xmlns:a16="http://schemas.microsoft.com/office/drawing/2014/main" id="{BAC99B99-8280-74A9-08CB-541F7E99657C}"/>
                </a:ext>
              </a:extLst>
            </p:cNvPr>
            <p:cNvCxnSpPr>
              <a:cxnSpLocks/>
              <a:stCxn id="781" idx="2"/>
              <a:endCxn id="781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Gerader Verbinder 789">
              <a:extLst>
                <a:ext uri="{FF2B5EF4-FFF2-40B4-BE49-F238E27FC236}">
                  <a16:creationId xmlns:a16="http://schemas.microsoft.com/office/drawing/2014/main" id="{FA6020BA-1A25-F5C3-45AC-95C40CED1A63}"/>
                </a:ext>
              </a:extLst>
            </p:cNvPr>
            <p:cNvCxnSpPr>
              <a:cxnSpLocks/>
              <a:stCxn id="782" idx="4"/>
              <a:endCxn id="782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6" name="Gruppieren 685">
            <a:extLst>
              <a:ext uri="{FF2B5EF4-FFF2-40B4-BE49-F238E27FC236}">
                <a16:creationId xmlns:a16="http://schemas.microsoft.com/office/drawing/2014/main" id="{1873DBCA-1BC7-E799-1722-ABBF4780F77D}"/>
              </a:ext>
            </a:extLst>
          </p:cNvPr>
          <p:cNvGrpSpPr/>
          <p:nvPr/>
        </p:nvGrpSpPr>
        <p:grpSpPr>
          <a:xfrm>
            <a:off x="5955259" y="1475848"/>
            <a:ext cx="433247" cy="360620"/>
            <a:chOff x="8238632" y="1988930"/>
            <a:chExt cx="433247" cy="360620"/>
          </a:xfrm>
        </p:grpSpPr>
        <p:sp>
          <p:nvSpPr>
            <p:cNvPr id="773" name="Rechteck 772">
              <a:extLst>
                <a:ext uri="{FF2B5EF4-FFF2-40B4-BE49-F238E27FC236}">
                  <a16:creationId xmlns:a16="http://schemas.microsoft.com/office/drawing/2014/main" id="{51FABF91-2DD3-62B6-24F5-CAD6714A4295}"/>
                </a:ext>
              </a:extLst>
            </p:cNvPr>
            <p:cNvSpPr/>
            <p:nvPr/>
          </p:nvSpPr>
          <p:spPr>
            <a:xfrm>
              <a:off x="8239879" y="1988930"/>
              <a:ext cx="432000" cy="36007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4" name="Ellipse 773">
              <a:extLst>
                <a:ext uri="{FF2B5EF4-FFF2-40B4-BE49-F238E27FC236}">
                  <a16:creationId xmlns:a16="http://schemas.microsoft.com/office/drawing/2014/main" id="{AF0AED45-3E29-07F7-4319-1601B4EC172C}"/>
                </a:ext>
              </a:extLst>
            </p:cNvPr>
            <p:cNvSpPr/>
            <p:nvPr/>
          </p:nvSpPr>
          <p:spPr>
            <a:xfrm>
              <a:off x="8425789" y="2007818"/>
              <a:ext cx="144000" cy="144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5" name="Ellipse 774">
              <a:extLst>
                <a:ext uri="{FF2B5EF4-FFF2-40B4-BE49-F238E27FC236}">
                  <a16:creationId xmlns:a16="http://schemas.microsoft.com/office/drawing/2014/main" id="{5267ADB3-79D0-44A5-48E4-6C1B02AE2F06}"/>
                </a:ext>
              </a:extLst>
            </p:cNvPr>
            <p:cNvSpPr/>
            <p:nvPr/>
          </p:nvSpPr>
          <p:spPr>
            <a:xfrm>
              <a:off x="8425789" y="218399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76" name="Rechteck 775">
              <a:extLst>
                <a:ext uri="{FF2B5EF4-FFF2-40B4-BE49-F238E27FC236}">
                  <a16:creationId xmlns:a16="http://schemas.microsoft.com/office/drawing/2014/main" id="{223FC132-2F89-537F-3F8C-B5C1465CC6E2}"/>
                </a:ext>
              </a:extLst>
            </p:cNvPr>
            <p:cNvSpPr/>
            <p:nvPr/>
          </p:nvSpPr>
          <p:spPr>
            <a:xfrm>
              <a:off x="8238632" y="198979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77" name="Rechteck 776">
              <a:extLst>
                <a:ext uri="{FF2B5EF4-FFF2-40B4-BE49-F238E27FC236}">
                  <a16:creationId xmlns:a16="http://schemas.microsoft.com/office/drawing/2014/main" id="{05430C59-010F-CAEB-7EBC-B1A0BC47D4F2}"/>
                </a:ext>
              </a:extLst>
            </p:cNvPr>
            <p:cNvSpPr/>
            <p:nvPr/>
          </p:nvSpPr>
          <p:spPr>
            <a:xfrm>
              <a:off x="8238632" y="2169550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grpSp>
        <p:nvGrpSpPr>
          <p:cNvPr id="687" name="Gruppieren 686">
            <a:extLst>
              <a:ext uri="{FF2B5EF4-FFF2-40B4-BE49-F238E27FC236}">
                <a16:creationId xmlns:a16="http://schemas.microsoft.com/office/drawing/2014/main" id="{F557A211-FAFB-1247-CFC4-B56854E5288E}"/>
              </a:ext>
            </a:extLst>
          </p:cNvPr>
          <p:cNvGrpSpPr/>
          <p:nvPr/>
        </p:nvGrpSpPr>
        <p:grpSpPr>
          <a:xfrm>
            <a:off x="5955259" y="729052"/>
            <a:ext cx="433247" cy="720140"/>
            <a:chOff x="7462666" y="2009937"/>
            <a:chExt cx="433247" cy="720140"/>
          </a:xfrm>
        </p:grpSpPr>
        <p:sp>
          <p:nvSpPr>
            <p:cNvPr id="760" name="Rechteck 759">
              <a:extLst>
                <a:ext uri="{FF2B5EF4-FFF2-40B4-BE49-F238E27FC236}">
                  <a16:creationId xmlns:a16="http://schemas.microsoft.com/office/drawing/2014/main" id="{737CC4ED-A8E4-E073-A70F-1AE1FB7E461E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1" name="Ellipse 760">
              <a:extLst>
                <a:ext uri="{FF2B5EF4-FFF2-40B4-BE49-F238E27FC236}">
                  <a16:creationId xmlns:a16="http://schemas.microsoft.com/office/drawing/2014/main" id="{9791C1D0-656C-AB39-E102-A64A863B4108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2" name="Ellipse 761">
              <a:extLst>
                <a:ext uri="{FF2B5EF4-FFF2-40B4-BE49-F238E27FC236}">
                  <a16:creationId xmlns:a16="http://schemas.microsoft.com/office/drawing/2014/main" id="{BE2CCCCD-587A-4FB3-4B32-004F11FABAB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3" name="Ellipse 762">
              <a:extLst>
                <a:ext uri="{FF2B5EF4-FFF2-40B4-BE49-F238E27FC236}">
                  <a16:creationId xmlns:a16="http://schemas.microsoft.com/office/drawing/2014/main" id="{6B12FC44-71D7-2E5A-ED50-3736DA7CB153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4" name="Ellipse 763">
              <a:extLst>
                <a:ext uri="{FF2B5EF4-FFF2-40B4-BE49-F238E27FC236}">
                  <a16:creationId xmlns:a16="http://schemas.microsoft.com/office/drawing/2014/main" id="{9D1110CB-F0F9-289D-2BA8-5BB4FE6CE120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65" name="Rechteck 764">
              <a:extLst>
                <a:ext uri="{FF2B5EF4-FFF2-40B4-BE49-F238E27FC236}">
                  <a16:creationId xmlns:a16="http://schemas.microsoft.com/office/drawing/2014/main" id="{F17BF480-5830-74EB-F5BD-3A058FB1EA3F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6" name="Rechteck 765">
              <a:extLst>
                <a:ext uri="{FF2B5EF4-FFF2-40B4-BE49-F238E27FC236}">
                  <a16:creationId xmlns:a16="http://schemas.microsoft.com/office/drawing/2014/main" id="{BB7EBA07-421C-658A-BCBA-A6808058DD89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7" name="Rechteck 766">
              <a:extLst>
                <a:ext uri="{FF2B5EF4-FFF2-40B4-BE49-F238E27FC236}">
                  <a16:creationId xmlns:a16="http://schemas.microsoft.com/office/drawing/2014/main" id="{1208B440-11A8-2C10-6775-D485A9913207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68" name="Rechteck 767">
              <a:extLst>
                <a:ext uri="{FF2B5EF4-FFF2-40B4-BE49-F238E27FC236}">
                  <a16:creationId xmlns:a16="http://schemas.microsoft.com/office/drawing/2014/main" id="{D79E03DD-5424-DC43-5B8A-88CF22C5D808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69" name="Gerader Verbinder 768">
              <a:extLst>
                <a:ext uri="{FF2B5EF4-FFF2-40B4-BE49-F238E27FC236}">
                  <a16:creationId xmlns:a16="http://schemas.microsoft.com/office/drawing/2014/main" id="{0E43CE6D-E1EA-2C6C-ACE0-D7449F7C0AF8}"/>
                </a:ext>
              </a:extLst>
            </p:cNvPr>
            <p:cNvCxnSpPr>
              <a:cxnSpLocks/>
              <a:stCxn id="761" idx="3"/>
              <a:endCxn id="76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Gerader Verbinder 769">
              <a:extLst>
                <a:ext uri="{FF2B5EF4-FFF2-40B4-BE49-F238E27FC236}">
                  <a16:creationId xmlns:a16="http://schemas.microsoft.com/office/drawing/2014/main" id="{10442B64-2D5A-EBE1-3A16-438DAEE208BC}"/>
                </a:ext>
              </a:extLst>
            </p:cNvPr>
            <p:cNvCxnSpPr>
              <a:cxnSpLocks/>
              <a:stCxn id="762" idx="1"/>
              <a:endCxn id="76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1" name="Gerader Verbinder 770">
              <a:extLst>
                <a:ext uri="{FF2B5EF4-FFF2-40B4-BE49-F238E27FC236}">
                  <a16:creationId xmlns:a16="http://schemas.microsoft.com/office/drawing/2014/main" id="{5728B37B-3567-27EA-76B9-B17EC45B3485}"/>
                </a:ext>
              </a:extLst>
            </p:cNvPr>
            <p:cNvCxnSpPr>
              <a:cxnSpLocks/>
              <a:stCxn id="763" idx="2"/>
              <a:endCxn id="76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2" name="Gerader Verbinder 771">
              <a:extLst>
                <a:ext uri="{FF2B5EF4-FFF2-40B4-BE49-F238E27FC236}">
                  <a16:creationId xmlns:a16="http://schemas.microsoft.com/office/drawing/2014/main" id="{07B784B5-114B-51EC-E38E-CCA016A88325}"/>
                </a:ext>
              </a:extLst>
            </p:cNvPr>
            <p:cNvCxnSpPr>
              <a:cxnSpLocks/>
              <a:stCxn id="764" idx="4"/>
              <a:endCxn id="76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9" name="Rechteck: abgerundete Ecken 688">
            <a:extLst>
              <a:ext uri="{FF2B5EF4-FFF2-40B4-BE49-F238E27FC236}">
                <a16:creationId xmlns:a16="http://schemas.microsoft.com/office/drawing/2014/main" id="{E2BEC1EB-DA29-CCAB-C62A-C18CF79A90C4}"/>
              </a:ext>
            </a:extLst>
          </p:cNvPr>
          <p:cNvSpPr/>
          <p:nvPr/>
        </p:nvSpPr>
        <p:spPr>
          <a:xfrm>
            <a:off x="7558755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0" name="Rechteck: abgerundete Ecken 689">
            <a:extLst>
              <a:ext uri="{FF2B5EF4-FFF2-40B4-BE49-F238E27FC236}">
                <a16:creationId xmlns:a16="http://schemas.microsoft.com/office/drawing/2014/main" id="{17F37042-02B6-4C75-D27F-2C48BC47EB28}"/>
              </a:ext>
            </a:extLst>
          </p:cNvPr>
          <p:cNvSpPr/>
          <p:nvPr/>
        </p:nvSpPr>
        <p:spPr>
          <a:xfrm>
            <a:off x="7373410" y="3213225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1" name="Rechteck: abgerundete Ecken 690">
            <a:extLst>
              <a:ext uri="{FF2B5EF4-FFF2-40B4-BE49-F238E27FC236}">
                <a16:creationId xmlns:a16="http://schemas.microsoft.com/office/drawing/2014/main" id="{2C7176B6-951A-F593-4EC7-67601E8A1735}"/>
              </a:ext>
            </a:extLst>
          </p:cNvPr>
          <p:cNvSpPr/>
          <p:nvPr/>
        </p:nvSpPr>
        <p:spPr>
          <a:xfrm>
            <a:off x="7188065" y="3216303"/>
            <a:ext cx="90000" cy="162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2" name="Textfeld 691">
            <a:extLst>
              <a:ext uri="{FF2B5EF4-FFF2-40B4-BE49-F238E27FC236}">
                <a16:creationId xmlns:a16="http://schemas.microsoft.com/office/drawing/2014/main" id="{A142DAE1-F725-DB21-1FF5-AECDC977CC67}"/>
              </a:ext>
            </a:extLst>
          </p:cNvPr>
          <p:cNvSpPr txBox="1"/>
          <p:nvPr/>
        </p:nvSpPr>
        <p:spPr>
          <a:xfrm>
            <a:off x="8605463" y="3705117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3" name="Textfeld 692">
            <a:extLst>
              <a:ext uri="{FF2B5EF4-FFF2-40B4-BE49-F238E27FC236}">
                <a16:creationId xmlns:a16="http://schemas.microsoft.com/office/drawing/2014/main" id="{07609480-8783-CEF6-0586-2AC51F428053}"/>
              </a:ext>
            </a:extLst>
          </p:cNvPr>
          <p:cNvSpPr txBox="1"/>
          <p:nvPr/>
        </p:nvSpPr>
        <p:spPr>
          <a:xfrm>
            <a:off x="8608708" y="4057834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RS485A</a:t>
            </a:r>
          </a:p>
        </p:txBody>
      </p:sp>
      <p:sp>
        <p:nvSpPr>
          <p:cNvPr id="694" name="Textfeld 693">
            <a:extLst>
              <a:ext uri="{FF2B5EF4-FFF2-40B4-BE49-F238E27FC236}">
                <a16:creationId xmlns:a16="http://schemas.microsoft.com/office/drawing/2014/main" id="{0BBE3E73-7FA1-E60F-79C0-62C6C842336A}"/>
              </a:ext>
            </a:extLst>
          </p:cNvPr>
          <p:cNvSpPr txBox="1"/>
          <p:nvPr/>
        </p:nvSpPr>
        <p:spPr>
          <a:xfrm>
            <a:off x="8610282" y="3884725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5" name="Textfeld 694">
            <a:extLst>
              <a:ext uri="{FF2B5EF4-FFF2-40B4-BE49-F238E27FC236}">
                <a16:creationId xmlns:a16="http://schemas.microsoft.com/office/drawing/2014/main" id="{381C2CC8-43D1-4AD8-0D00-FFAF957D9D3E}"/>
              </a:ext>
            </a:extLst>
          </p:cNvPr>
          <p:cNvSpPr txBox="1"/>
          <p:nvPr/>
        </p:nvSpPr>
        <p:spPr>
          <a:xfrm>
            <a:off x="8613546" y="4237442"/>
            <a:ext cx="661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RS485B</a:t>
            </a:r>
          </a:p>
        </p:txBody>
      </p:sp>
      <p:sp>
        <p:nvSpPr>
          <p:cNvPr id="696" name="Textfeld 695">
            <a:extLst>
              <a:ext uri="{FF2B5EF4-FFF2-40B4-BE49-F238E27FC236}">
                <a16:creationId xmlns:a16="http://schemas.microsoft.com/office/drawing/2014/main" id="{CD576A29-92E6-B746-10A5-57A751A7F69A}"/>
              </a:ext>
            </a:extLst>
          </p:cNvPr>
          <p:cNvSpPr txBox="1"/>
          <p:nvPr/>
        </p:nvSpPr>
        <p:spPr>
          <a:xfrm>
            <a:off x="8616612" y="715433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A1</a:t>
            </a:r>
          </a:p>
        </p:txBody>
      </p:sp>
      <p:sp>
        <p:nvSpPr>
          <p:cNvPr id="697" name="Textfeld 696">
            <a:extLst>
              <a:ext uri="{FF2B5EF4-FFF2-40B4-BE49-F238E27FC236}">
                <a16:creationId xmlns:a16="http://schemas.microsoft.com/office/drawing/2014/main" id="{04383733-4D21-B5AD-5E2E-EA1254114F75}"/>
              </a:ext>
            </a:extLst>
          </p:cNvPr>
          <p:cNvSpPr txBox="1"/>
          <p:nvPr/>
        </p:nvSpPr>
        <p:spPr>
          <a:xfrm>
            <a:off x="8611540" y="89216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698" name="Textfeld 697">
            <a:extLst>
              <a:ext uri="{FF2B5EF4-FFF2-40B4-BE49-F238E27FC236}">
                <a16:creationId xmlns:a16="http://schemas.microsoft.com/office/drawing/2014/main" id="{0D248EC1-CD1D-4B27-DEB1-09922C60E856}"/>
              </a:ext>
            </a:extLst>
          </p:cNvPr>
          <p:cNvSpPr txBox="1"/>
          <p:nvPr/>
        </p:nvSpPr>
        <p:spPr>
          <a:xfrm>
            <a:off x="8613984" y="1068617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A2</a:t>
            </a:r>
          </a:p>
        </p:txBody>
      </p:sp>
      <p:sp>
        <p:nvSpPr>
          <p:cNvPr id="699" name="Textfeld 698">
            <a:extLst>
              <a:ext uri="{FF2B5EF4-FFF2-40B4-BE49-F238E27FC236}">
                <a16:creationId xmlns:a16="http://schemas.microsoft.com/office/drawing/2014/main" id="{48CD5505-F934-C901-E303-9248C321821B}"/>
              </a:ext>
            </a:extLst>
          </p:cNvPr>
          <p:cNvSpPr txBox="1"/>
          <p:nvPr/>
        </p:nvSpPr>
        <p:spPr>
          <a:xfrm>
            <a:off x="8608912" y="1251441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0" name="Textfeld 699">
            <a:extLst>
              <a:ext uri="{FF2B5EF4-FFF2-40B4-BE49-F238E27FC236}">
                <a16:creationId xmlns:a16="http://schemas.microsoft.com/office/drawing/2014/main" id="{D1C4E9FE-3AA2-3820-8974-53DC31703DA9}"/>
              </a:ext>
            </a:extLst>
          </p:cNvPr>
          <p:cNvSpPr txBox="1"/>
          <p:nvPr/>
        </p:nvSpPr>
        <p:spPr>
          <a:xfrm>
            <a:off x="8624190" y="1475870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A3</a:t>
            </a:r>
          </a:p>
        </p:txBody>
      </p:sp>
      <p:sp>
        <p:nvSpPr>
          <p:cNvPr id="701" name="Textfeld 700">
            <a:extLst>
              <a:ext uri="{FF2B5EF4-FFF2-40B4-BE49-F238E27FC236}">
                <a16:creationId xmlns:a16="http://schemas.microsoft.com/office/drawing/2014/main" id="{C4781870-43C1-EA32-D636-26168DAC47CE}"/>
              </a:ext>
            </a:extLst>
          </p:cNvPr>
          <p:cNvSpPr txBox="1"/>
          <p:nvPr/>
        </p:nvSpPr>
        <p:spPr>
          <a:xfrm>
            <a:off x="8619118" y="165259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2" name="Textfeld 701">
            <a:extLst>
              <a:ext uri="{FF2B5EF4-FFF2-40B4-BE49-F238E27FC236}">
                <a16:creationId xmlns:a16="http://schemas.microsoft.com/office/drawing/2014/main" id="{AF95A92B-3FC2-573A-6112-38E7A8235173}"/>
              </a:ext>
            </a:extLst>
          </p:cNvPr>
          <p:cNvSpPr txBox="1"/>
          <p:nvPr/>
        </p:nvSpPr>
        <p:spPr>
          <a:xfrm>
            <a:off x="8621562" y="1829054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A4</a:t>
            </a:r>
          </a:p>
        </p:txBody>
      </p:sp>
      <p:sp>
        <p:nvSpPr>
          <p:cNvPr id="703" name="Textfeld 702">
            <a:extLst>
              <a:ext uri="{FF2B5EF4-FFF2-40B4-BE49-F238E27FC236}">
                <a16:creationId xmlns:a16="http://schemas.microsoft.com/office/drawing/2014/main" id="{2C6EAD7B-3D95-7E02-124A-A8A0439D1E58}"/>
              </a:ext>
            </a:extLst>
          </p:cNvPr>
          <p:cNvSpPr txBox="1"/>
          <p:nvPr/>
        </p:nvSpPr>
        <p:spPr>
          <a:xfrm>
            <a:off x="8616490" y="2011878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4" name="Textfeld 703">
            <a:extLst>
              <a:ext uri="{FF2B5EF4-FFF2-40B4-BE49-F238E27FC236}">
                <a16:creationId xmlns:a16="http://schemas.microsoft.com/office/drawing/2014/main" id="{4FD1B9D0-5CED-3C31-10BE-6720B176B007}"/>
              </a:ext>
            </a:extLst>
          </p:cNvPr>
          <p:cNvSpPr txBox="1"/>
          <p:nvPr/>
        </p:nvSpPr>
        <p:spPr>
          <a:xfrm>
            <a:off x="8635147" y="2217665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A5</a:t>
            </a:r>
          </a:p>
        </p:txBody>
      </p:sp>
      <p:sp>
        <p:nvSpPr>
          <p:cNvPr id="705" name="Textfeld 704">
            <a:extLst>
              <a:ext uri="{FF2B5EF4-FFF2-40B4-BE49-F238E27FC236}">
                <a16:creationId xmlns:a16="http://schemas.microsoft.com/office/drawing/2014/main" id="{8A345A64-3E08-6205-DFBA-D869E91828DB}"/>
              </a:ext>
            </a:extLst>
          </p:cNvPr>
          <p:cNvSpPr txBox="1"/>
          <p:nvPr/>
        </p:nvSpPr>
        <p:spPr>
          <a:xfrm>
            <a:off x="8630075" y="239439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6" name="Textfeld 705">
            <a:extLst>
              <a:ext uri="{FF2B5EF4-FFF2-40B4-BE49-F238E27FC236}">
                <a16:creationId xmlns:a16="http://schemas.microsoft.com/office/drawing/2014/main" id="{38A237EE-8989-511E-E94B-6BB1178B4F0B}"/>
              </a:ext>
            </a:extLst>
          </p:cNvPr>
          <p:cNvSpPr txBox="1"/>
          <p:nvPr/>
        </p:nvSpPr>
        <p:spPr>
          <a:xfrm>
            <a:off x="8632519" y="257084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A6</a:t>
            </a:r>
          </a:p>
        </p:txBody>
      </p:sp>
      <p:sp>
        <p:nvSpPr>
          <p:cNvPr id="707" name="Textfeld 706">
            <a:extLst>
              <a:ext uri="{FF2B5EF4-FFF2-40B4-BE49-F238E27FC236}">
                <a16:creationId xmlns:a16="http://schemas.microsoft.com/office/drawing/2014/main" id="{B148CDB2-0EDB-2296-2E97-377963AE3EC3}"/>
              </a:ext>
            </a:extLst>
          </p:cNvPr>
          <p:cNvSpPr txBox="1"/>
          <p:nvPr/>
        </p:nvSpPr>
        <p:spPr>
          <a:xfrm>
            <a:off x="8627447" y="2753673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08" name="Textfeld 707">
            <a:extLst>
              <a:ext uri="{FF2B5EF4-FFF2-40B4-BE49-F238E27FC236}">
                <a16:creationId xmlns:a16="http://schemas.microsoft.com/office/drawing/2014/main" id="{1AF4542B-148E-EFCB-51AC-48C9FDAC6B10}"/>
              </a:ext>
            </a:extLst>
          </p:cNvPr>
          <p:cNvSpPr txBox="1"/>
          <p:nvPr/>
        </p:nvSpPr>
        <p:spPr>
          <a:xfrm>
            <a:off x="8639880" y="2956278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A7</a:t>
            </a:r>
          </a:p>
        </p:txBody>
      </p:sp>
      <p:sp>
        <p:nvSpPr>
          <p:cNvPr id="709" name="Textfeld 708">
            <a:extLst>
              <a:ext uri="{FF2B5EF4-FFF2-40B4-BE49-F238E27FC236}">
                <a16:creationId xmlns:a16="http://schemas.microsoft.com/office/drawing/2014/main" id="{698678D6-B404-067C-7EB5-402E949F04D1}"/>
              </a:ext>
            </a:extLst>
          </p:cNvPr>
          <p:cNvSpPr txBox="1"/>
          <p:nvPr/>
        </p:nvSpPr>
        <p:spPr>
          <a:xfrm>
            <a:off x="8634808" y="313300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0" name="Textfeld 709">
            <a:extLst>
              <a:ext uri="{FF2B5EF4-FFF2-40B4-BE49-F238E27FC236}">
                <a16:creationId xmlns:a16="http://schemas.microsoft.com/office/drawing/2014/main" id="{29366288-A461-72FB-BAB6-9CF63A294684}"/>
              </a:ext>
            </a:extLst>
          </p:cNvPr>
          <p:cNvSpPr txBox="1"/>
          <p:nvPr/>
        </p:nvSpPr>
        <p:spPr>
          <a:xfrm>
            <a:off x="8637252" y="3309462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A8</a:t>
            </a:r>
          </a:p>
        </p:txBody>
      </p:sp>
      <p:sp>
        <p:nvSpPr>
          <p:cNvPr id="711" name="Textfeld 710">
            <a:extLst>
              <a:ext uri="{FF2B5EF4-FFF2-40B4-BE49-F238E27FC236}">
                <a16:creationId xmlns:a16="http://schemas.microsoft.com/office/drawing/2014/main" id="{0D31AB56-D894-3B35-5813-C6A015DDB68F}"/>
              </a:ext>
            </a:extLst>
          </p:cNvPr>
          <p:cNvSpPr txBox="1"/>
          <p:nvPr/>
        </p:nvSpPr>
        <p:spPr>
          <a:xfrm>
            <a:off x="8632180" y="3492286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GND</a:t>
            </a:r>
          </a:p>
        </p:txBody>
      </p:sp>
      <p:sp>
        <p:nvSpPr>
          <p:cNvPr id="712" name="Textfeld 711">
            <a:extLst>
              <a:ext uri="{FF2B5EF4-FFF2-40B4-BE49-F238E27FC236}">
                <a16:creationId xmlns:a16="http://schemas.microsoft.com/office/drawing/2014/main" id="{E474837A-5253-DFC8-F985-D69FD318D0A6}"/>
              </a:ext>
            </a:extLst>
          </p:cNvPr>
          <p:cNvSpPr txBox="1"/>
          <p:nvPr/>
        </p:nvSpPr>
        <p:spPr>
          <a:xfrm>
            <a:off x="5518430" y="3321052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4" name="Textfeld 713">
            <a:extLst>
              <a:ext uri="{FF2B5EF4-FFF2-40B4-BE49-F238E27FC236}">
                <a16:creationId xmlns:a16="http://schemas.microsoft.com/office/drawing/2014/main" id="{E8DCEF60-D90B-BA7C-BB1C-3259BA9BA676}"/>
              </a:ext>
            </a:extLst>
          </p:cNvPr>
          <p:cNvSpPr txBox="1"/>
          <p:nvPr/>
        </p:nvSpPr>
        <p:spPr>
          <a:xfrm>
            <a:off x="5516235" y="1438918"/>
            <a:ext cx="4764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GND</a:t>
            </a:r>
          </a:p>
        </p:txBody>
      </p:sp>
      <p:sp>
        <p:nvSpPr>
          <p:cNvPr id="716" name="Textfeld 715">
            <a:extLst>
              <a:ext uri="{FF2B5EF4-FFF2-40B4-BE49-F238E27FC236}">
                <a16:creationId xmlns:a16="http://schemas.microsoft.com/office/drawing/2014/main" id="{13555CFC-187F-3C88-DFED-5B8ADD14D8D1}"/>
              </a:ext>
            </a:extLst>
          </p:cNvPr>
          <p:cNvSpPr txBox="1"/>
          <p:nvPr/>
        </p:nvSpPr>
        <p:spPr>
          <a:xfrm>
            <a:off x="5605710" y="371078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7" name="Textfeld 716">
            <a:extLst>
              <a:ext uri="{FF2B5EF4-FFF2-40B4-BE49-F238E27FC236}">
                <a16:creationId xmlns:a16="http://schemas.microsoft.com/office/drawing/2014/main" id="{1617052D-DC10-4709-64F1-2BA971AC38B0}"/>
              </a:ext>
            </a:extLst>
          </p:cNvPr>
          <p:cNvSpPr txBox="1"/>
          <p:nvPr/>
        </p:nvSpPr>
        <p:spPr>
          <a:xfrm>
            <a:off x="5605710" y="388751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M7</a:t>
            </a:r>
          </a:p>
        </p:txBody>
      </p:sp>
      <p:sp>
        <p:nvSpPr>
          <p:cNvPr id="718" name="Textfeld 717">
            <a:extLst>
              <a:ext uri="{FF2B5EF4-FFF2-40B4-BE49-F238E27FC236}">
                <a16:creationId xmlns:a16="http://schemas.microsoft.com/office/drawing/2014/main" id="{580D419A-ECA6-A2CC-C1FB-CB8DBCB52963}"/>
              </a:ext>
            </a:extLst>
          </p:cNvPr>
          <p:cNvSpPr txBox="1"/>
          <p:nvPr/>
        </p:nvSpPr>
        <p:spPr>
          <a:xfrm>
            <a:off x="5605710" y="40639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19" name="Textfeld 718">
            <a:extLst>
              <a:ext uri="{FF2B5EF4-FFF2-40B4-BE49-F238E27FC236}">
                <a16:creationId xmlns:a16="http://schemas.microsoft.com/office/drawing/2014/main" id="{C5E6431D-9F17-C269-8AB1-57CEC420EEB6}"/>
              </a:ext>
            </a:extLst>
          </p:cNvPr>
          <p:cNvSpPr txBox="1"/>
          <p:nvPr/>
        </p:nvSpPr>
        <p:spPr>
          <a:xfrm>
            <a:off x="5605710" y="424679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M8</a:t>
            </a:r>
          </a:p>
        </p:txBody>
      </p:sp>
      <p:sp>
        <p:nvSpPr>
          <p:cNvPr id="720" name="Textfeld 719">
            <a:extLst>
              <a:ext uri="{FF2B5EF4-FFF2-40B4-BE49-F238E27FC236}">
                <a16:creationId xmlns:a16="http://schemas.microsoft.com/office/drawing/2014/main" id="{E441E2D2-BFEA-560E-8054-4D739B666306}"/>
              </a:ext>
            </a:extLst>
          </p:cNvPr>
          <p:cNvSpPr txBox="1"/>
          <p:nvPr/>
        </p:nvSpPr>
        <p:spPr>
          <a:xfrm>
            <a:off x="5602703" y="255806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1" name="Textfeld 720">
            <a:extLst>
              <a:ext uri="{FF2B5EF4-FFF2-40B4-BE49-F238E27FC236}">
                <a16:creationId xmlns:a16="http://schemas.microsoft.com/office/drawing/2014/main" id="{944B25A3-DEF9-3974-3029-110D33C35AAC}"/>
              </a:ext>
            </a:extLst>
          </p:cNvPr>
          <p:cNvSpPr txBox="1"/>
          <p:nvPr/>
        </p:nvSpPr>
        <p:spPr>
          <a:xfrm>
            <a:off x="5602703" y="273479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M5</a:t>
            </a:r>
          </a:p>
        </p:txBody>
      </p:sp>
      <p:sp>
        <p:nvSpPr>
          <p:cNvPr id="722" name="Textfeld 721">
            <a:extLst>
              <a:ext uri="{FF2B5EF4-FFF2-40B4-BE49-F238E27FC236}">
                <a16:creationId xmlns:a16="http://schemas.microsoft.com/office/drawing/2014/main" id="{3254F0BB-3D74-6D4A-4965-4DEACA6CF986}"/>
              </a:ext>
            </a:extLst>
          </p:cNvPr>
          <p:cNvSpPr txBox="1"/>
          <p:nvPr/>
        </p:nvSpPr>
        <p:spPr>
          <a:xfrm>
            <a:off x="5602703" y="29112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3" name="Textfeld 722">
            <a:extLst>
              <a:ext uri="{FF2B5EF4-FFF2-40B4-BE49-F238E27FC236}">
                <a16:creationId xmlns:a16="http://schemas.microsoft.com/office/drawing/2014/main" id="{3C6EF991-6B1A-9FB0-302C-CBAAC40E9766}"/>
              </a:ext>
            </a:extLst>
          </p:cNvPr>
          <p:cNvSpPr txBox="1"/>
          <p:nvPr/>
        </p:nvSpPr>
        <p:spPr>
          <a:xfrm>
            <a:off x="5602703" y="309407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M6</a:t>
            </a:r>
          </a:p>
        </p:txBody>
      </p:sp>
      <p:sp>
        <p:nvSpPr>
          <p:cNvPr id="724" name="Textfeld 723">
            <a:extLst>
              <a:ext uri="{FF2B5EF4-FFF2-40B4-BE49-F238E27FC236}">
                <a16:creationId xmlns:a16="http://schemas.microsoft.com/office/drawing/2014/main" id="{A6285F27-37C0-400F-8D61-30888C83B8D4}"/>
              </a:ext>
            </a:extLst>
          </p:cNvPr>
          <p:cNvSpPr txBox="1"/>
          <p:nvPr/>
        </p:nvSpPr>
        <p:spPr>
          <a:xfrm>
            <a:off x="5597871" y="1806824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5" name="Textfeld 724">
            <a:extLst>
              <a:ext uri="{FF2B5EF4-FFF2-40B4-BE49-F238E27FC236}">
                <a16:creationId xmlns:a16="http://schemas.microsoft.com/office/drawing/2014/main" id="{7CE538DB-250D-85BE-1F61-941779529B01}"/>
              </a:ext>
            </a:extLst>
          </p:cNvPr>
          <p:cNvSpPr txBox="1"/>
          <p:nvPr/>
        </p:nvSpPr>
        <p:spPr>
          <a:xfrm>
            <a:off x="5597871" y="198355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M3</a:t>
            </a:r>
          </a:p>
        </p:txBody>
      </p:sp>
      <p:sp>
        <p:nvSpPr>
          <p:cNvPr id="726" name="Textfeld 725">
            <a:extLst>
              <a:ext uri="{FF2B5EF4-FFF2-40B4-BE49-F238E27FC236}">
                <a16:creationId xmlns:a16="http://schemas.microsoft.com/office/drawing/2014/main" id="{670549F4-88A1-F08D-027A-4A54443FE88A}"/>
              </a:ext>
            </a:extLst>
          </p:cNvPr>
          <p:cNvSpPr txBox="1"/>
          <p:nvPr/>
        </p:nvSpPr>
        <p:spPr>
          <a:xfrm>
            <a:off x="5597871" y="2160008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7" name="Textfeld 726">
            <a:extLst>
              <a:ext uri="{FF2B5EF4-FFF2-40B4-BE49-F238E27FC236}">
                <a16:creationId xmlns:a16="http://schemas.microsoft.com/office/drawing/2014/main" id="{DAE43D01-F26B-1255-57E6-778E928374E2}"/>
              </a:ext>
            </a:extLst>
          </p:cNvPr>
          <p:cNvSpPr txBox="1"/>
          <p:nvPr/>
        </p:nvSpPr>
        <p:spPr>
          <a:xfrm>
            <a:off x="5597871" y="234283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M4</a:t>
            </a:r>
          </a:p>
        </p:txBody>
      </p:sp>
      <p:sp>
        <p:nvSpPr>
          <p:cNvPr id="728" name="Textfeld 727">
            <a:extLst>
              <a:ext uri="{FF2B5EF4-FFF2-40B4-BE49-F238E27FC236}">
                <a16:creationId xmlns:a16="http://schemas.microsoft.com/office/drawing/2014/main" id="{1E509D39-B6BF-6C92-48D3-0F014B87F785}"/>
              </a:ext>
            </a:extLst>
          </p:cNvPr>
          <p:cNvSpPr txBox="1"/>
          <p:nvPr/>
        </p:nvSpPr>
        <p:spPr>
          <a:xfrm>
            <a:off x="5597221" y="674822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29" name="Textfeld 728">
            <a:extLst>
              <a:ext uri="{FF2B5EF4-FFF2-40B4-BE49-F238E27FC236}">
                <a16:creationId xmlns:a16="http://schemas.microsoft.com/office/drawing/2014/main" id="{0FB19AEF-494B-5E0B-327C-F76E47CAE0C4}"/>
              </a:ext>
            </a:extLst>
          </p:cNvPr>
          <p:cNvSpPr txBox="1"/>
          <p:nvPr/>
        </p:nvSpPr>
        <p:spPr>
          <a:xfrm>
            <a:off x="5597221" y="85155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M1</a:t>
            </a:r>
          </a:p>
        </p:txBody>
      </p:sp>
      <p:sp>
        <p:nvSpPr>
          <p:cNvPr id="730" name="Textfeld 729">
            <a:extLst>
              <a:ext uri="{FF2B5EF4-FFF2-40B4-BE49-F238E27FC236}">
                <a16:creationId xmlns:a16="http://schemas.microsoft.com/office/drawing/2014/main" id="{BE72315B-C6B3-3129-5447-4F0562769F68}"/>
              </a:ext>
            </a:extLst>
          </p:cNvPr>
          <p:cNvSpPr txBox="1"/>
          <p:nvPr/>
        </p:nvSpPr>
        <p:spPr>
          <a:xfrm>
            <a:off x="5597221" y="1028006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sp>
        <p:nvSpPr>
          <p:cNvPr id="731" name="Textfeld 730">
            <a:extLst>
              <a:ext uri="{FF2B5EF4-FFF2-40B4-BE49-F238E27FC236}">
                <a16:creationId xmlns:a16="http://schemas.microsoft.com/office/drawing/2014/main" id="{9FC2392F-50F9-95C0-EA26-56E8C7E4D470}"/>
              </a:ext>
            </a:extLst>
          </p:cNvPr>
          <p:cNvSpPr txBox="1"/>
          <p:nvPr/>
        </p:nvSpPr>
        <p:spPr>
          <a:xfrm>
            <a:off x="5597221" y="1210830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200" dirty="0"/>
              <a:t>M2</a:t>
            </a:r>
          </a:p>
        </p:txBody>
      </p:sp>
      <p:grpSp>
        <p:nvGrpSpPr>
          <p:cNvPr id="732" name="Gruppieren 731">
            <a:extLst>
              <a:ext uri="{FF2B5EF4-FFF2-40B4-BE49-F238E27FC236}">
                <a16:creationId xmlns:a16="http://schemas.microsoft.com/office/drawing/2014/main" id="{F4D98EF3-D9F1-F518-A335-C4151AC4E9B5}"/>
              </a:ext>
            </a:extLst>
          </p:cNvPr>
          <p:cNvGrpSpPr/>
          <p:nvPr/>
        </p:nvGrpSpPr>
        <p:grpSpPr>
          <a:xfrm rot="16200000">
            <a:off x="6036964" y="4927369"/>
            <a:ext cx="476413" cy="459823"/>
            <a:chOff x="2996598" y="4901174"/>
            <a:chExt cx="476413" cy="459823"/>
          </a:xfrm>
        </p:grpSpPr>
        <p:sp>
          <p:nvSpPr>
            <p:cNvPr id="758" name="Textfeld 757">
              <a:extLst>
                <a:ext uri="{FF2B5EF4-FFF2-40B4-BE49-F238E27FC236}">
                  <a16:creationId xmlns:a16="http://schemas.microsoft.com/office/drawing/2014/main" id="{82989A5E-5328-D392-40EB-B756516101A7}"/>
                </a:ext>
              </a:extLst>
            </p:cNvPr>
            <p:cNvSpPr txBox="1"/>
            <p:nvPr/>
          </p:nvSpPr>
          <p:spPr>
            <a:xfrm>
              <a:off x="2996598" y="4901174"/>
              <a:ext cx="4764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GND</a:t>
              </a:r>
            </a:p>
          </p:txBody>
        </p:sp>
        <p:sp>
          <p:nvSpPr>
            <p:cNvPr id="759" name="Textfeld 758">
              <a:extLst>
                <a:ext uri="{FF2B5EF4-FFF2-40B4-BE49-F238E27FC236}">
                  <a16:creationId xmlns:a16="http://schemas.microsoft.com/office/drawing/2014/main" id="{F6E55133-C216-96C2-5D27-2DEEE66C2886}"/>
                </a:ext>
              </a:extLst>
            </p:cNvPr>
            <p:cNvSpPr txBox="1"/>
            <p:nvPr/>
          </p:nvSpPr>
          <p:spPr>
            <a:xfrm>
              <a:off x="3123235" y="5083998"/>
              <a:ext cx="34977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9V</a:t>
              </a:r>
            </a:p>
          </p:txBody>
        </p:sp>
      </p:grpSp>
      <p:grpSp>
        <p:nvGrpSpPr>
          <p:cNvPr id="877" name="Gruppieren 876">
            <a:extLst>
              <a:ext uri="{FF2B5EF4-FFF2-40B4-BE49-F238E27FC236}">
                <a16:creationId xmlns:a16="http://schemas.microsoft.com/office/drawing/2014/main" id="{CE5A63E2-47E8-2051-A07E-C5740C2632F7}"/>
              </a:ext>
            </a:extLst>
          </p:cNvPr>
          <p:cNvGrpSpPr/>
          <p:nvPr/>
        </p:nvGrpSpPr>
        <p:grpSpPr>
          <a:xfrm>
            <a:off x="6857785" y="1045239"/>
            <a:ext cx="847333" cy="884828"/>
            <a:chOff x="6915906" y="5251508"/>
            <a:chExt cx="847333" cy="884828"/>
          </a:xfrm>
        </p:grpSpPr>
        <p:grpSp>
          <p:nvGrpSpPr>
            <p:cNvPr id="733" name="Gruppieren 732">
              <a:extLst>
                <a:ext uri="{FF2B5EF4-FFF2-40B4-BE49-F238E27FC236}">
                  <a16:creationId xmlns:a16="http://schemas.microsoft.com/office/drawing/2014/main" id="{49BE7BF4-41F2-DB66-5F71-6E2F5CACDD51}"/>
                </a:ext>
              </a:extLst>
            </p:cNvPr>
            <p:cNvGrpSpPr/>
            <p:nvPr/>
          </p:nvGrpSpPr>
          <p:grpSpPr>
            <a:xfrm>
              <a:off x="6993090" y="5688676"/>
              <a:ext cx="720000" cy="180000"/>
              <a:chOff x="7869855" y="3395684"/>
              <a:chExt cx="720000" cy="180000"/>
            </a:xfrm>
          </p:grpSpPr>
          <p:sp>
            <p:nvSpPr>
              <p:cNvPr id="753" name="Rechteck 752">
                <a:extLst>
                  <a:ext uri="{FF2B5EF4-FFF2-40B4-BE49-F238E27FC236}">
                    <a16:creationId xmlns:a16="http://schemas.microsoft.com/office/drawing/2014/main" id="{5C38F379-3D99-3406-E533-1D152B26E76E}"/>
                  </a:ext>
                </a:extLst>
              </p:cNvPr>
              <p:cNvSpPr/>
              <p:nvPr/>
            </p:nvSpPr>
            <p:spPr>
              <a:xfrm>
                <a:off x="7869855" y="3395684"/>
                <a:ext cx="720000" cy="18000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4" name="Rechteck 753">
                <a:extLst>
                  <a:ext uri="{FF2B5EF4-FFF2-40B4-BE49-F238E27FC236}">
                    <a16:creationId xmlns:a16="http://schemas.microsoft.com/office/drawing/2014/main" id="{80E75FE2-503C-8333-D29C-F643C2766FAC}"/>
                  </a:ext>
                </a:extLst>
              </p:cNvPr>
              <p:cNvSpPr/>
              <p:nvPr/>
            </p:nvSpPr>
            <p:spPr>
              <a:xfrm>
                <a:off x="7914640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5" name="Rechteck 754">
                <a:extLst>
                  <a:ext uri="{FF2B5EF4-FFF2-40B4-BE49-F238E27FC236}">
                    <a16:creationId xmlns:a16="http://schemas.microsoft.com/office/drawing/2014/main" id="{0570DC48-5B39-9EB6-FA4F-0AB60D799C6B}"/>
                  </a:ext>
                </a:extLst>
              </p:cNvPr>
              <p:cNvSpPr/>
              <p:nvPr/>
            </p:nvSpPr>
            <p:spPr>
              <a:xfrm>
                <a:off x="8094238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6" name="Rechteck 755">
                <a:extLst>
                  <a:ext uri="{FF2B5EF4-FFF2-40B4-BE49-F238E27FC236}">
                    <a16:creationId xmlns:a16="http://schemas.microsoft.com/office/drawing/2014/main" id="{56440F79-49FC-B6BD-B206-C7CF325B9526}"/>
                  </a:ext>
                </a:extLst>
              </p:cNvPr>
              <p:cNvSpPr/>
              <p:nvPr/>
            </p:nvSpPr>
            <p:spPr>
              <a:xfrm>
                <a:off x="8273836" y="3426589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7" name="Rechteck 756">
                <a:extLst>
                  <a:ext uri="{FF2B5EF4-FFF2-40B4-BE49-F238E27FC236}">
                    <a16:creationId xmlns:a16="http://schemas.microsoft.com/office/drawing/2014/main" id="{A540E1DB-58B8-F023-9E30-E575E1E2E6EF}"/>
                  </a:ext>
                </a:extLst>
              </p:cNvPr>
              <p:cNvSpPr/>
              <p:nvPr/>
            </p:nvSpPr>
            <p:spPr>
              <a:xfrm>
                <a:off x="8453433" y="3431244"/>
                <a:ext cx="91440" cy="11182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34" name="Textfeld 733">
              <a:extLst>
                <a:ext uri="{FF2B5EF4-FFF2-40B4-BE49-F238E27FC236}">
                  <a16:creationId xmlns:a16="http://schemas.microsoft.com/office/drawing/2014/main" id="{BE747A69-16AC-530A-63A6-F7A575623FBF}"/>
                </a:ext>
              </a:extLst>
            </p:cNvPr>
            <p:cNvSpPr txBox="1"/>
            <p:nvPr/>
          </p:nvSpPr>
          <p:spPr>
            <a:xfrm rot="16200000">
              <a:off x="6816200" y="5352534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735" name="Textfeld 734">
              <a:extLst>
                <a:ext uri="{FF2B5EF4-FFF2-40B4-BE49-F238E27FC236}">
                  <a16:creationId xmlns:a16="http://schemas.microsoft.com/office/drawing/2014/main" id="{087EA0B1-ECC9-A273-CE81-574E75747DDC}"/>
                </a:ext>
              </a:extLst>
            </p:cNvPr>
            <p:cNvSpPr txBox="1"/>
            <p:nvPr/>
          </p:nvSpPr>
          <p:spPr>
            <a:xfrm rot="16200000">
              <a:off x="7048230" y="5364725"/>
              <a:ext cx="4315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SDC</a:t>
              </a:r>
            </a:p>
          </p:txBody>
        </p:sp>
        <p:sp>
          <p:nvSpPr>
            <p:cNvPr id="736" name="Textfeld 735">
              <a:extLst>
                <a:ext uri="{FF2B5EF4-FFF2-40B4-BE49-F238E27FC236}">
                  <a16:creationId xmlns:a16="http://schemas.microsoft.com/office/drawing/2014/main" id="{D2EE509E-AB0A-425B-54D2-542CF89B3F67}"/>
                </a:ext>
              </a:extLst>
            </p:cNvPr>
            <p:cNvSpPr txBox="1"/>
            <p:nvPr/>
          </p:nvSpPr>
          <p:spPr>
            <a:xfrm rot="16200000">
              <a:off x="7217422" y="5358629"/>
              <a:ext cx="4372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SDA</a:t>
              </a:r>
            </a:p>
          </p:txBody>
        </p:sp>
        <p:sp>
          <p:nvSpPr>
            <p:cNvPr id="737" name="Textfeld 736">
              <a:extLst>
                <a:ext uri="{FF2B5EF4-FFF2-40B4-BE49-F238E27FC236}">
                  <a16:creationId xmlns:a16="http://schemas.microsoft.com/office/drawing/2014/main" id="{EEB1C927-50A3-92B5-34B0-5028FE8451D3}"/>
                </a:ext>
              </a:extLst>
            </p:cNvPr>
            <p:cNvSpPr txBox="1"/>
            <p:nvPr/>
          </p:nvSpPr>
          <p:spPr>
            <a:xfrm rot="16200000">
              <a:off x="7387517" y="5346405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3.3V</a:t>
              </a:r>
            </a:p>
          </p:txBody>
        </p:sp>
        <p:sp>
          <p:nvSpPr>
            <p:cNvPr id="738" name="Textfeld 737">
              <a:extLst>
                <a:ext uri="{FF2B5EF4-FFF2-40B4-BE49-F238E27FC236}">
                  <a16:creationId xmlns:a16="http://schemas.microsoft.com/office/drawing/2014/main" id="{68B95DCD-D6CF-BF50-857B-F9B71516DE75}"/>
                </a:ext>
              </a:extLst>
            </p:cNvPr>
            <p:cNvSpPr txBox="1"/>
            <p:nvPr/>
          </p:nvSpPr>
          <p:spPr>
            <a:xfrm>
              <a:off x="6970650" y="5859337"/>
              <a:ext cx="79258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Extension</a:t>
              </a:r>
            </a:p>
          </p:txBody>
        </p:sp>
      </p:grpSp>
      <p:grpSp>
        <p:nvGrpSpPr>
          <p:cNvPr id="739" name="Gruppieren 738">
            <a:extLst>
              <a:ext uri="{FF2B5EF4-FFF2-40B4-BE49-F238E27FC236}">
                <a16:creationId xmlns:a16="http://schemas.microsoft.com/office/drawing/2014/main" id="{B7621CB8-0395-D49E-E5D4-1E77BF32E94B}"/>
              </a:ext>
            </a:extLst>
          </p:cNvPr>
          <p:cNvGrpSpPr/>
          <p:nvPr/>
        </p:nvGrpSpPr>
        <p:grpSpPr>
          <a:xfrm rot="10800000">
            <a:off x="8221901" y="3752197"/>
            <a:ext cx="433247" cy="720140"/>
            <a:chOff x="7462666" y="2009937"/>
            <a:chExt cx="433247" cy="720140"/>
          </a:xfrm>
        </p:grpSpPr>
        <p:sp>
          <p:nvSpPr>
            <p:cNvPr id="740" name="Rechteck 739">
              <a:extLst>
                <a:ext uri="{FF2B5EF4-FFF2-40B4-BE49-F238E27FC236}">
                  <a16:creationId xmlns:a16="http://schemas.microsoft.com/office/drawing/2014/main" id="{353D7999-E278-A591-5E0C-08E03CA5A4C6}"/>
                </a:ext>
              </a:extLst>
            </p:cNvPr>
            <p:cNvSpPr/>
            <p:nvPr/>
          </p:nvSpPr>
          <p:spPr>
            <a:xfrm>
              <a:off x="7463913" y="2009937"/>
              <a:ext cx="432000" cy="72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1" name="Ellipse 740">
              <a:extLst>
                <a:ext uri="{FF2B5EF4-FFF2-40B4-BE49-F238E27FC236}">
                  <a16:creationId xmlns:a16="http://schemas.microsoft.com/office/drawing/2014/main" id="{23815E9F-FAC8-655B-F2E6-B2A1BA2E63BE}"/>
                </a:ext>
              </a:extLst>
            </p:cNvPr>
            <p:cNvSpPr/>
            <p:nvPr/>
          </p:nvSpPr>
          <p:spPr>
            <a:xfrm>
              <a:off x="7649823" y="202882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2" name="Ellipse 741">
              <a:extLst>
                <a:ext uri="{FF2B5EF4-FFF2-40B4-BE49-F238E27FC236}">
                  <a16:creationId xmlns:a16="http://schemas.microsoft.com/office/drawing/2014/main" id="{5BE7E4D8-E774-A6AC-B782-CDF0F7CDA521}"/>
                </a:ext>
              </a:extLst>
            </p:cNvPr>
            <p:cNvSpPr/>
            <p:nvPr/>
          </p:nvSpPr>
          <p:spPr>
            <a:xfrm>
              <a:off x="7649823" y="220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3" name="Ellipse 742">
              <a:extLst>
                <a:ext uri="{FF2B5EF4-FFF2-40B4-BE49-F238E27FC236}">
                  <a16:creationId xmlns:a16="http://schemas.microsoft.com/office/drawing/2014/main" id="{1CF4DD95-7E35-8203-6028-DCA6750171C4}"/>
                </a:ext>
              </a:extLst>
            </p:cNvPr>
            <p:cNvSpPr/>
            <p:nvPr/>
          </p:nvSpPr>
          <p:spPr>
            <a:xfrm>
              <a:off x="7649823" y="2381175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4" name="Ellipse 743">
              <a:extLst>
                <a:ext uri="{FF2B5EF4-FFF2-40B4-BE49-F238E27FC236}">
                  <a16:creationId xmlns:a16="http://schemas.microsoft.com/office/drawing/2014/main" id="{041B17F1-ED8C-DB51-8BD6-D16B5C7534A7}"/>
                </a:ext>
              </a:extLst>
            </p:cNvPr>
            <p:cNvSpPr/>
            <p:nvPr/>
          </p:nvSpPr>
          <p:spPr>
            <a:xfrm>
              <a:off x="7649823" y="2565000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F6255419-82E9-B25F-9143-5D4DCBB83B8B}"/>
                </a:ext>
              </a:extLst>
            </p:cNvPr>
            <p:cNvSpPr/>
            <p:nvPr/>
          </p:nvSpPr>
          <p:spPr>
            <a:xfrm>
              <a:off x="7462666" y="201079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6" name="Rechteck 745">
              <a:extLst>
                <a:ext uri="{FF2B5EF4-FFF2-40B4-BE49-F238E27FC236}">
                  <a16:creationId xmlns:a16="http://schemas.microsoft.com/office/drawing/2014/main" id="{00C81B44-D435-0279-DD7C-BEF365FCCDBC}"/>
                </a:ext>
              </a:extLst>
            </p:cNvPr>
            <p:cNvSpPr/>
            <p:nvPr/>
          </p:nvSpPr>
          <p:spPr>
            <a:xfrm>
              <a:off x="7462666" y="255007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7" name="Rechteck 746">
              <a:extLst>
                <a:ext uri="{FF2B5EF4-FFF2-40B4-BE49-F238E27FC236}">
                  <a16:creationId xmlns:a16="http://schemas.microsoft.com/office/drawing/2014/main" id="{A6EE35D0-9F6D-2627-25B1-52B22A1851B6}"/>
                </a:ext>
              </a:extLst>
            </p:cNvPr>
            <p:cNvSpPr/>
            <p:nvPr/>
          </p:nvSpPr>
          <p:spPr>
            <a:xfrm>
              <a:off x="7462666" y="237031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748" name="Rechteck 747">
              <a:extLst>
                <a:ext uri="{FF2B5EF4-FFF2-40B4-BE49-F238E27FC236}">
                  <a16:creationId xmlns:a16="http://schemas.microsoft.com/office/drawing/2014/main" id="{8F92C8AE-1A76-5E31-4041-DE208011E31A}"/>
                </a:ext>
              </a:extLst>
            </p:cNvPr>
            <p:cNvSpPr/>
            <p:nvPr/>
          </p:nvSpPr>
          <p:spPr>
            <a:xfrm>
              <a:off x="7462666" y="2190557"/>
              <a:ext cx="90000" cy="1800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cxnSp>
          <p:nvCxnSpPr>
            <p:cNvPr id="749" name="Gerader Verbinder 748">
              <a:extLst>
                <a:ext uri="{FF2B5EF4-FFF2-40B4-BE49-F238E27FC236}">
                  <a16:creationId xmlns:a16="http://schemas.microsoft.com/office/drawing/2014/main" id="{7F488882-F6AA-A3D8-BCD1-C0FABE7483A9}"/>
                </a:ext>
              </a:extLst>
            </p:cNvPr>
            <p:cNvCxnSpPr>
              <a:cxnSpLocks/>
              <a:stCxn id="741" idx="3"/>
              <a:endCxn id="741" idx="7"/>
            </p:cNvCxnSpPr>
            <p:nvPr/>
          </p:nvCxnSpPr>
          <p:spPr>
            <a:xfrm flipV="1">
              <a:off x="7670911" y="2049913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Gerader Verbinder 749">
              <a:extLst>
                <a:ext uri="{FF2B5EF4-FFF2-40B4-BE49-F238E27FC236}">
                  <a16:creationId xmlns:a16="http://schemas.microsoft.com/office/drawing/2014/main" id="{7D8120A0-F70C-A0BF-6D9A-7DFFC036FE0C}"/>
                </a:ext>
              </a:extLst>
            </p:cNvPr>
            <p:cNvCxnSpPr>
              <a:cxnSpLocks/>
              <a:stCxn id="742" idx="1"/>
              <a:endCxn id="742" idx="5"/>
            </p:cNvCxnSpPr>
            <p:nvPr/>
          </p:nvCxnSpPr>
          <p:spPr>
            <a:xfrm>
              <a:off x="7670911" y="2226088"/>
              <a:ext cx="101824" cy="101824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Gerader Verbinder 750">
              <a:extLst>
                <a:ext uri="{FF2B5EF4-FFF2-40B4-BE49-F238E27FC236}">
                  <a16:creationId xmlns:a16="http://schemas.microsoft.com/office/drawing/2014/main" id="{13BAFEE8-1F40-282B-8B07-BFB24734B8AC}"/>
                </a:ext>
              </a:extLst>
            </p:cNvPr>
            <p:cNvCxnSpPr>
              <a:cxnSpLocks/>
              <a:stCxn id="743" idx="2"/>
              <a:endCxn id="743" idx="6"/>
            </p:cNvCxnSpPr>
            <p:nvPr/>
          </p:nvCxnSpPr>
          <p:spPr>
            <a:xfrm>
              <a:off x="7649823" y="2453175"/>
              <a:ext cx="144000" cy="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Gerader Verbinder 751">
              <a:extLst>
                <a:ext uri="{FF2B5EF4-FFF2-40B4-BE49-F238E27FC236}">
                  <a16:creationId xmlns:a16="http://schemas.microsoft.com/office/drawing/2014/main" id="{F7623D53-706B-0DC4-5254-71B6379D3354}"/>
                </a:ext>
              </a:extLst>
            </p:cNvPr>
            <p:cNvCxnSpPr>
              <a:cxnSpLocks/>
              <a:stCxn id="744" idx="4"/>
              <a:endCxn id="744" idx="0"/>
            </p:cNvCxnSpPr>
            <p:nvPr/>
          </p:nvCxnSpPr>
          <p:spPr>
            <a:xfrm flipV="1">
              <a:off x="7721823" y="2565000"/>
              <a:ext cx="0" cy="144000"/>
            </a:xfrm>
            <a:prstGeom prst="line">
              <a:avLst/>
            </a:prstGeom>
            <a:ln w="25400">
              <a:solidFill>
                <a:schemeClr val="bg1">
                  <a:lumMod val="75000"/>
                </a:schemeClr>
              </a:solidFill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1517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B3F10B8-97FF-932A-EDB6-DD9464456AB4}"/>
              </a:ext>
            </a:extLst>
          </p:cNvPr>
          <p:cNvSpPr/>
          <p:nvPr/>
        </p:nvSpPr>
        <p:spPr>
          <a:xfrm>
            <a:off x="0" y="104775"/>
            <a:ext cx="4874208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DD6A7D-E99C-5205-F890-7762F3A72DFA}"/>
              </a:ext>
            </a:extLst>
          </p:cNvPr>
          <p:cNvGrpSpPr/>
          <p:nvPr/>
        </p:nvGrpSpPr>
        <p:grpSpPr>
          <a:xfrm>
            <a:off x="5433517" y="456908"/>
            <a:ext cx="6355071" cy="3276901"/>
            <a:chOff x="522155" y="752743"/>
            <a:chExt cx="6355071" cy="3276901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1A75FE87-9BAA-120C-FD9E-E50E85A8F9E0}"/>
                </a:ext>
              </a:extLst>
            </p:cNvPr>
            <p:cNvSpPr/>
            <p:nvPr/>
          </p:nvSpPr>
          <p:spPr>
            <a:xfrm rot="5400000">
              <a:off x="922762" y="838711"/>
              <a:ext cx="648000" cy="576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D35DAC30-EAD1-707A-F21B-3F102080B648}"/>
                </a:ext>
              </a:extLst>
            </p:cNvPr>
            <p:cNvSpPr/>
            <p:nvPr/>
          </p:nvSpPr>
          <p:spPr>
            <a:xfrm>
              <a:off x="1005513" y="752743"/>
              <a:ext cx="5312137" cy="3276901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48" name="Gruppieren 747">
              <a:extLst>
                <a:ext uri="{FF2B5EF4-FFF2-40B4-BE49-F238E27FC236}">
                  <a16:creationId xmlns:a16="http://schemas.microsoft.com/office/drawing/2014/main" id="{976B6C9A-F725-C8EF-A5AF-2219269EFBF9}"/>
                </a:ext>
              </a:extLst>
            </p:cNvPr>
            <p:cNvGrpSpPr/>
            <p:nvPr/>
          </p:nvGrpSpPr>
          <p:grpSpPr>
            <a:xfrm>
              <a:off x="1750191" y="1660394"/>
              <a:ext cx="563103" cy="427328"/>
              <a:chOff x="4234728" y="1303650"/>
              <a:chExt cx="563103" cy="427328"/>
            </a:xfrm>
          </p:grpSpPr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0E8E0AA2-9357-FB78-2F9A-0F9357B137BB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3ED8AEC-DD99-E7B9-06BA-4C748F49717F}"/>
                  </a:ext>
                </a:extLst>
              </p:cNvPr>
              <p:cNvSpPr txBox="1"/>
              <p:nvPr/>
            </p:nvSpPr>
            <p:spPr>
              <a:xfrm>
                <a:off x="4234728" y="1303650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</p:grpSp>
        <p:grpSp>
          <p:nvGrpSpPr>
            <p:cNvPr id="747" name="Gruppieren 746">
              <a:extLst>
                <a:ext uri="{FF2B5EF4-FFF2-40B4-BE49-F238E27FC236}">
                  <a16:creationId xmlns:a16="http://schemas.microsoft.com/office/drawing/2014/main" id="{EFAA5FEE-85A9-E0F2-7613-BD8D3C1DCD32}"/>
                </a:ext>
              </a:extLst>
            </p:cNvPr>
            <p:cNvGrpSpPr/>
            <p:nvPr/>
          </p:nvGrpSpPr>
          <p:grpSpPr>
            <a:xfrm>
              <a:off x="1783116" y="1090711"/>
              <a:ext cx="497252" cy="360000"/>
              <a:chOff x="2768184" y="1016826"/>
              <a:chExt cx="497252" cy="360000"/>
            </a:xfrm>
          </p:grpSpPr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C87B7F44-5B73-82A4-58F0-2F77949A0692}"/>
                  </a:ext>
                </a:extLst>
              </p:cNvPr>
              <p:cNvSpPr/>
              <p:nvPr/>
            </p:nvSpPr>
            <p:spPr>
              <a:xfrm>
                <a:off x="2833798" y="1016826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10C01A07-F77E-E293-F963-D97EF1D5872B}"/>
                  </a:ext>
                </a:extLst>
              </p:cNvPr>
              <p:cNvSpPr txBox="1"/>
              <p:nvPr/>
            </p:nvSpPr>
            <p:spPr>
              <a:xfrm>
                <a:off x="2768184" y="1057959"/>
                <a:ext cx="49725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LED1</a:t>
                </a:r>
              </a:p>
            </p:txBody>
          </p:sp>
        </p:grp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07A2E5F5-10DD-6185-7433-5DF501758D2C}"/>
                </a:ext>
              </a:extLst>
            </p:cNvPr>
            <p:cNvSpPr txBox="1"/>
            <p:nvPr/>
          </p:nvSpPr>
          <p:spPr>
            <a:xfrm>
              <a:off x="933339" y="988211"/>
              <a:ext cx="6374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USB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AD36372F-AC6A-91A3-034A-1E528FDADF04}"/>
                </a:ext>
              </a:extLst>
            </p:cNvPr>
            <p:cNvSpPr txBox="1"/>
            <p:nvPr/>
          </p:nvSpPr>
          <p:spPr>
            <a:xfrm>
              <a:off x="645585" y="155102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E4A8DDDB-0E65-4C1D-5360-008D3F3B124D}"/>
                </a:ext>
              </a:extLst>
            </p:cNvPr>
            <p:cNvSpPr txBox="1"/>
            <p:nvPr/>
          </p:nvSpPr>
          <p:spPr>
            <a:xfrm>
              <a:off x="522155" y="172775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00C1A60F-3344-3C68-1ECE-6FA4D7DE8F70}"/>
                </a:ext>
              </a:extLst>
            </p:cNvPr>
            <p:cNvSpPr txBox="1"/>
            <p:nvPr/>
          </p:nvSpPr>
          <p:spPr>
            <a:xfrm>
              <a:off x="645585" y="1904209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A2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DD35996E-E20C-5011-7122-95C9D8571F0B}"/>
                </a:ext>
              </a:extLst>
            </p:cNvPr>
            <p:cNvSpPr txBox="1"/>
            <p:nvPr/>
          </p:nvSpPr>
          <p:spPr>
            <a:xfrm>
              <a:off x="522155" y="208703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B686B90E-F31C-55B5-032D-8171FC0BE299}"/>
                </a:ext>
              </a:extLst>
            </p:cNvPr>
            <p:cNvSpPr txBox="1"/>
            <p:nvPr/>
          </p:nvSpPr>
          <p:spPr>
            <a:xfrm>
              <a:off x="645585" y="2361248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A3</a:t>
              </a: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485A9A80-FFA0-FE7B-8110-FDE6F3D973C0}"/>
                </a:ext>
              </a:extLst>
            </p:cNvPr>
            <p:cNvSpPr txBox="1"/>
            <p:nvPr/>
          </p:nvSpPr>
          <p:spPr>
            <a:xfrm>
              <a:off x="522155" y="253797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E977C22A-B7E5-33EE-32FE-80EB7901BA31}"/>
                </a:ext>
              </a:extLst>
            </p:cNvPr>
            <p:cNvSpPr txBox="1"/>
            <p:nvPr/>
          </p:nvSpPr>
          <p:spPr>
            <a:xfrm>
              <a:off x="645585" y="2714432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A4</a:t>
              </a: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5BFD3499-0D1D-F94D-8DEE-35FAA7C7BD3E}"/>
                </a:ext>
              </a:extLst>
            </p:cNvPr>
            <p:cNvSpPr txBox="1"/>
            <p:nvPr/>
          </p:nvSpPr>
          <p:spPr>
            <a:xfrm>
              <a:off x="522155" y="2897256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A902C2C-863F-11C3-B4EF-4D27D9FDB30F}"/>
                </a:ext>
              </a:extLst>
            </p:cNvPr>
            <p:cNvSpPr txBox="1"/>
            <p:nvPr/>
          </p:nvSpPr>
          <p:spPr>
            <a:xfrm>
              <a:off x="645585" y="3150601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A5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076C576C-2DEB-80D5-37A4-7CB0BB1C3397}"/>
                </a:ext>
              </a:extLst>
            </p:cNvPr>
            <p:cNvSpPr txBox="1"/>
            <p:nvPr/>
          </p:nvSpPr>
          <p:spPr>
            <a:xfrm>
              <a:off x="522155" y="332732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7A7B8BEF-FE0A-C047-A9F1-09E733754F2B}"/>
                </a:ext>
              </a:extLst>
            </p:cNvPr>
            <p:cNvSpPr txBox="1"/>
            <p:nvPr/>
          </p:nvSpPr>
          <p:spPr>
            <a:xfrm>
              <a:off x="645585" y="3503785"/>
              <a:ext cx="35298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A6</a:t>
              </a: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C8579277-0E9B-9982-187A-CFE9EB326B4E}"/>
                </a:ext>
              </a:extLst>
            </p:cNvPr>
            <p:cNvSpPr txBox="1"/>
            <p:nvPr/>
          </p:nvSpPr>
          <p:spPr>
            <a:xfrm>
              <a:off x="522155" y="368660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GND</a:t>
              </a:r>
            </a:p>
          </p:txBody>
        </p:sp>
        <p:grpSp>
          <p:nvGrpSpPr>
            <p:cNvPr id="68" name="Gruppieren 67">
              <a:extLst>
                <a:ext uri="{FF2B5EF4-FFF2-40B4-BE49-F238E27FC236}">
                  <a16:creationId xmlns:a16="http://schemas.microsoft.com/office/drawing/2014/main" id="{C5047709-5517-341B-0D16-6A4EBE1D2F74}"/>
                </a:ext>
              </a:extLst>
            </p:cNvPr>
            <p:cNvGrpSpPr/>
            <p:nvPr/>
          </p:nvGrpSpPr>
          <p:grpSpPr>
            <a:xfrm>
              <a:off x="1013851" y="3201411"/>
              <a:ext cx="433247" cy="720140"/>
              <a:chOff x="7462666" y="2009937"/>
              <a:chExt cx="433247" cy="720140"/>
            </a:xfrm>
          </p:grpSpPr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27E65114-9429-8153-94A6-A608EDCBCC3A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2" name="Ellipse 101">
                <a:extLst>
                  <a:ext uri="{FF2B5EF4-FFF2-40B4-BE49-F238E27FC236}">
                    <a16:creationId xmlns:a16="http://schemas.microsoft.com/office/drawing/2014/main" id="{5BFA60E3-E991-4313-282D-E8ADAAAABB7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03" name="Ellipse 102">
                <a:extLst>
                  <a:ext uri="{FF2B5EF4-FFF2-40B4-BE49-F238E27FC236}">
                    <a16:creationId xmlns:a16="http://schemas.microsoft.com/office/drawing/2014/main" id="{ED056229-A871-751C-99A9-F6AEE4AF935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4" name="Ellipse 103">
                <a:extLst>
                  <a:ext uri="{FF2B5EF4-FFF2-40B4-BE49-F238E27FC236}">
                    <a16:creationId xmlns:a16="http://schemas.microsoft.com/office/drawing/2014/main" id="{409C8F95-D85C-FD02-C408-983B3916DAE1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5" name="Ellipse 104">
                <a:extLst>
                  <a:ext uri="{FF2B5EF4-FFF2-40B4-BE49-F238E27FC236}">
                    <a16:creationId xmlns:a16="http://schemas.microsoft.com/office/drawing/2014/main" id="{285105F7-DE24-0617-BFE7-00CE3432F222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6CDDA4A-D889-DB66-1AA1-1B87E986D12B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7F46DAFE-0294-69E7-0C2F-F1B3590170D6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0033C34A-4FC5-D82E-42C1-6C5C21FB2D6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3DE82215-192A-51CA-4A22-2FCD7A9E1C6D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9A1D430-5777-AA81-F6C5-072056576C2B}"/>
                </a:ext>
              </a:extLst>
            </p:cNvPr>
            <p:cNvGrpSpPr/>
            <p:nvPr/>
          </p:nvGrpSpPr>
          <p:grpSpPr>
            <a:xfrm>
              <a:off x="1014370" y="2390812"/>
              <a:ext cx="433247" cy="720140"/>
              <a:chOff x="7462666" y="2009937"/>
              <a:chExt cx="433247" cy="720140"/>
            </a:xfrm>
          </p:grpSpPr>
          <p:sp>
            <p:nvSpPr>
              <p:cNvPr id="92" name="Rechteck 91">
                <a:extLst>
                  <a:ext uri="{FF2B5EF4-FFF2-40B4-BE49-F238E27FC236}">
                    <a16:creationId xmlns:a16="http://schemas.microsoft.com/office/drawing/2014/main" id="{5E3FB10D-5E29-2E53-0C01-E6568044C2CD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4ECA1CE2-7A96-6230-D6D3-894F5E1816FB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A38F55DD-DB58-6E5A-9ECD-6CB68686B5A7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D1B62D85-ED6C-63FA-E9CC-7D8BCA8DF870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6" name="Ellipse 95">
                <a:extLst>
                  <a:ext uri="{FF2B5EF4-FFF2-40B4-BE49-F238E27FC236}">
                    <a16:creationId xmlns:a16="http://schemas.microsoft.com/office/drawing/2014/main" id="{CC746613-E7A2-5DCC-D0D3-F02A8D30609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1D190A26-DD47-BE5D-AEC3-D531C196B71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14C4876A-1E5D-434B-7543-925F64134C7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8706E76B-79FC-3B1B-BBAF-7B7A50820676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0826099F-4489-43E0-7186-8BBB867752B4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5404AB0C-0DE1-D287-4E51-821C9FDE962D}"/>
                </a:ext>
              </a:extLst>
            </p:cNvPr>
            <p:cNvGrpSpPr/>
            <p:nvPr/>
          </p:nvGrpSpPr>
          <p:grpSpPr>
            <a:xfrm>
              <a:off x="1008348" y="1600344"/>
              <a:ext cx="433247" cy="720140"/>
              <a:chOff x="7462666" y="2009937"/>
              <a:chExt cx="433247" cy="720140"/>
            </a:xfrm>
          </p:grpSpPr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1C658CAB-2F70-480B-AF91-569B929E34F8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4" name="Ellipse 83">
                <a:extLst>
                  <a:ext uri="{FF2B5EF4-FFF2-40B4-BE49-F238E27FC236}">
                    <a16:creationId xmlns:a16="http://schemas.microsoft.com/office/drawing/2014/main" id="{9CFFE1FC-6FE3-0AB4-FE08-080219F0A8BD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85" name="Ellipse 84">
                <a:extLst>
                  <a:ext uri="{FF2B5EF4-FFF2-40B4-BE49-F238E27FC236}">
                    <a16:creationId xmlns:a16="http://schemas.microsoft.com/office/drawing/2014/main" id="{CB2CAF1E-0235-9466-8C27-2BBA52935816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993466A5-C06B-51C5-F826-B6B2627256AD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71840C40-898A-79E7-9FD1-D3BCE2666D5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ECC2353C-938F-72AB-C433-B06AF7748D82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D1B3288D-D187-6E51-6C00-D8C5491519CC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2492362C-64C3-8D18-E917-93776167CB4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C7B12FC7-B444-2F97-211A-C973C28CF017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745" name="Rechteck 744">
              <a:extLst>
                <a:ext uri="{FF2B5EF4-FFF2-40B4-BE49-F238E27FC236}">
                  <a16:creationId xmlns:a16="http://schemas.microsoft.com/office/drawing/2014/main" id="{946E3F79-3AB2-1B6F-76F4-0FCAC182269E}"/>
                </a:ext>
              </a:extLst>
            </p:cNvPr>
            <p:cNvSpPr/>
            <p:nvPr/>
          </p:nvSpPr>
          <p:spPr>
            <a:xfrm>
              <a:off x="2782932" y="752743"/>
              <a:ext cx="1760945" cy="3276901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49" name="Gruppieren 748">
              <a:extLst>
                <a:ext uri="{FF2B5EF4-FFF2-40B4-BE49-F238E27FC236}">
                  <a16:creationId xmlns:a16="http://schemas.microsoft.com/office/drawing/2014/main" id="{E3D6351B-FDF8-FBBC-D33A-0C62112AEF99}"/>
                </a:ext>
              </a:extLst>
            </p:cNvPr>
            <p:cNvGrpSpPr/>
            <p:nvPr/>
          </p:nvGrpSpPr>
          <p:grpSpPr>
            <a:xfrm>
              <a:off x="1864869" y="2297405"/>
              <a:ext cx="333746" cy="427328"/>
              <a:chOff x="4349406" y="1303650"/>
              <a:chExt cx="333746" cy="427328"/>
            </a:xfrm>
          </p:grpSpPr>
          <p:sp>
            <p:nvSpPr>
              <p:cNvPr id="750" name="Ellipse 749">
                <a:extLst>
                  <a:ext uri="{FF2B5EF4-FFF2-40B4-BE49-F238E27FC236}">
                    <a16:creationId xmlns:a16="http://schemas.microsoft.com/office/drawing/2014/main" id="{B7D7BB39-E6E9-A6A4-75D5-396B07381EA4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1" name="Textfeld 750">
                <a:extLst>
                  <a:ext uri="{FF2B5EF4-FFF2-40B4-BE49-F238E27FC236}">
                    <a16:creationId xmlns:a16="http://schemas.microsoft.com/office/drawing/2014/main" id="{3A65E066-4429-9A08-C66C-AFD8089F9668}"/>
                  </a:ext>
                </a:extLst>
              </p:cNvPr>
              <p:cNvSpPr txBox="1"/>
              <p:nvPr/>
            </p:nvSpPr>
            <p:spPr>
              <a:xfrm>
                <a:off x="4349406" y="1303650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S1</a:t>
                </a:r>
              </a:p>
            </p:txBody>
          </p:sp>
        </p:grpSp>
        <p:grpSp>
          <p:nvGrpSpPr>
            <p:cNvPr id="752" name="Gruppieren 751">
              <a:extLst>
                <a:ext uri="{FF2B5EF4-FFF2-40B4-BE49-F238E27FC236}">
                  <a16:creationId xmlns:a16="http://schemas.microsoft.com/office/drawing/2014/main" id="{72996B41-40D2-9DC6-B7C2-4E84DC80AA1B}"/>
                </a:ext>
              </a:extLst>
            </p:cNvPr>
            <p:cNvGrpSpPr/>
            <p:nvPr/>
          </p:nvGrpSpPr>
          <p:grpSpPr>
            <a:xfrm>
              <a:off x="1838420" y="2934417"/>
              <a:ext cx="386644" cy="625189"/>
              <a:chOff x="4407798" y="1285789"/>
              <a:chExt cx="386644" cy="625189"/>
            </a:xfrm>
          </p:grpSpPr>
          <p:sp>
            <p:nvSpPr>
              <p:cNvPr id="753" name="Ellipse 752">
                <a:extLst>
                  <a:ext uri="{FF2B5EF4-FFF2-40B4-BE49-F238E27FC236}">
                    <a16:creationId xmlns:a16="http://schemas.microsoft.com/office/drawing/2014/main" id="{696DF93D-970D-758A-EFFE-0B1635382759}"/>
                  </a:ext>
                </a:extLst>
              </p:cNvPr>
              <p:cNvSpPr/>
              <p:nvPr/>
            </p:nvSpPr>
            <p:spPr>
              <a:xfrm>
                <a:off x="4422536" y="1550978"/>
                <a:ext cx="360000" cy="36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4" name="Textfeld 753">
                <a:extLst>
                  <a:ext uri="{FF2B5EF4-FFF2-40B4-BE49-F238E27FC236}">
                    <a16:creationId xmlns:a16="http://schemas.microsoft.com/office/drawing/2014/main" id="{57E33A2F-DD72-D1A3-D064-25184CE758D2}"/>
                  </a:ext>
                </a:extLst>
              </p:cNvPr>
              <p:cNvSpPr txBox="1"/>
              <p:nvPr/>
            </p:nvSpPr>
            <p:spPr>
              <a:xfrm>
                <a:off x="4407798" y="1285789"/>
                <a:ext cx="38664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ON</a:t>
                </a:r>
              </a:p>
            </p:txBody>
          </p:sp>
        </p:grpSp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62B9A7D3-224F-80D3-14CF-B6CF4E7909AF}"/>
                </a:ext>
              </a:extLst>
            </p:cNvPr>
            <p:cNvGrpSpPr/>
            <p:nvPr/>
          </p:nvGrpSpPr>
          <p:grpSpPr>
            <a:xfrm>
              <a:off x="4657907" y="810070"/>
              <a:ext cx="2219319" cy="3153538"/>
              <a:chOff x="3537315" y="810070"/>
              <a:chExt cx="2219319" cy="3153538"/>
            </a:xfrm>
          </p:grpSpPr>
          <p:grpSp>
            <p:nvGrpSpPr>
              <p:cNvPr id="784" name="Gruppieren 783">
                <a:extLst>
                  <a:ext uri="{FF2B5EF4-FFF2-40B4-BE49-F238E27FC236}">
                    <a16:creationId xmlns:a16="http://schemas.microsoft.com/office/drawing/2014/main" id="{7FC1B02C-DC29-CF36-8D2F-D33522203F9A}"/>
                  </a:ext>
                </a:extLst>
              </p:cNvPr>
              <p:cNvGrpSpPr/>
              <p:nvPr/>
            </p:nvGrpSpPr>
            <p:grpSpPr>
              <a:xfrm>
                <a:off x="4762350" y="3150601"/>
                <a:ext cx="805459" cy="813007"/>
                <a:chOff x="4570875" y="4695262"/>
                <a:chExt cx="805459" cy="813007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59ABD086-D0E7-FCDA-8E77-51EB760BB5B3}"/>
                    </a:ext>
                  </a:extLst>
                </p:cNvPr>
                <p:cNvGrpSpPr/>
                <p:nvPr/>
              </p:nvGrpSpPr>
              <p:grpSpPr>
                <a:xfrm rot="10800000">
                  <a:off x="4570875" y="4742614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156" name="Rechteck 155">
                    <a:extLst>
                      <a:ext uri="{FF2B5EF4-FFF2-40B4-BE49-F238E27FC236}">
                        <a16:creationId xmlns:a16="http://schemas.microsoft.com/office/drawing/2014/main" id="{5F7B5414-B3A4-E0FC-E104-C1EA6E1154A6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157" name="Ellipse 156">
                    <a:extLst>
                      <a:ext uri="{FF2B5EF4-FFF2-40B4-BE49-F238E27FC236}">
                        <a16:creationId xmlns:a16="http://schemas.microsoft.com/office/drawing/2014/main" id="{E6D1991F-D1CF-45DB-EE8B-65D78356F6CF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8" name="Ellipse 157">
                    <a:extLst>
                      <a:ext uri="{FF2B5EF4-FFF2-40B4-BE49-F238E27FC236}">
                        <a16:creationId xmlns:a16="http://schemas.microsoft.com/office/drawing/2014/main" id="{E2B79347-8E07-1188-60B6-F174FA3E6E64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9" name="Ellipse 158">
                    <a:extLst>
                      <a:ext uri="{FF2B5EF4-FFF2-40B4-BE49-F238E27FC236}">
                        <a16:creationId xmlns:a16="http://schemas.microsoft.com/office/drawing/2014/main" id="{4A107C15-2273-2C85-414E-B368C5090C34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60" name="Ellipse 159">
                    <a:extLst>
                      <a:ext uri="{FF2B5EF4-FFF2-40B4-BE49-F238E27FC236}">
                        <a16:creationId xmlns:a16="http://schemas.microsoft.com/office/drawing/2014/main" id="{1B0489CC-8B83-099C-50F2-73184C25BA2C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94806A75-8038-F81D-F863-F5B4CD84A622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40104DA7-354F-B714-949E-C63CCA6CAF1C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132229DC-3212-995E-FEE0-395FB378CAAA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5B2F65F5-8B0B-ACAC-EA89-30B5A820509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165" name="Gerader Verbinder 164">
                    <a:extLst>
                      <a:ext uri="{FF2B5EF4-FFF2-40B4-BE49-F238E27FC236}">
                        <a16:creationId xmlns:a16="http://schemas.microsoft.com/office/drawing/2014/main" id="{BBF2BEEA-FB0C-D9AE-559B-B0F722C439C5}"/>
                      </a:ext>
                    </a:extLst>
                  </p:cNvPr>
                  <p:cNvCxnSpPr>
                    <a:stCxn id="157" idx="3"/>
                    <a:endCxn id="157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6" name="Gerader Verbinder 165">
                    <a:extLst>
                      <a:ext uri="{FF2B5EF4-FFF2-40B4-BE49-F238E27FC236}">
                        <a16:creationId xmlns:a16="http://schemas.microsoft.com/office/drawing/2014/main" id="{01000142-CE28-2FCC-E9CD-E12774D6AD9F}"/>
                      </a:ext>
                    </a:extLst>
                  </p:cNvPr>
                  <p:cNvCxnSpPr>
                    <a:cxnSpLocks/>
                    <a:stCxn id="158" idx="1"/>
                    <a:endCxn id="158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Gerader Verbinder 166">
                    <a:extLst>
                      <a:ext uri="{FF2B5EF4-FFF2-40B4-BE49-F238E27FC236}">
                        <a16:creationId xmlns:a16="http://schemas.microsoft.com/office/drawing/2014/main" id="{5663ED9F-E600-114C-ADBF-DCCA5501EBED}"/>
                      </a:ext>
                    </a:extLst>
                  </p:cNvPr>
                  <p:cNvCxnSpPr>
                    <a:cxnSpLocks/>
                    <a:stCxn id="159" idx="2"/>
                    <a:endCxn id="159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Gerader Verbinder 167">
                    <a:extLst>
                      <a:ext uri="{FF2B5EF4-FFF2-40B4-BE49-F238E27FC236}">
                        <a16:creationId xmlns:a16="http://schemas.microsoft.com/office/drawing/2014/main" id="{88B3B57F-51BF-4C9E-B11E-AE2699D4E89E}"/>
                      </a:ext>
                    </a:extLst>
                  </p:cNvPr>
                  <p:cNvCxnSpPr>
                    <a:cxnSpLocks/>
                    <a:stCxn id="160" idx="4"/>
                    <a:endCxn id="160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83" name="Gruppieren 782">
                  <a:extLst>
                    <a:ext uri="{FF2B5EF4-FFF2-40B4-BE49-F238E27FC236}">
                      <a16:creationId xmlns:a16="http://schemas.microsoft.com/office/drawing/2014/main" id="{CE30B9F3-9142-AFF6-7569-343574210102}"/>
                    </a:ext>
                  </a:extLst>
                </p:cNvPr>
                <p:cNvGrpSpPr/>
                <p:nvPr/>
              </p:nvGrpSpPr>
              <p:grpSpPr>
                <a:xfrm rot="10800000">
                  <a:off x="4981674" y="4695262"/>
                  <a:ext cx="394660" cy="813007"/>
                  <a:chOff x="4981674" y="4695262"/>
                  <a:chExt cx="394660" cy="813007"/>
                </a:xfrm>
              </p:grpSpPr>
              <p:sp>
                <p:nvSpPr>
                  <p:cNvPr id="31" name="Textfeld 30">
                    <a:extLst>
                      <a:ext uri="{FF2B5EF4-FFF2-40B4-BE49-F238E27FC236}">
                        <a16:creationId xmlns:a16="http://schemas.microsoft.com/office/drawing/2014/main" id="{A44C3055-F107-900B-0C8D-2FFBA7A5161C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5231270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M3</a:t>
                    </a:r>
                  </a:p>
                </p:txBody>
              </p:sp>
              <p:sp>
                <p:nvSpPr>
                  <p:cNvPr id="32" name="Textfeld 31">
                    <a:extLst>
                      <a:ext uri="{FF2B5EF4-FFF2-40B4-BE49-F238E27FC236}">
                        <a16:creationId xmlns:a16="http://schemas.microsoft.com/office/drawing/2014/main" id="{2F1AD4B7-345A-09BD-FA60-279EE084034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5054542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M3</a:t>
                    </a:r>
                  </a:p>
                </p:txBody>
              </p:sp>
              <p:sp>
                <p:nvSpPr>
                  <p:cNvPr id="33" name="Textfeld 32">
                    <a:extLst>
                      <a:ext uri="{FF2B5EF4-FFF2-40B4-BE49-F238E27FC236}">
                        <a16:creationId xmlns:a16="http://schemas.microsoft.com/office/drawing/2014/main" id="{5B6DF5C8-29A0-D2BA-52EF-4F265B36AC2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4878086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M4</a:t>
                    </a:r>
                  </a:p>
                </p:txBody>
              </p:sp>
              <p:sp>
                <p:nvSpPr>
                  <p:cNvPr id="34" name="Textfeld 33">
                    <a:extLst>
                      <a:ext uri="{FF2B5EF4-FFF2-40B4-BE49-F238E27FC236}">
                        <a16:creationId xmlns:a16="http://schemas.microsoft.com/office/drawing/2014/main" id="{5E166016-AC0A-E3F9-B9A2-014907271C60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4695262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M4</a:t>
                    </a:r>
                  </a:p>
                </p:txBody>
              </p:sp>
            </p:grpSp>
          </p:grpSp>
          <p:grpSp>
            <p:nvGrpSpPr>
              <p:cNvPr id="855" name="Gruppieren 854">
                <a:extLst>
                  <a:ext uri="{FF2B5EF4-FFF2-40B4-BE49-F238E27FC236}">
                    <a16:creationId xmlns:a16="http://schemas.microsoft.com/office/drawing/2014/main" id="{AD0CC171-179A-E473-8D1C-E89C5E0FE9DE}"/>
                  </a:ext>
                </a:extLst>
              </p:cNvPr>
              <p:cNvGrpSpPr/>
              <p:nvPr/>
            </p:nvGrpSpPr>
            <p:grpSpPr>
              <a:xfrm>
                <a:off x="4764663" y="822249"/>
                <a:ext cx="883515" cy="451683"/>
                <a:chOff x="9778828" y="4201164"/>
                <a:chExt cx="883515" cy="451683"/>
              </a:xfrm>
            </p:grpSpPr>
            <p:sp>
              <p:nvSpPr>
                <p:cNvPr id="41" name="Textfeld 40">
                  <a:extLst>
                    <a:ext uri="{FF2B5EF4-FFF2-40B4-BE49-F238E27FC236}">
                      <a16:creationId xmlns:a16="http://schemas.microsoft.com/office/drawing/2014/main" id="{F349850D-5968-9125-657F-C1A24B0BAC71}"/>
                    </a:ext>
                  </a:extLst>
                </p:cNvPr>
                <p:cNvSpPr txBox="1"/>
                <p:nvPr/>
              </p:nvSpPr>
              <p:spPr>
                <a:xfrm>
                  <a:off x="10197517" y="4201164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42" name="Textfeld 41">
                  <a:extLst>
                    <a:ext uri="{FF2B5EF4-FFF2-40B4-BE49-F238E27FC236}">
                      <a16:creationId xmlns:a16="http://schemas.microsoft.com/office/drawing/2014/main" id="{A010C392-0DF1-D4CA-AF77-CFF416AE6EFA}"/>
                    </a:ext>
                  </a:extLst>
                </p:cNvPr>
                <p:cNvSpPr txBox="1"/>
                <p:nvPr/>
              </p:nvSpPr>
              <p:spPr>
                <a:xfrm>
                  <a:off x="10185930" y="4375848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  <p:grpSp>
              <p:nvGrpSpPr>
                <p:cNvPr id="71" name="Gruppieren 70">
                  <a:extLst>
                    <a:ext uri="{FF2B5EF4-FFF2-40B4-BE49-F238E27FC236}">
                      <a16:creationId xmlns:a16="http://schemas.microsoft.com/office/drawing/2014/main" id="{939A814D-99CF-DD01-D21B-F74DBF5D7EDC}"/>
                    </a:ext>
                  </a:extLst>
                </p:cNvPr>
                <p:cNvGrpSpPr/>
                <p:nvPr/>
              </p:nvGrpSpPr>
              <p:grpSpPr>
                <a:xfrm rot="10800000">
                  <a:off x="9778828" y="4233498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78" name="Rechteck 77">
                    <a:extLst>
                      <a:ext uri="{FF2B5EF4-FFF2-40B4-BE49-F238E27FC236}">
                        <a16:creationId xmlns:a16="http://schemas.microsoft.com/office/drawing/2014/main" id="{E08DE165-1A3F-7F9F-2E0A-A90849FC20F9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9" name="Ellipse 78">
                    <a:extLst>
                      <a:ext uri="{FF2B5EF4-FFF2-40B4-BE49-F238E27FC236}">
                        <a16:creationId xmlns:a16="http://schemas.microsoft.com/office/drawing/2014/main" id="{DA68C4F9-38CD-20A4-332C-844B525A689F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0" name="Ellipse 79">
                    <a:extLst>
                      <a:ext uri="{FF2B5EF4-FFF2-40B4-BE49-F238E27FC236}">
                        <a16:creationId xmlns:a16="http://schemas.microsoft.com/office/drawing/2014/main" id="{366069BA-A017-944B-F28F-30BC9A095258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DDAEB8F4-8BFB-8A3F-A43C-B8B0398CDC34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ADB60E8-9873-0589-8F05-D1C50F4AD9C6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</p:grpSp>
          <p:grpSp>
            <p:nvGrpSpPr>
              <p:cNvPr id="785" name="Gruppieren 784">
                <a:extLst>
                  <a:ext uri="{FF2B5EF4-FFF2-40B4-BE49-F238E27FC236}">
                    <a16:creationId xmlns:a16="http://schemas.microsoft.com/office/drawing/2014/main" id="{496A1A52-C534-1963-9EC1-C66336CA29EB}"/>
                  </a:ext>
                </a:extLst>
              </p:cNvPr>
              <p:cNvGrpSpPr/>
              <p:nvPr/>
            </p:nvGrpSpPr>
            <p:grpSpPr>
              <a:xfrm>
                <a:off x="4764649" y="2345615"/>
                <a:ext cx="805459" cy="813007"/>
                <a:chOff x="4570875" y="4695262"/>
                <a:chExt cx="805459" cy="813007"/>
              </a:xfrm>
            </p:grpSpPr>
            <p:grpSp>
              <p:nvGrpSpPr>
                <p:cNvPr id="786" name="Gruppieren 785">
                  <a:extLst>
                    <a:ext uri="{FF2B5EF4-FFF2-40B4-BE49-F238E27FC236}">
                      <a16:creationId xmlns:a16="http://schemas.microsoft.com/office/drawing/2014/main" id="{0039362F-5977-E303-D128-1B319B46B8AD}"/>
                    </a:ext>
                  </a:extLst>
                </p:cNvPr>
                <p:cNvGrpSpPr/>
                <p:nvPr/>
              </p:nvGrpSpPr>
              <p:grpSpPr>
                <a:xfrm rot="10800000">
                  <a:off x="4570875" y="4742614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792" name="Rechteck 791">
                    <a:extLst>
                      <a:ext uri="{FF2B5EF4-FFF2-40B4-BE49-F238E27FC236}">
                        <a16:creationId xmlns:a16="http://schemas.microsoft.com/office/drawing/2014/main" id="{90E01E2C-627D-EDBF-4B3A-94CA74E4CB40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93" name="Ellipse 792">
                    <a:extLst>
                      <a:ext uri="{FF2B5EF4-FFF2-40B4-BE49-F238E27FC236}">
                        <a16:creationId xmlns:a16="http://schemas.microsoft.com/office/drawing/2014/main" id="{61B88366-06EF-28D2-C8BE-748A0C7E3AE3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94" name="Ellipse 793">
                    <a:extLst>
                      <a:ext uri="{FF2B5EF4-FFF2-40B4-BE49-F238E27FC236}">
                        <a16:creationId xmlns:a16="http://schemas.microsoft.com/office/drawing/2014/main" id="{AB119A1A-C92A-07AE-3A3F-F9319AAAE6BA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95" name="Ellipse 794">
                    <a:extLst>
                      <a:ext uri="{FF2B5EF4-FFF2-40B4-BE49-F238E27FC236}">
                        <a16:creationId xmlns:a16="http://schemas.microsoft.com/office/drawing/2014/main" id="{A9FFED6A-DA40-DDDB-2E11-AE760C9A11E1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96" name="Ellipse 795">
                    <a:extLst>
                      <a:ext uri="{FF2B5EF4-FFF2-40B4-BE49-F238E27FC236}">
                        <a16:creationId xmlns:a16="http://schemas.microsoft.com/office/drawing/2014/main" id="{E2ED5E9C-1BE7-09D5-762B-E8BF2C47E252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97" name="Rechteck 796">
                    <a:extLst>
                      <a:ext uri="{FF2B5EF4-FFF2-40B4-BE49-F238E27FC236}">
                        <a16:creationId xmlns:a16="http://schemas.microsoft.com/office/drawing/2014/main" id="{3B84F48C-599A-41A8-EACC-3DECED77AF99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98" name="Rechteck 797">
                    <a:extLst>
                      <a:ext uri="{FF2B5EF4-FFF2-40B4-BE49-F238E27FC236}">
                        <a16:creationId xmlns:a16="http://schemas.microsoft.com/office/drawing/2014/main" id="{700A92AF-9842-D70D-2E6B-06DC173B6411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99" name="Rechteck 798">
                    <a:extLst>
                      <a:ext uri="{FF2B5EF4-FFF2-40B4-BE49-F238E27FC236}">
                        <a16:creationId xmlns:a16="http://schemas.microsoft.com/office/drawing/2014/main" id="{3CB5EE4D-509B-EB9D-9733-D1BD14B96828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800" name="Rechteck 799">
                    <a:extLst>
                      <a:ext uri="{FF2B5EF4-FFF2-40B4-BE49-F238E27FC236}">
                        <a16:creationId xmlns:a16="http://schemas.microsoft.com/office/drawing/2014/main" id="{BD2ED858-0FB4-0934-8C7C-E5016E6CA43C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801" name="Gerader Verbinder 800">
                    <a:extLst>
                      <a:ext uri="{FF2B5EF4-FFF2-40B4-BE49-F238E27FC236}">
                        <a16:creationId xmlns:a16="http://schemas.microsoft.com/office/drawing/2014/main" id="{91BEE313-06A8-0C5B-093F-C33998E118F4}"/>
                      </a:ext>
                    </a:extLst>
                  </p:cNvPr>
                  <p:cNvCxnSpPr>
                    <a:stCxn id="793" idx="3"/>
                    <a:endCxn id="793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2" name="Gerader Verbinder 801">
                    <a:extLst>
                      <a:ext uri="{FF2B5EF4-FFF2-40B4-BE49-F238E27FC236}">
                        <a16:creationId xmlns:a16="http://schemas.microsoft.com/office/drawing/2014/main" id="{85E21DD6-46FC-3AE2-A915-74044EA43B86}"/>
                      </a:ext>
                    </a:extLst>
                  </p:cNvPr>
                  <p:cNvCxnSpPr>
                    <a:cxnSpLocks/>
                    <a:stCxn id="794" idx="1"/>
                    <a:endCxn id="794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3" name="Gerader Verbinder 802">
                    <a:extLst>
                      <a:ext uri="{FF2B5EF4-FFF2-40B4-BE49-F238E27FC236}">
                        <a16:creationId xmlns:a16="http://schemas.microsoft.com/office/drawing/2014/main" id="{1B4DF806-C493-6FE1-08F8-E3898A708C6F}"/>
                      </a:ext>
                    </a:extLst>
                  </p:cNvPr>
                  <p:cNvCxnSpPr>
                    <a:cxnSpLocks/>
                    <a:stCxn id="795" idx="2"/>
                    <a:endCxn id="795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4" name="Gerader Verbinder 803">
                    <a:extLst>
                      <a:ext uri="{FF2B5EF4-FFF2-40B4-BE49-F238E27FC236}">
                        <a16:creationId xmlns:a16="http://schemas.microsoft.com/office/drawing/2014/main" id="{4E17C1EE-6C13-2E1D-79D9-9DF1FA8B48B6}"/>
                      </a:ext>
                    </a:extLst>
                  </p:cNvPr>
                  <p:cNvCxnSpPr>
                    <a:cxnSpLocks/>
                    <a:stCxn id="796" idx="4"/>
                    <a:endCxn id="796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87" name="Gruppieren 786">
                  <a:extLst>
                    <a:ext uri="{FF2B5EF4-FFF2-40B4-BE49-F238E27FC236}">
                      <a16:creationId xmlns:a16="http://schemas.microsoft.com/office/drawing/2014/main" id="{FCA4E59C-81DD-83E5-319F-991A8A379ECF}"/>
                    </a:ext>
                  </a:extLst>
                </p:cNvPr>
                <p:cNvGrpSpPr/>
                <p:nvPr/>
              </p:nvGrpSpPr>
              <p:grpSpPr>
                <a:xfrm rot="10800000">
                  <a:off x="4981674" y="4695262"/>
                  <a:ext cx="394660" cy="813007"/>
                  <a:chOff x="4981674" y="4695262"/>
                  <a:chExt cx="394660" cy="813007"/>
                </a:xfrm>
              </p:grpSpPr>
              <p:sp>
                <p:nvSpPr>
                  <p:cNvPr id="788" name="Textfeld 787">
                    <a:extLst>
                      <a:ext uri="{FF2B5EF4-FFF2-40B4-BE49-F238E27FC236}">
                        <a16:creationId xmlns:a16="http://schemas.microsoft.com/office/drawing/2014/main" id="{D1A4336E-AFB4-FCE1-BB1B-796E2615E12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5231270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M1</a:t>
                    </a:r>
                  </a:p>
                </p:txBody>
              </p:sp>
              <p:sp>
                <p:nvSpPr>
                  <p:cNvPr id="789" name="Textfeld 788">
                    <a:extLst>
                      <a:ext uri="{FF2B5EF4-FFF2-40B4-BE49-F238E27FC236}">
                        <a16:creationId xmlns:a16="http://schemas.microsoft.com/office/drawing/2014/main" id="{A618DD19-BA39-C53A-4D1D-EF47AFC5E0BC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5054542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M1</a:t>
                    </a:r>
                  </a:p>
                </p:txBody>
              </p:sp>
              <p:sp>
                <p:nvSpPr>
                  <p:cNvPr id="790" name="Textfeld 789">
                    <a:extLst>
                      <a:ext uri="{FF2B5EF4-FFF2-40B4-BE49-F238E27FC236}">
                        <a16:creationId xmlns:a16="http://schemas.microsoft.com/office/drawing/2014/main" id="{7C0BAA85-A406-15AB-77F4-5C1E836C5CB6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4878086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M2</a:t>
                    </a:r>
                  </a:p>
                </p:txBody>
              </p:sp>
              <p:sp>
                <p:nvSpPr>
                  <p:cNvPr id="791" name="Textfeld 790">
                    <a:extLst>
                      <a:ext uri="{FF2B5EF4-FFF2-40B4-BE49-F238E27FC236}">
                        <a16:creationId xmlns:a16="http://schemas.microsoft.com/office/drawing/2014/main" id="{B0DE9934-30F5-8B71-B3DA-F9B0A9FABB33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981674" y="4695262"/>
                    <a:ext cx="39466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200" dirty="0"/>
                      <a:t>M2</a:t>
                    </a:r>
                  </a:p>
                </p:txBody>
              </p:sp>
            </p:grpSp>
          </p:grpSp>
          <p:sp>
            <p:nvSpPr>
              <p:cNvPr id="857" name="Textfeld 856">
                <a:extLst>
                  <a:ext uri="{FF2B5EF4-FFF2-40B4-BE49-F238E27FC236}">
                    <a16:creationId xmlns:a16="http://schemas.microsoft.com/office/drawing/2014/main" id="{FC90B67E-442C-6544-AF98-40F5B4CB29C5}"/>
                  </a:ext>
                </a:extLst>
              </p:cNvPr>
              <p:cNvSpPr txBox="1"/>
              <p:nvPr/>
            </p:nvSpPr>
            <p:spPr>
              <a:xfrm>
                <a:off x="5183271" y="1495897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858" name="Textfeld 857">
                <a:extLst>
                  <a:ext uri="{FF2B5EF4-FFF2-40B4-BE49-F238E27FC236}">
                    <a16:creationId xmlns:a16="http://schemas.microsoft.com/office/drawing/2014/main" id="{55BADBCA-FC7E-C808-5A10-BC1C332AFC90}"/>
                  </a:ext>
                </a:extLst>
              </p:cNvPr>
              <p:cNvSpPr txBox="1"/>
              <p:nvPr/>
            </p:nvSpPr>
            <p:spPr>
              <a:xfrm>
                <a:off x="5183271" y="1674919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grpSp>
            <p:nvGrpSpPr>
              <p:cNvPr id="868" name="Gruppieren 867">
                <a:extLst>
                  <a:ext uri="{FF2B5EF4-FFF2-40B4-BE49-F238E27FC236}">
                    <a16:creationId xmlns:a16="http://schemas.microsoft.com/office/drawing/2014/main" id="{26419DF4-4988-4427-8590-D90C59AEC892}"/>
                  </a:ext>
                </a:extLst>
              </p:cNvPr>
              <p:cNvGrpSpPr/>
              <p:nvPr/>
            </p:nvGrpSpPr>
            <p:grpSpPr>
              <a:xfrm>
                <a:off x="4766353" y="1550815"/>
                <a:ext cx="433247" cy="540436"/>
                <a:chOff x="10598485" y="1897100"/>
                <a:chExt cx="433247" cy="540436"/>
              </a:xfrm>
            </p:grpSpPr>
            <p:sp>
              <p:nvSpPr>
                <p:cNvPr id="860" name="Rechteck 859">
                  <a:extLst>
                    <a:ext uri="{FF2B5EF4-FFF2-40B4-BE49-F238E27FC236}">
                      <a16:creationId xmlns:a16="http://schemas.microsoft.com/office/drawing/2014/main" id="{59912080-7B10-0413-8637-1B8DC0F3FC7C}"/>
                    </a:ext>
                  </a:extLst>
                </p:cNvPr>
                <p:cNvSpPr/>
                <p:nvPr/>
              </p:nvSpPr>
              <p:spPr>
                <a:xfrm rot="10800000">
                  <a:off x="10598485" y="1897650"/>
                  <a:ext cx="432000" cy="539886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61" name="Ellipse 860">
                  <a:extLst>
                    <a:ext uri="{FF2B5EF4-FFF2-40B4-BE49-F238E27FC236}">
                      <a16:creationId xmlns:a16="http://schemas.microsoft.com/office/drawing/2014/main" id="{C1D665C8-10B5-3497-531F-E2C7ED3DB62F}"/>
                    </a:ext>
                  </a:extLst>
                </p:cNvPr>
                <p:cNvSpPr/>
                <p:nvPr/>
              </p:nvSpPr>
              <p:spPr>
                <a:xfrm rot="10800000">
                  <a:off x="10700575" y="2094832"/>
                  <a:ext cx="144000" cy="144000"/>
                </a:xfrm>
                <a:prstGeom prst="ellipse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62" name="Ellipse 861">
                  <a:extLst>
                    <a:ext uri="{FF2B5EF4-FFF2-40B4-BE49-F238E27FC236}">
                      <a16:creationId xmlns:a16="http://schemas.microsoft.com/office/drawing/2014/main" id="{C89DA268-1107-3FE9-CE48-04F0802F83C5}"/>
                    </a:ext>
                  </a:extLst>
                </p:cNvPr>
                <p:cNvSpPr/>
                <p:nvPr/>
              </p:nvSpPr>
              <p:spPr>
                <a:xfrm rot="10800000">
                  <a:off x="10700575" y="1918657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3" name="Rechteck 862">
                  <a:extLst>
                    <a:ext uri="{FF2B5EF4-FFF2-40B4-BE49-F238E27FC236}">
                      <a16:creationId xmlns:a16="http://schemas.microsoft.com/office/drawing/2014/main" id="{801F45B1-4544-1D0C-E51A-BC0458B94F8A}"/>
                    </a:ext>
                  </a:extLst>
                </p:cNvPr>
                <p:cNvSpPr/>
                <p:nvPr/>
              </p:nvSpPr>
              <p:spPr>
                <a:xfrm rot="10800000">
                  <a:off x="10941732" y="207686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64" name="Rechteck 863">
                  <a:extLst>
                    <a:ext uri="{FF2B5EF4-FFF2-40B4-BE49-F238E27FC236}">
                      <a16:creationId xmlns:a16="http://schemas.microsoft.com/office/drawing/2014/main" id="{DA60D345-0B29-F7FA-6F82-438F85496F4B}"/>
                    </a:ext>
                  </a:extLst>
                </p:cNvPr>
                <p:cNvSpPr/>
                <p:nvPr/>
              </p:nvSpPr>
              <p:spPr>
                <a:xfrm rot="10800000">
                  <a:off x="10941732" y="189710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65" name="Ellipse 864">
                  <a:extLst>
                    <a:ext uri="{FF2B5EF4-FFF2-40B4-BE49-F238E27FC236}">
                      <a16:creationId xmlns:a16="http://schemas.microsoft.com/office/drawing/2014/main" id="{F93D3E32-3E57-DCFC-5276-31E57C090116}"/>
                    </a:ext>
                  </a:extLst>
                </p:cNvPr>
                <p:cNvSpPr/>
                <p:nvPr/>
              </p:nvSpPr>
              <p:spPr>
                <a:xfrm rot="10800000">
                  <a:off x="10700575" y="227550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6" name="Rechteck 865">
                  <a:extLst>
                    <a:ext uri="{FF2B5EF4-FFF2-40B4-BE49-F238E27FC236}">
                      <a16:creationId xmlns:a16="http://schemas.microsoft.com/office/drawing/2014/main" id="{4C7ED593-F10D-629F-33B3-82C863383AC7}"/>
                    </a:ext>
                  </a:extLst>
                </p:cNvPr>
                <p:cNvSpPr/>
                <p:nvPr/>
              </p:nvSpPr>
              <p:spPr>
                <a:xfrm rot="10800000">
                  <a:off x="10941732" y="2257536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867" name="Textfeld 866">
                <a:extLst>
                  <a:ext uri="{FF2B5EF4-FFF2-40B4-BE49-F238E27FC236}">
                    <a16:creationId xmlns:a16="http://schemas.microsoft.com/office/drawing/2014/main" id="{5B464068-9CF1-6A82-7011-E0EE3B21456A}"/>
                  </a:ext>
                </a:extLst>
              </p:cNvPr>
              <p:cNvSpPr txBox="1"/>
              <p:nvPr/>
            </p:nvSpPr>
            <p:spPr>
              <a:xfrm>
                <a:off x="5176073" y="1872071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  <p:grpSp>
            <p:nvGrpSpPr>
              <p:cNvPr id="932" name="Gruppieren 931">
                <a:extLst>
                  <a:ext uri="{FF2B5EF4-FFF2-40B4-BE49-F238E27FC236}">
                    <a16:creationId xmlns:a16="http://schemas.microsoft.com/office/drawing/2014/main" id="{DA78915E-8554-ED04-5343-53BE9F117DAB}"/>
                  </a:ext>
                </a:extLst>
              </p:cNvPr>
              <p:cNvGrpSpPr/>
              <p:nvPr/>
            </p:nvGrpSpPr>
            <p:grpSpPr>
              <a:xfrm rot="5400000">
                <a:off x="3551262" y="2886048"/>
                <a:ext cx="525290" cy="547705"/>
                <a:chOff x="5563468" y="5322827"/>
                <a:chExt cx="525290" cy="547705"/>
              </a:xfrm>
            </p:grpSpPr>
            <p:grpSp>
              <p:nvGrpSpPr>
                <p:cNvPr id="933" name="Gruppieren 932">
                  <a:extLst>
                    <a:ext uri="{FF2B5EF4-FFF2-40B4-BE49-F238E27FC236}">
                      <a16:creationId xmlns:a16="http://schemas.microsoft.com/office/drawing/2014/main" id="{F4C5E80A-25FA-EBCF-4928-7FE10C505649}"/>
                    </a:ext>
                  </a:extLst>
                </p:cNvPr>
                <p:cNvGrpSpPr/>
                <p:nvPr/>
              </p:nvGrpSpPr>
              <p:grpSpPr>
                <a:xfrm rot="5400000">
                  <a:off x="5654705" y="5436480"/>
                  <a:ext cx="547705" cy="320400"/>
                  <a:chOff x="7869855" y="3649930"/>
                  <a:chExt cx="547705" cy="320400"/>
                </a:xfrm>
              </p:grpSpPr>
              <p:sp>
                <p:nvSpPr>
                  <p:cNvPr id="935" name="Rechteck 934">
                    <a:extLst>
                      <a:ext uri="{FF2B5EF4-FFF2-40B4-BE49-F238E27FC236}">
                        <a16:creationId xmlns:a16="http://schemas.microsoft.com/office/drawing/2014/main" id="{F5EC92F3-A720-887E-AAC2-57CB4F8CAC8A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30"/>
                    <a:ext cx="547705" cy="3204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36" name="Rechteck 935">
                    <a:extLst>
                      <a:ext uri="{FF2B5EF4-FFF2-40B4-BE49-F238E27FC236}">
                        <a16:creationId xmlns:a16="http://schemas.microsoft.com/office/drawing/2014/main" id="{E62363D1-BA17-5828-1351-63E92727EEB4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7" name="Rechteck 936">
                    <a:extLst>
                      <a:ext uri="{FF2B5EF4-FFF2-40B4-BE49-F238E27FC236}">
                        <a16:creationId xmlns:a16="http://schemas.microsoft.com/office/drawing/2014/main" id="{CB791D92-B3B2-DF86-B8A3-0AFBE476097D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8" name="Rechteck 937">
                    <a:extLst>
                      <a:ext uri="{FF2B5EF4-FFF2-40B4-BE49-F238E27FC236}">
                        <a16:creationId xmlns:a16="http://schemas.microsoft.com/office/drawing/2014/main" id="{BC74305A-A146-ED2F-97DB-4DD3514D7863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34" name="Textfeld 933">
                  <a:extLst>
                    <a:ext uri="{FF2B5EF4-FFF2-40B4-BE49-F238E27FC236}">
                      <a16:creationId xmlns:a16="http://schemas.microsoft.com/office/drawing/2014/main" id="{E74CE77E-7470-0802-C90E-7A8FE669B520}"/>
                    </a:ext>
                  </a:extLst>
                </p:cNvPr>
                <p:cNvSpPr txBox="1"/>
                <p:nvPr/>
              </p:nvSpPr>
              <p:spPr>
                <a:xfrm rot="16200000">
                  <a:off x="5535095" y="5458180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S3</a:t>
                  </a:r>
                </a:p>
              </p:txBody>
            </p:sp>
          </p:grpSp>
          <p:grpSp>
            <p:nvGrpSpPr>
              <p:cNvPr id="939" name="Gruppieren 938">
                <a:extLst>
                  <a:ext uri="{FF2B5EF4-FFF2-40B4-BE49-F238E27FC236}">
                    <a16:creationId xmlns:a16="http://schemas.microsoft.com/office/drawing/2014/main" id="{F2B1C5D8-0135-2E72-B831-4E94E21305D5}"/>
                  </a:ext>
                </a:extLst>
              </p:cNvPr>
              <p:cNvGrpSpPr/>
              <p:nvPr/>
            </p:nvGrpSpPr>
            <p:grpSpPr>
              <a:xfrm rot="5400000">
                <a:off x="4155752" y="2886048"/>
                <a:ext cx="525290" cy="547705"/>
                <a:chOff x="5563468" y="5322827"/>
                <a:chExt cx="525290" cy="547705"/>
              </a:xfrm>
            </p:grpSpPr>
            <p:grpSp>
              <p:nvGrpSpPr>
                <p:cNvPr id="940" name="Gruppieren 939">
                  <a:extLst>
                    <a:ext uri="{FF2B5EF4-FFF2-40B4-BE49-F238E27FC236}">
                      <a16:creationId xmlns:a16="http://schemas.microsoft.com/office/drawing/2014/main" id="{2AFF9E7B-5084-8587-FDC6-C3C64EEA9277}"/>
                    </a:ext>
                  </a:extLst>
                </p:cNvPr>
                <p:cNvGrpSpPr/>
                <p:nvPr/>
              </p:nvGrpSpPr>
              <p:grpSpPr>
                <a:xfrm rot="5400000">
                  <a:off x="5654705" y="5436480"/>
                  <a:ext cx="547705" cy="320400"/>
                  <a:chOff x="7869855" y="3649930"/>
                  <a:chExt cx="547705" cy="320400"/>
                </a:xfrm>
              </p:grpSpPr>
              <p:sp>
                <p:nvSpPr>
                  <p:cNvPr id="942" name="Rechteck 941">
                    <a:extLst>
                      <a:ext uri="{FF2B5EF4-FFF2-40B4-BE49-F238E27FC236}">
                        <a16:creationId xmlns:a16="http://schemas.microsoft.com/office/drawing/2014/main" id="{AC7B5BBA-5A23-9F2B-9ACD-7D3964585D47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30"/>
                    <a:ext cx="547705" cy="3204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43" name="Rechteck 942">
                    <a:extLst>
                      <a:ext uri="{FF2B5EF4-FFF2-40B4-BE49-F238E27FC236}">
                        <a16:creationId xmlns:a16="http://schemas.microsoft.com/office/drawing/2014/main" id="{E82AA49E-E719-AE08-7949-C5EFC79A6725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4" name="Rechteck 943">
                    <a:extLst>
                      <a:ext uri="{FF2B5EF4-FFF2-40B4-BE49-F238E27FC236}">
                        <a16:creationId xmlns:a16="http://schemas.microsoft.com/office/drawing/2014/main" id="{835E2FB0-E37E-8A75-026D-655B58ED77F8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5" name="Rechteck 944">
                    <a:extLst>
                      <a:ext uri="{FF2B5EF4-FFF2-40B4-BE49-F238E27FC236}">
                        <a16:creationId xmlns:a16="http://schemas.microsoft.com/office/drawing/2014/main" id="{309CF426-D3E0-E450-7C64-0D2BC431666A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41" name="Textfeld 940">
                  <a:extLst>
                    <a:ext uri="{FF2B5EF4-FFF2-40B4-BE49-F238E27FC236}">
                      <a16:creationId xmlns:a16="http://schemas.microsoft.com/office/drawing/2014/main" id="{EA02D3AF-E0AD-D1CD-7EEC-9FC3F821FD18}"/>
                    </a:ext>
                  </a:extLst>
                </p:cNvPr>
                <p:cNvSpPr txBox="1"/>
                <p:nvPr/>
              </p:nvSpPr>
              <p:spPr>
                <a:xfrm rot="16200000">
                  <a:off x="5504638" y="5470203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</p:grpSp>
          <p:grpSp>
            <p:nvGrpSpPr>
              <p:cNvPr id="946" name="Gruppieren 945">
                <a:extLst>
                  <a:ext uri="{FF2B5EF4-FFF2-40B4-BE49-F238E27FC236}">
                    <a16:creationId xmlns:a16="http://schemas.microsoft.com/office/drawing/2014/main" id="{A78BD16E-7B10-D29A-2E86-9A449241BA49}"/>
                  </a:ext>
                </a:extLst>
              </p:cNvPr>
              <p:cNvGrpSpPr/>
              <p:nvPr/>
            </p:nvGrpSpPr>
            <p:grpSpPr>
              <a:xfrm rot="16200000">
                <a:off x="3545703" y="3385411"/>
                <a:ext cx="530929" cy="547705"/>
                <a:chOff x="5768358" y="5322827"/>
                <a:chExt cx="530929" cy="547705"/>
              </a:xfrm>
            </p:grpSpPr>
            <p:grpSp>
              <p:nvGrpSpPr>
                <p:cNvPr id="947" name="Gruppieren 946">
                  <a:extLst>
                    <a:ext uri="{FF2B5EF4-FFF2-40B4-BE49-F238E27FC236}">
                      <a16:creationId xmlns:a16="http://schemas.microsoft.com/office/drawing/2014/main" id="{7D77C6DD-4345-4A3C-ACCC-C7674D23A392}"/>
                    </a:ext>
                  </a:extLst>
                </p:cNvPr>
                <p:cNvGrpSpPr/>
                <p:nvPr/>
              </p:nvGrpSpPr>
              <p:grpSpPr>
                <a:xfrm rot="5400000">
                  <a:off x="5654705" y="5436480"/>
                  <a:ext cx="547705" cy="320400"/>
                  <a:chOff x="7869855" y="3649930"/>
                  <a:chExt cx="547705" cy="320400"/>
                </a:xfrm>
              </p:grpSpPr>
              <p:sp>
                <p:nvSpPr>
                  <p:cNvPr id="949" name="Rechteck 948">
                    <a:extLst>
                      <a:ext uri="{FF2B5EF4-FFF2-40B4-BE49-F238E27FC236}">
                        <a16:creationId xmlns:a16="http://schemas.microsoft.com/office/drawing/2014/main" id="{66A5DDCF-8192-CE43-9EFF-515A93908608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30"/>
                    <a:ext cx="547705" cy="3204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50" name="Rechteck 949">
                    <a:extLst>
                      <a:ext uri="{FF2B5EF4-FFF2-40B4-BE49-F238E27FC236}">
                        <a16:creationId xmlns:a16="http://schemas.microsoft.com/office/drawing/2014/main" id="{40132940-86D2-EA33-EEB8-1036DEDBFE5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1" name="Rechteck 950">
                    <a:extLst>
                      <a:ext uri="{FF2B5EF4-FFF2-40B4-BE49-F238E27FC236}">
                        <a16:creationId xmlns:a16="http://schemas.microsoft.com/office/drawing/2014/main" id="{DEB3D623-E62A-B9F2-A78B-E5280403325D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2" name="Rechteck 951">
                    <a:extLst>
                      <a:ext uri="{FF2B5EF4-FFF2-40B4-BE49-F238E27FC236}">
                        <a16:creationId xmlns:a16="http://schemas.microsoft.com/office/drawing/2014/main" id="{B9B55E00-73E7-68DB-7196-F6BAB9256115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48" name="Textfeld 947">
                  <a:extLst>
                    <a:ext uri="{FF2B5EF4-FFF2-40B4-BE49-F238E27FC236}">
                      <a16:creationId xmlns:a16="http://schemas.microsoft.com/office/drawing/2014/main" id="{52E7BAF0-4481-A873-B716-9A27156F6554}"/>
                    </a:ext>
                  </a:extLst>
                </p:cNvPr>
                <p:cNvSpPr txBox="1"/>
                <p:nvPr/>
              </p:nvSpPr>
              <p:spPr>
                <a:xfrm rot="5400000">
                  <a:off x="5993915" y="5458265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S4</a:t>
                  </a:r>
                </a:p>
              </p:txBody>
            </p:sp>
          </p:grpSp>
          <p:grpSp>
            <p:nvGrpSpPr>
              <p:cNvPr id="953" name="Gruppieren 952">
                <a:extLst>
                  <a:ext uri="{FF2B5EF4-FFF2-40B4-BE49-F238E27FC236}">
                    <a16:creationId xmlns:a16="http://schemas.microsoft.com/office/drawing/2014/main" id="{90B3FCBA-832A-7E8A-4C88-EDFF74A0919E}"/>
                  </a:ext>
                </a:extLst>
              </p:cNvPr>
              <p:cNvGrpSpPr/>
              <p:nvPr/>
            </p:nvGrpSpPr>
            <p:grpSpPr>
              <a:xfrm rot="16200000">
                <a:off x="4150193" y="3385411"/>
                <a:ext cx="530929" cy="547705"/>
                <a:chOff x="5768358" y="5322827"/>
                <a:chExt cx="530929" cy="547705"/>
              </a:xfrm>
            </p:grpSpPr>
            <p:grpSp>
              <p:nvGrpSpPr>
                <p:cNvPr id="954" name="Gruppieren 953">
                  <a:extLst>
                    <a:ext uri="{FF2B5EF4-FFF2-40B4-BE49-F238E27FC236}">
                      <a16:creationId xmlns:a16="http://schemas.microsoft.com/office/drawing/2014/main" id="{4414436B-275F-1604-1926-5CAB72F14515}"/>
                    </a:ext>
                  </a:extLst>
                </p:cNvPr>
                <p:cNvGrpSpPr/>
                <p:nvPr/>
              </p:nvGrpSpPr>
              <p:grpSpPr>
                <a:xfrm rot="5400000">
                  <a:off x="5654705" y="5436480"/>
                  <a:ext cx="547705" cy="320400"/>
                  <a:chOff x="7869855" y="3649930"/>
                  <a:chExt cx="547705" cy="320400"/>
                </a:xfrm>
              </p:grpSpPr>
              <p:sp>
                <p:nvSpPr>
                  <p:cNvPr id="956" name="Rechteck 955">
                    <a:extLst>
                      <a:ext uri="{FF2B5EF4-FFF2-40B4-BE49-F238E27FC236}">
                        <a16:creationId xmlns:a16="http://schemas.microsoft.com/office/drawing/2014/main" id="{3B79FB47-788A-B66F-EA8F-A17E01AB1725}"/>
                      </a:ext>
                    </a:extLst>
                  </p:cNvPr>
                  <p:cNvSpPr/>
                  <p:nvPr/>
                </p:nvSpPr>
                <p:spPr>
                  <a:xfrm>
                    <a:off x="7869855" y="3649930"/>
                    <a:ext cx="547705" cy="3204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57" name="Rechteck 956">
                    <a:extLst>
                      <a:ext uri="{FF2B5EF4-FFF2-40B4-BE49-F238E27FC236}">
                        <a16:creationId xmlns:a16="http://schemas.microsoft.com/office/drawing/2014/main" id="{900F38DD-19CA-7C56-5591-218B74A9E4F4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8" name="Rechteck 957">
                    <a:extLst>
                      <a:ext uri="{FF2B5EF4-FFF2-40B4-BE49-F238E27FC236}">
                        <a16:creationId xmlns:a16="http://schemas.microsoft.com/office/drawing/2014/main" id="{CE191686-3EAD-98E0-0F1C-C46CD6EC5986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9" name="Rechteck 958">
                    <a:extLst>
                      <a:ext uri="{FF2B5EF4-FFF2-40B4-BE49-F238E27FC236}">
                        <a16:creationId xmlns:a16="http://schemas.microsoft.com/office/drawing/2014/main" id="{4F6697F7-F283-6969-9F1C-2F68CD98D406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55" name="Textfeld 954">
                  <a:extLst>
                    <a:ext uri="{FF2B5EF4-FFF2-40B4-BE49-F238E27FC236}">
                      <a16:creationId xmlns:a16="http://schemas.microsoft.com/office/drawing/2014/main" id="{A142CF51-154C-E2EB-8070-0E69283DEFC1}"/>
                    </a:ext>
                  </a:extLst>
                </p:cNvPr>
                <p:cNvSpPr txBox="1"/>
                <p:nvPr/>
              </p:nvSpPr>
              <p:spPr>
                <a:xfrm rot="5400000">
                  <a:off x="5963458" y="5453743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</p:grpSp>
          <p:grpSp>
            <p:nvGrpSpPr>
              <p:cNvPr id="981" name="Gruppieren 980">
                <a:extLst>
                  <a:ext uri="{FF2B5EF4-FFF2-40B4-BE49-F238E27FC236}">
                    <a16:creationId xmlns:a16="http://schemas.microsoft.com/office/drawing/2014/main" id="{6E893D91-EA0E-923B-6DD7-723AE0EFFDBB}"/>
                  </a:ext>
                </a:extLst>
              </p:cNvPr>
              <p:cNvGrpSpPr/>
              <p:nvPr/>
            </p:nvGrpSpPr>
            <p:grpSpPr>
              <a:xfrm>
                <a:off x="3543714" y="810301"/>
                <a:ext cx="577401" cy="547705"/>
                <a:chOff x="5908758" y="5322827"/>
                <a:chExt cx="577401" cy="547705"/>
              </a:xfrm>
            </p:grpSpPr>
            <p:grpSp>
              <p:nvGrpSpPr>
                <p:cNvPr id="982" name="Gruppieren 981">
                  <a:extLst>
                    <a:ext uri="{FF2B5EF4-FFF2-40B4-BE49-F238E27FC236}">
                      <a16:creationId xmlns:a16="http://schemas.microsoft.com/office/drawing/2014/main" id="{87597C97-25AD-77FA-C27A-C5913447BB98}"/>
                    </a:ext>
                  </a:extLst>
                </p:cNvPr>
                <p:cNvGrpSpPr/>
                <p:nvPr/>
              </p:nvGrpSpPr>
              <p:grpSpPr>
                <a:xfrm rot="5400000">
                  <a:off x="5794896" y="5436689"/>
                  <a:ext cx="547705" cy="319982"/>
                  <a:chOff x="7869856" y="3509947"/>
                  <a:chExt cx="547705" cy="319982"/>
                </a:xfrm>
              </p:grpSpPr>
              <p:sp>
                <p:nvSpPr>
                  <p:cNvPr id="984" name="Rechteck 983">
                    <a:extLst>
                      <a:ext uri="{FF2B5EF4-FFF2-40B4-BE49-F238E27FC236}">
                        <a16:creationId xmlns:a16="http://schemas.microsoft.com/office/drawing/2014/main" id="{EAA26CC3-A66E-50D8-280E-7EFC24D1F57C}"/>
                      </a:ext>
                    </a:extLst>
                  </p:cNvPr>
                  <p:cNvSpPr/>
                  <p:nvPr/>
                </p:nvSpPr>
                <p:spPr>
                  <a:xfrm>
                    <a:off x="7869856" y="3509947"/>
                    <a:ext cx="547705" cy="319982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85" name="Rechteck 984">
                    <a:extLst>
                      <a:ext uri="{FF2B5EF4-FFF2-40B4-BE49-F238E27FC236}">
                        <a16:creationId xmlns:a16="http://schemas.microsoft.com/office/drawing/2014/main" id="{C376E822-1746-4938-098D-702B03E7F0CC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6" name="Rechteck 985">
                    <a:extLst>
                      <a:ext uri="{FF2B5EF4-FFF2-40B4-BE49-F238E27FC236}">
                        <a16:creationId xmlns:a16="http://schemas.microsoft.com/office/drawing/2014/main" id="{64A2891B-F2EE-19BC-1A88-1C828BD4E881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7" name="Rechteck 986">
                    <a:extLst>
                      <a:ext uri="{FF2B5EF4-FFF2-40B4-BE49-F238E27FC236}">
                        <a16:creationId xmlns:a16="http://schemas.microsoft.com/office/drawing/2014/main" id="{86077BC6-C32A-9139-B28E-A9E25898CAC9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83" name="Textfeld 982">
                  <a:extLst>
                    <a:ext uri="{FF2B5EF4-FFF2-40B4-BE49-F238E27FC236}">
                      <a16:creationId xmlns:a16="http://schemas.microsoft.com/office/drawing/2014/main" id="{F49D5BED-594D-DFE3-DE72-D43B8E13DBB0}"/>
                    </a:ext>
                  </a:extLst>
                </p:cNvPr>
                <p:cNvSpPr txBox="1"/>
                <p:nvPr/>
              </p:nvSpPr>
              <p:spPr>
                <a:xfrm>
                  <a:off x="6152413" y="5448412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S1</a:t>
                  </a:r>
                </a:p>
              </p:txBody>
            </p:sp>
          </p:grpSp>
          <p:grpSp>
            <p:nvGrpSpPr>
              <p:cNvPr id="988" name="Gruppieren 987">
                <a:extLst>
                  <a:ext uri="{FF2B5EF4-FFF2-40B4-BE49-F238E27FC236}">
                    <a16:creationId xmlns:a16="http://schemas.microsoft.com/office/drawing/2014/main" id="{10C0BCE4-0D02-54C8-B5F9-C37E57777AA5}"/>
                  </a:ext>
                </a:extLst>
              </p:cNvPr>
              <p:cNvGrpSpPr/>
              <p:nvPr/>
            </p:nvGrpSpPr>
            <p:grpSpPr>
              <a:xfrm>
                <a:off x="4064725" y="810070"/>
                <a:ext cx="634300" cy="547705"/>
                <a:chOff x="5594440" y="5322827"/>
                <a:chExt cx="634300" cy="547705"/>
              </a:xfrm>
            </p:grpSpPr>
            <p:grpSp>
              <p:nvGrpSpPr>
                <p:cNvPr id="989" name="Gruppieren 988">
                  <a:extLst>
                    <a:ext uri="{FF2B5EF4-FFF2-40B4-BE49-F238E27FC236}">
                      <a16:creationId xmlns:a16="http://schemas.microsoft.com/office/drawing/2014/main" id="{A98635C0-00E2-E3D6-6FD6-5507F1578478}"/>
                    </a:ext>
                  </a:extLst>
                </p:cNvPr>
                <p:cNvGrpSpPr/>
                <p:nvPr/>
              </p:nvGrpSpPr>
              <p:grpSpPr>
                <a:xfrm rot="5400000">
                  <a:off x="5794896" y="5436689"/>
                  <a:ext cx="547705" cy="319982"/>
                  <a:chOff x="7869856" y="3509947"/>
                  <a:chExt cx="547705" cy="319982"/>
                </a:xfrm>
              </p:grpSpPr>
              <p:sp>
                <p:nvSpPr>
                  <p:cNvPr id="991" name="Rechteck 990">
                    <a:extLst>
                      <a:ext uri="{FF2B5EF4-FFF2-40B4-BE49-F238E27FC236}">
                        <a16:creationId xmlns:a16="http://schemas.microsoft.com/office/drawing/2014/main" id="{7CFBCC5B-34EE-A5E2-50CA-CC5260BB5DD1}"/>
                      </a:ext>
                    </a:extLst>
                  </p:cNvPr>
                  <p:cNvSpPr/>
                  <p:nvPr/>
                </p:nvSpPr>
                <p:spPr>
                  <a:xfrm>
                    <a:off x="7869856" y="3509947"/>
                    <a:ext cx="547705" cy="319982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92" name="Rechteck 991">
                    <a:extLst>
                      <a:ext uri="{FF2B5EF4-FFF2-40B4-BE49-F238E27FC236}">
                        <a16:creationId xmlns:a16="http://schemas.microsoft.com/office/drawing/2014/main" id="{6BE276E6-C27C-83B5-2E60-F198B7094879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93" name="Rechteck 992">
                    <a:extLst>
                      <a:ext uri="{FF2B5EF4-FFF2-40B4-BE49-F238E27FC236}">
                        <a16:creationId xmlns:a16="http://schemas.microsoft.com/office/drawing/2014/main" id="{31BD0762-6EB9-30F7-8E2E-25CC141B564B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94" name="Rechteck 993">
                    <a:extLst>
                      <a:ext uri="{FF2B5EF4-FFF2-40B4-BE49-F238E27FC236}">
                        <a16:creationId xmlns:a16="http://schemas.microsoft.com/office/drawing/2014/main" id="{44976D8B-E186-BDE2-CC11-5EA01F7B8516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90" name="Textfeld 989">
                  <a:extLst>
                    <a:ext uri="{FF2B5EF4-FFF2-40B4-BE49-F238E27FC236}">
                      <a16:creationId xmlns:a16="http://schemas.microsoft.com/office/drawing/2014/main" id="{7E0CA3E5-42DB-8CCE-238D-CFA674443736}"/>
                    </a:ext>
                  </a:extLst>
                </p:cNvPr>
                <p:cNvSpPr txBox="1"/>
                <p:nvPr/>
              </p:nvSpPr>
              <p:spPr>
                <a:xfrm>
                  <a:off x="5594440" y="5448643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</p:grpSp>
          <p:grpSp>
            <p:nvGrpSpPr>
              <p:cNvPr id="995" name="Gruppieren 994">
                <a:extLst>
                  <a:ext uri="{FF2B5EF4-FFF2-40B4-BE49-F238E27FC236}">
                    <a16:creationId xmlns:a16="http://schemas.microsoft.com/office/drawing/2014/main" id="{C327AB5C-5FA0-0401-9BFC-2E005F6E9F15}"/>
                  </a:ext>
                </a:extLst>
              </p:cNvPr>
              <p:cNvGrpSpPr/>
              <p:nvPr/>
            </p:nvGrpSpPr>
            <p:grpSpPr>
              <a:xfrm>
                <a:off x="4037707" y="1545113"/>
                <a:ext cx="659243" cy="547705"/>
                <a:chOff x="5569497" y="5322827"/>
                <a:chExt cx="659243" cy="547705"/>
              </a:xfrm>
            </p:grpSpPr>
            <p:grpSp>
              <p:nvGrpSpPr>
                <p:cNvPr id="996" name="Gruppieren 995">
                  <a:extLst>
                    <a:ext uri="{FF2B5EF4-FFF2-40B4-BE49-F238E27FC236}">
                      <a16:creationId xmlns:a16="http://schemas.microsoft.com/office/drawing/2014/main" id="{2A7424D3-B243-A52E-4E06-64A10CA00CC0}"/>
                    </a:ext>
                  </a:extLst>
                </p:cNvPr>
                <p:cNvGrpSpPr/>
                <p:nvPr/>
              </p:nvGrpSpPr>
              <p:grpSpPr>
                <a:xfrm rot="5400000">
                  <a:off x="5794896" y="5436689"/>
                  <a:ext cx="547705" cy="319982"/>
                  <a:chOff x="7869856" y="3509947"/>
                  <a:chExt cx="547705" cy="319982"/>
                </a:xfrm>
              </p:grpSpPr>
              <p:sp>
                <p:nvSpPr>
                  <p:cNvPr id="998" name="Rechteck 997">
                    <a:extLst>
                      <a:ext uri="{FF2B5EF4-FFF2-40B4-BE49-F238E27FC236}">
                        <a16:creationId xmlns:a16="http://schemas.microsoft.com/office/drawing/2014/main" id="{094B7F04-0544-3723-4540-05A2C18F3CC9}"/>
                      </a:ext>
                    </a:extLst>
                  </p:cNvPr>
                  <p:cNvSpPr/>
                  <p:nvPr/>
                </p:nvSpPr>
                <p:spPr>
                  <a:xfrm>
                    <a:off x="7869856" y="3509947"/>
                    <a:ext cx="547705" cy="319982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999" name="Rechteck 998">
                    <a:extLst>
                      <a:ext uri="{FF2B5EF4-FFF2-40B4-BE49-F238E27FC236}">
                        <a16:creationId xmlns:a16="http://schemas.microsoft.com/office/drawing/2014/main" id="{E46ED4E4-2147-06D8-75B0-BD58498254DB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00" name="Rechteck 999">
                    <a:extLst>
                      <a:ext uri="{FF2B5EF4-FFF2-40B4-BE49-F238E27FC236}">
                        <a16:creationId xmlns:a16="http://schemas.microsoft.com/office/drawing/2014/main" id="{B3AF7D96-E6EF-5505-CA35-DA7D1C3D9A20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01" name="Rechteck 1000">
                    <a:extLst>
                      <a:ext uri="{FF2B5EF4-FFF2-40B4-BE49-F238E27FC236}">
                        <a16:creationId xmlns:a16="http://schemas.microsoft.com/office/drawing/2014/main" id="{DC8D25B6-E1C1-6F89-B25F-FA465AA7B6AA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97" name="Textfeld 996">
                  <a:extLst>
                    <a:ext uri="{FF2B5EF4-FFF2-40B4-BE49-F238E27FC236}">
                      <a16:creationId xmlns:a16="http://schemas.microsoft.com/office/drawing/2014/main" id="{719FF1F7-6617-D209-054F-75EAC0169F5C}"/>
                    </a:ext>
                  </a:extLst>
                </p:cNvPr>
                <p:cNvSpPr txBox="1"/>
                <p:nvPr/>
              </p:nvSpPr>
              <p:spPr>
                <a:xfrm>
                  <a:off x="5569497" y="5448643"/>
                  <a:ext cx="4196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BAT</a:t>
                  </a:r>
                </a:p>
              </p:txBody>
            </p:sp>
          </p:grpSp>
          <p:grpSp>
            <p:nvGrpSpPr>
              <p:cNvPr id="1002" name="Gruppieren 1001">
                <a:extLst>
                  <a:ext uri="{FF2B5EF4-FFF2-40B4-BE49-F238E27FC236}">
                    <a16:creationId xmlns:a16="http://schemas.microsoft.com/office/drawing/2014/main" id="{D53E16F5-4567-AD02-21DF-9A92B49D3DAE}"/>
                  </a:ext>
                </a:extLst>
              </p:cNvPr>
              <p:cNvGrpSpPr/>
              <p:nvPr/>
            </p:nvGrpSpPr>
            <p:grpSpPr>
              <a:xfrm>
                <a:off x="3543714" y="2277151"/>
                <a:ext cx="577401" cy="547705"/>
                <a:chOff x="5908758" y="5322827"/>
                <a:chExt cx="577401" cy="547705"/>
              </a:xfrm>
            </p:grpSpPr>
            <p:grpSp>
              <p:nvGrpSpPr>
                <p:cNvPr id="1003" name="Gruppieren 1002">
                  <a:extLst>
                    <a:ext uri="{FF2B5EF4-FFF2-40B4-BE49-F238E27FC236}">
                      <a16:creationId xmlns:a16="http://schemas.microsoft.com/office/drawing/2014/main" id="{EADC8F94-429E-901B-02D1-6D1D53A47E13}"/>
                    </a:ext>
                  </a:extLst>
                </p:cNvPr>
                <p:cNvGrpSpPr/>
                <p:nvPr/>
              </p:nvGrpSpPr>
              <p:grpSpPr>
                <a:xfrm rot="5400000">
                  <a:off x="5794896" y="5436689"/>
                  <a:ext cx="547705" cy="319982"/>
                  <a:chOff x="7869856" y="3509947"/>
                  <a:chExt cx="547705" cy="319982"/>
                </a:xfrm>
              </p:grpSpPr>
              <p:sp>
                <p:nvSpPr>
                  <p:cNvPr id="1005" name="Rechteck 1004">
                    <a:extLst>
                      <a:ext uri="{FF2B5EF4-FFF2-40B4-BE49-F238E27FC236}">
                        <a16:creationId xmlns:a16="http://schemas.microsoft.com/office/drawing/2014/main" id="{640468FE-1227-6E5E-029E-FC8741F794B5}"/>
                      </a:ext>
                    </a:extLst>
                  </p:cNvPr>
                  <p:cNvSpPr/>
                  <p:nvPr/>
                </p:nvSpPr>
                <p:spPr>
                  <a:xfrm>
                    <a:off x="7869856" y="3509947"/>
                    <a:ext cx="547705" cy="319982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1006" name="Rechteck 1005">
                    <a:extLst>
                      <a:ext uri="{FF2B5EF4-FFF2-40B4-BE49-F238E27FC236}">
                        <a16:creationId xmlns:a16="http://schemas.microsoft.com/office/drawing/2014/main" id="{28B6688D-ABD2-A11E-DC96-A932BFF8F39F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07" name="Rechteck 1006">
                    <a:extLst>
                      <a:ext uri="{FF2B5EF4-FFF2-40B4-BE49-F238E27FC236}">
                        <a16:creationId xmlns:a16="http://schemas.microsoft.com/office/drawing/2014/main" id="{96889C91-2B32-9C64-0B8C-80703C3D52A3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08" name="Rechteck 1007">
                    <a:extLst>
                      <a:ext uri="{FF2B5EF4-FFF2-40B4-BE49-F238E27FC236}">
                        <a16:creationId xmlns:a16="http://schemas.microsoft.com/office/drawing/2014/main" id="{FBE27E16-C527-E9CE-2513-C71B20B97D22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004" name="Textfeld 1003">
                  <a:extLst>
                    <a:ext uri="{FF2B5EF4-FFF2-40B4-BE49-F238E27FC236}">
                      <a16:creationId xmlns:a16="http://schemas.microsoft.com/office/drawing/2014/main" id="{718E2BC2-1D93-6C02-8CFC-49081616E3E2}"/>
                    </a:ext>
                  </a:extLst>
                </p:cNvPr>
                <p:cNvSpPr txBox="1"/>
                <p:nvPr/>
              </p:nvSpPr>
              <p:spPr>
                <a:xfrm>
                  <a:off x="6152413" y="5448412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S2</a:t>
                  </a:r>
                </a:p>
              </p:txBody>
            </p:sp>
          </p:grpSp>
          <p:grpSp>
            <p:nvGrpSpPr>
              <p:cNvPr id="1009" name="Gruppieren 1008">
                <a:extLst>
                  <a:ext uri="{FF2B5EF4-FFF2-40B4-BE49-F238E27FC236}">
                    <a16:creationId xmlns:a16="http://schemas.microsoft.com/office/drawing/2014/main" id="{6FBD5458-8835-0A8F-245B-D752457234E0}"/>
                  </a:ext>
                </a:extLst>
              </p:cNvPr>
              <p:cNvGrpSpPr/>
              <p:nvPr/>
            </p:nvGrpSpPr>
            <p:grpSpPr>
              <a:xfrm>
                <a:off x="4064725" y="2276920"/>
                <a:ext cx="634300" cy="547705"/>
                <a:chOff x="5594440" y="5322827"/>
                <a:chExt cx="634300" cy="547705"/>
              </a:xfrm>
            </p:grpSpPr>
            <p:grpSp>
              <p:nvGrpSpPr>
                <p:cNvPr id="1010" name="Gruppieren 1009">
                  <a:extLst>
                    <a:ext uri="{FF2B5EF4-FFF2-40B4-BE49-F238E27FC236}">
                      <a16:creationId xmlns:a16="http://schemas.microsoft.com/office/drawing/2014/main" id="{7494CB15-9F8E-F626-0A09-DA88372CC1DA}"/>
                    </a:ext>
                  </a:extLst>
                </p:cNvPr>
                <p:cNvGrpSpPr/>
                <p:nvPr/>
              </p:nvGrpSpPr>
              <p:grpSpPr>
                <a:xfrm rot="5400000">
                  <a:off x="5794896" y="5436689"/>
                  <a:ext cx="547705" cy="319982"/>
                  <a:chOff x="7869856" y="3509947"/>
                  <a:chExt cx="547705" cy="319982"/>
                </a:xfrm>
              </p:grpSpPr>
              <p:sp>
                <p:nvSpPr>
                  <p:cNvPr id="1012" name="Rechteck 1011">
                    <a:extLst>
                      <a:ext uri="{FF2B5EF4-FFF2-40B4-BE49-F238E27FC236}">
                        <a16:creationId xmlns:a16="http://schemas.microsoft.com/office/drawing/2014/main" id="{0B28E4C8-E200-7B37-1B1C-4E3773D8CDD6}"/>
                      </a:ext>
                    </a:extLst>
                  </p:cNvPr>
                  <p:cNvSpPr/>
                  <p:nvPr/>
                </p:nvSpPr>
                <p:spPr>
                  <a:xfrm>
                    <a:off x="7869856" y="3509947"/>
                    <a:ext cx="547705" cy="319982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1013" name="Rechteck 1012">
                    <a:extLst>
                      <a:ext uri="{FF2B5EF4-FFF2-40B4-BE49-F238E27FC236}">
                        <a16:creationId xmlns:a16="http://schemas.microsoft.com/office/drawing/2014/main" id="{7D832243-61C0-36B3-EB56-5C270F219BF8}"/>
                      </a:ext>
                    </a:extLst>
                  </p:cNvPr>
                  <p:cNvSpPr/>
                  <p:nvPr/>
                </p:nvSpPr>
                <p:spPr>
                  <a:xfrm>
                    <a:off x="7914640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14" name="Rechteck 1013">
                    <a:extLst>
                      <a:ext uri="{FF2B5EF4-FFF2-40B4-BE49-F238E27FC236}">
                        <a16:creationId xmlns:a16="http://schemas.microsoft.com/office/drawing/2014/main" id="{AB04DC9D-8B9A-450A-E417-FFE16B80C714}"/>
                      </a:ext>
                    </a:extLst>
                  </p:cNvPr>
                  <p:cNvSpPr/>
                  <p:nvPr/>
                </p:nvSpPr>
                <p:spPr>
                  <a:xfrm>
                    <a:off x="8094238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015" name="Rechteck 1014">
                    <a:extLst>
                      <a:ext uri="{FF2B5EF4-FFF2-40B4-BE49-F238E27FC236}">
                        <a16:creationId xmlns:a16="http://schemas.microsoft.com/office/drawing/2014/main" id="{538A49D9-7356-157B-249E-31B39FE2E18D}"/>
                      </a:ext>
                    </a:extLst>
                  </p:cNvPr>
                  <p:cNvSpPr/>
                  <p:nvPr/>
                </p:nvSpPr>
                <p:spPr>
                  <a:xfrm>
                    <a:off x="8273836" y="368083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011" name="Textfeld 1010">
                  <a:extLst>
                    <a:ext uri="{FF2B5EF4-FFF2-40B4-BE49-F238E27FC236}">
                      <a16:creationId xmlns:a16="http://schemas.microsoft.com/office/drawing/2014/main" id="{58353F03-FCD9-7778-C7AE-83B442BE7770}"/>
                    </a:ext>
                  </a:extLst>
                </p:cNvPr>
                <p:cNvSpPr txBox="1"/>
                <p:nvPr/>
              </p:nvSpPr>
              <p:spPr>
                <a:xfrm>
                  <a:off x="5594440" y="5448643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</p:grpSp>
        </p:grpSp>
      </p:grpSp>
      <p:grpSp>
        <p:nvGrpSpPr>
          <p:cNvPr id="869" name="Gruppieren 868">
            <a:extLst>
              <a:ext uri="{FF2B5EF4-FFF2-40B4-BE49-F238E27FC236}">
                <a16:creationId xmlns:a16="http://schemas.microsoft.com/office/drawing/2014/main" id="{82F9D60F-A5B7-6040-0F87-AB3BEC068EDA}"/>
              </a:ext>
            </a:extLst>
          </p:cNvPr>
          <p:cNvGrpSpPr/>
          <p:nvPr/>
        </p:nvGrpSpPr>
        <p:grpSpPr>
          <a:xfrm>
            <a:off x="281515" y="220599"/>
            <a:ext cx="4454013" cy="5219098"/>
            <a:chOff x="281515" y="220599"/>
            <a:chExt cx="4454013" cy="5219098"/>
          </a:xfrm>
        </p:grpSpPr>
        <p:sp>
          <p:nvSpPr>
            <p:cNvPr id="978" name="Rechteck 977">
              <a:extLst>
                <a:ext uri="{FF2B5EF4-FFF2-40B4-BE49-F238E27FC236}">
                  <a16:creationId xmlns:a16="http://schemas.microsoft.com/office/drawing/2014/main" id="{4F07317D-A8C9-0A01-BCAF-047965ABFA75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79" name="Gruppieren 978">
              <a:extLst>
                <a:ext uri="{FF2B5EF4-FFF2-40B4-BE49-F238E27FC236}">
                  <a16:creationId xmlns:a16="http://schemas.microsoft.com/office/drawing/2014/main" id="{7F017BC2-3CC8-E412-1120-92057C4FAAD6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-57272" y="1476111"/>
              <a:ext cx="5132545" cy="2621521"/>
              <a:chOff x="493661" y="752743"/>
              <a:chExt cx="6415681" cy="3276901"/>
            </a:xfrm>
          </p:grpSpPr>
          <p:sp>
            <p:nvSpPr>
              <p:cNvPr id="980" name="Rechteck: abgerundete Ecken 979">
                <a:extLst>
                  <a:ext uri="{FF2B5EF4-FFF2-40B4-BE49-F238E27FC236}">
                    <a16:creationId xmlns:a16="http://schemas.microsoft.com/office/drawing/2014/main" id="{6422C64A-CD38-5083-AE0C-04153E0356E6}"/>
                  </a:ext>
                </a:extLst>
              </p:cNvPr>
              <p:cNvSpPr/>
              <p:nvPr/>
            </p:nvSpPr>
            <p:spPr>
              <a:xfrm rot="5400000">
                <a:off x="922762" y="838711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16" name="Rechteck 1015">
                <a:extLst>
                  <a:ext uri="{FF2B5EF4-FFF2-40B4-BE49-F238E27FC236}">
                    <a16:creationId xmlns:a16="http://schemas.microsoft.com/office/drawing/2014/main" id="{F3C4932E-6514-ECD4-4CA0-00FD9202DB36}"/>
                  </a:ext>
                </a:extLst>
              </p:cNvPr>
              <p:cNvSpPr/>
              <p:nvPr/>
            </p:nvSpPr>
            <p:spPr>
              <a:xfrm>
                <a:off x="1005513" y="752743"/>
                <a:ext cx="5312137" cy="3276901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017" name="Gruppieren 1016">
                <a:extLst>
                  <a:ext uri="{FF2B5EF4-FFF2-40B4-BE49-F238E27FC236}">
                    <a16:creationId xmlns:a16="http://schemas.microsoft.com/office/drawing/2014/main" id="{772FDF19-4C0F-7326-99AC-1CA5C6B755BF}"/>
                  </a:ext>
                </a:extLst>
              </p:cNvPr>
              <p:cNvGrpSpPr/>
              <p:nvPr/>
            </p:nvGrpSpPr>
            <p:grpSpPr>
              <a:xfrm>
                <a:off x="1718957" y="1645005"/>
                <a:ext cx="625573" cy="442717"/>
                <a:chOff x="4203494" y="1288261"/>
                <a:chExt cx="625573" cy="442717"/>
              </a:xfrm>
            </p:grpSpPr>
            <p:sp>
              <p:nvSpPr>
                <p:cNvPr id="856" name="Ellipse 855">
                  <a:extLst>
                    <a:ext uri="{FF2B5EF4-FFF2-40B4-BE49-F238E27FC236}">
                      <a16:creationId xmlns:a16="http://schemas.microsoft.com/office/drawing/2014/main" id="{425CC9D2-94A7-A2A6-AB36-42ABE06BEF97}"/>
                    </a:ext>
                  </a:extLst>
                </p:cNvPr>
                <p:cNvSpPr/>
                <p:nvPr/>
              </p:nvSpPr>
              <p:spPr>
                <a:xfrm>
                  <a:off x="4422536" y="1550978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9" name="Textfeld 858">
                  <a:extLst>
                    <a:ext uri="{FF2B5EF4-FFF2-40B4-BE49-F238E27FC236}">
                      <a16:creationId xmlns:a16="http://schemas.microsoft.com/office/drawing/2014/main" id="{5D4C6F69-07FB-80A9-4E7C-A17B066C7E9C}"/>
                    </a:ext>
                  </a:extLst>
                </p:cNvPr>
                <p:cNvSpPr txBox="1"/>
                <p:nvPr/>
              </p:nvSpPr>
              <p:spPr>
                <a:xfrm>
                  <a:off x="4203494" y="1288261"/>
                  <a:ext cx="62557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000" dirty="0"/>
                    <a:t>RESET</a:t>
                  </a:r>
                </a:p>
              </p:txBody>
            </p:sp>
          </p:grpSp>
          <p:grpSp>
            <p:nvGrpSpPr>
              <p:cNvPr id="1018" name="Gruppieren 1017">
                <a:extLst>
                  <a:ext uri="{FF2B5EF4-FFF2-40B4-BE49-F238E27FC236}">
                    <a16:creationId xmlns:a16="http://schemas.microsoft.com/office/drawing/2014/main" id="{763EFB76-B050-79D7-3E9F-2D3FC116073C}"/>
                  </a:ext>
                </a:extLst>
              </p:cNvPr>
              <p:cNvGrpSpPr/>
              <p:nvPr/>
            </p:nvGrpSpPr>
            <p:grpSpPr>
              <a:xfrm>
                <a:off x="1753019" y="1090711"/>
                <a:ext cx="557444" cy="360000"/>
                <a:chOff x="2738087" y="1016826"/>
                <a:chExt cx="557444" cy="360000"/>
              </a:xfrm>
            </p:grpSpPr>
            <p:sp>
              <p:nvSpPr>
                <p:cNvPr id="853" name="Ellipse 852">
                  <a:extLst>
                    <a:ext uri="{FF2B5EF4-FFF2-40B4-BE49-F238E27FC236}">
                      <a16:creationId xmlns:a16="http://schemas.microsoft.com/office/drawing/2014/main" id="{82851A59-2D35-3AD2-AE3A-B4DFCF40587D}"/>
                    </a:ext>
                  </a:extLst>
                </p:cNvPr>
                <p:cNvSpPr/>
                <p:nvPr/>
              </p:nvSpPr>
              <p:spPr>
                <a:xfrm>
                  <a:off x="2833798" y="1016826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4" name="Textfeld 853">
                  <a:extLst>
                    <a:ext uri="{FF2B5EF4-FFF2-40B4-BE49-F238E27FC236}">
                      <a16:creationId xmlns:a16="http://schemas.microsoft.com/office/drawing/2014/main" id="{DEEE21B5-FB0B-FB62-693A-39764475A58C}"/>
                    </a:ext>
                  </a:extLst>
                </p:cNvPr>
                <p:cNvSpPr txBox="1"/>
                <p:nvPr/>
              </p:nvSpPr>
              <p:spPr>
                <a:xfrm>
                  <a:off x="2738087" y="1042570"/>
                  <a:ext cx="557444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000" dirty="0"/>
                    <a:t>LED1</a:t>
                  </a:r>
                </a:p>
              </p:txBody>
            </p:sp>
          </p:grpSp>
          <p:sp>
            <p:nvSpPr>
              <p:cNvPr id="1019" name="Textfeld 1018">
                <a:extLst>
                  <a:ext uri="{FF2B5EF4-FFF2-40B4-BE49-F238E27FC236}">
                    <a16:creationId xmlns:a16="http://schemas.microsoft.com/office/drawing/2014/main" id="{9F33090F-4DA0-CFF9-0F18-A620D7FBE0B4}"/>
                  </a:ext>
                </a:extLst>
              </p:cNvPr>
              <p:cNvSpPr txBox="1"/>
              <p:nvPr/>
            </p:nvSpPr>
            <p:spPr>
              <a:xfrm>
                <a:off x="933339" y="972822"/>
                <a:ext cx="637422" cy="3077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000" dirty="0"/>
                  <a:t>USB</a:t>
                </a:r>
              </a:p>
            </p:txBody>
          </p:sp>
          <p:sp>
            <p:nvSpPr>
              <p:cNvPr id="1020" name="Textfeld 1019">
                <a:extLst>
                  <a:ext uri="{FF2B5EF4-FFF2-40B4-BE49-F238E27FC236}">
                    <a16:creationId xmlns:a16="http://schemas.microsoft.com/office/drawing/2014/main" id="{08E96945-9F7E-CB19-4061-5B38C7F7677C}"/>
                  </a:ext>
                </a:extLst>
              </p:cNvPr>
              <p:cNvSpPr txBox="1"/>
              <p:nvPr/>
            </p:nvSpPr>
            <p:spPr>
              <a:xfrm>
                <a:off x="619496" y="1535637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A1</a:t>
                </a:r>
              </a:p>
            </p:txBody>
          </p:sp>
          <p:sp>
            <p:nvSpPr>
              <p:cNvPr id="1021" name="Textfeld 1020">
                <a:extLst>
                  <a:ext uri="{FF2B5EF4-FFF2-40B4-BE49-F238E27FC236}">
                    <a16:creationId xmlns:a16="http://schemas.microsoft.com/office/drawing/2014/main" id="{F2486C03-51AE-56B9-42FB-DE63BA811C3E}"/>
                  </a:ext>
                </a:extLst>
              </p:cNvPr>
              <p:cNvSpPr txBox="1"/>
              <p:nvPr/>
            </p:nvSpPr>
            <p:spPr>
              <a:xfrm>
                <a:off x="493661" y="1712364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sp>
            <p:nvSpPr>
              <p:cNvPr id="1022" name="Textfeld 1021">
                <a:extLst>
                  <a:ext uri="{FF2B5EF4-FFF2-40B4-BE49-F238E27FC236}">
                    <a16:creationId xmlns:a16="http://schemas.microsoft.com/office/drawing/2014/main" id="{A1FDA1A7-0FD5-3404-CE96-BE8DBA66201E}"/>
                  </a:ext>
                </a:extLst>
              </p:cNvPr>
              <p:cNvSpPr txBox="1"/>
              <p:nvPr/>
            </p:nvSpPr>
            <p:spPr>
              <a:xfrm>
                <a:off x="619496" y="1888820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A2</a:t>
                </a:r>
              </a:p>
            </p:txBody>
          </p:sp>
          <p:sp>
            <p:nvSpPr>
              <p:cNvPr id="1023" name="Textfeld 1022">
                <a:extLst>
                  <a:ext uri="{FF2B5EF4-FFF2-40B4-BE49-F238E27FC236}">
                    <a16:creationId xmlns:a16="http://schemas.microsoft.com/office/drawing/2014/main" id="{9572FDE5-C786-4CF4-4F30-6B6964518B46}"/>
                  </a:ext>
                </a:extLst>
              </p:cNvPr>
              <p:cNvSpPr txBox="1"/>
              <p:nvPr/>
            </p:nvSpPr>
            <p:spPr>
              <a:xfrm>
                <a:off x="493661" y="2071644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718AB22A-F366-528C-16F8-560E70420126}"/>
                  </a:ext>
                </a:extLst>
              </p:cNvPr>
              <p:cNvSpPr txBox="1"/>
              <p:nvPr/>
            </p:nvSpPr>
            <p:spPr>
              <a:xfrm>
                <a:off x="619496" y="2345859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A3</a:t>
                </a: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9A34B1D7-3B24-6879-BB79-E47E196CE130}"/>
                  </a:ext>
                </a:extLst>
              </p:cNvPr>
              <p:cNvSpPr txBox="1"/>
              <p:nvPr/>
            </p:nvSpPr>
            <p:spPr>
              <a:xfrm>
                <a:off x="493661" y="2522587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sp>
            <p:nvSpPr>
              <p:cNvPr id="130" name="Textfeld 129">
                <a:extLst>
                  <a:ext uri="{FF2B5EF4-FFF2-40B4-BE49-F238E27FC236}">
                    <a16:creationId xmlns:a16="http://schemas.microsoft.com/office/drawing/2014/main" id="{1D820A6E-94AB-5B9C-FE6E-D21BC8EEC2BF}"/>
                  </a:ext>
                </a:extLst>
              </p:cNvPr>
              <p:cNvSpPr txBox="1"/>
              <p:nvPr/>
            </p:nvSpPr>
            <p:spPr>
              <a:xfrm>
                <a:off x="619496" y="2699043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A4</a:t>
                </a:r>
              </a:p>
            </p:txBody>
          </p:sp>
          <p:sp>
            <p:nvSpPr>
              <p:cNvPr id="131" name="Textfeld 130">
                <a:extLst>
                  <a:ext uri="{FF2B5EF4-FFF2-40B4-BE49-F238E27FC236}">
                    <a16:creationId xmlns:a16="http://schemas.microsoft.com/office/drawing/2014/main" id="{20F75490-9A21-FC1B-5095-E72484D84A4C}"/>
                  </a:ext>
                </a:extLst>
              </p:cNvPr>
              <p:cNvSpPr txBox="1"/>
              <p:nvPr/>
            </p:nvSpPr>
            <p:spPr>
              <a:xfrm>
                <a:off x="493661" y="2881867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61C30F59-ADB3-2B8E-BC62-11335582F3A4}"/>
                  </a:ext>
                </a:extLst>
              </p:cNvPr>
              <p:cNvSpPr txBox="1"/>
              <p:nvPr/>
            </p:nvSpPr>
            <p:spPr>
              <a:xfrm>
                <a:off x="619496" y="3135212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A5</a:t>
                </a:r>
              </a:p>
            </p:txBody>
          </p:sp>
          <p:sp>
            <p:nvSpPr>
              <p:cNvPr id="133" name="Textfeld 132">
                <a:extLst>
                  <a:ext uri="{FF2B5EF4-FFF2-40B4-BE49-F238E27FC236}">
                    <a16:creationId xmlns:a16="http://schemas.microsoft.com/office/drawing/2014/main" id="{646E0D01-2CD3-7044-0164-383231FF78A5}"/>
                  </a:ext>
                </a:extLst>
              </p:cNvPr>
              <p:cNvSpPr txBox="1"/>
              <p:nvPr/>
            </p:nvSpPr>
            <p:spPr>
              <a:xfrm>
                <a:off x="493661" y="3311940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sp>
            <p:nvSpPr>
              <p:cNvPr id="134" name="Textfeld 133">
                <a:extLst>
                  <a:ext uri="{FF2B5EF4-FFF2-40B4-BE49-F238E27FC236}">
                    <a16:creationId xmlns:a16="http://schemas.microsoft.com/office/drawing/2014/main" id="{9AFD08A4-416F-FF87-D4F0-848B15B0B312}"/>
                  </a:ext>
                </a:extLst>
              </p:cNvPr>
              <p:cNvSpPr txBox="1"/>
              <p:nvPr/>
            </p:nvSpPr>
            <p:spPr>
              <a:xfrm>
                <a:off x="619496" y="3488397"/>
                <a:ext cx="40516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A6</a:t>
                </a:r>
              </a:p>
            </p:txBody>
          </p:sp>
          <p:sp>
            <p:nvSpPr>
              <p:cNvPr id="135" name="Textfeld 134">
                <a:extLst>
                  <a:ext uri="{FF2B5EF4-FFF2-40B4-BE49-F238E27FC236}">
                    <a16:creationId xmlns:a16="http://schemas.microsoft.com/office/drawing/2014/main" id="{B8B97015-D6E9-1404-7328-74E2203EDEED}"/>
                  </a:ext>
                </a:extLst>
              </p:cNvPr>
              <p:cNvSpPr txBox="1"/>
              <p:nvPr/>
            </p:nvSpPr>
            <p:spPr>
              <a:xfrm>
                <a:off x="493661" y="3671220"/>
                <a:ext cx="533400" cy="307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000" dirty="0"/>
                  <a:t>GND</a:t>
                </a:r>
              </a:p>
            </p:txBody>
          </p:sp>
          <p:grpSp>
            <p:nvGrpSpPr>
              <p:cNvPr id="136" name="Gruppieren 135">
                <a:extLst>
                  <a:ext uri="{FF2B5EF4-FFF2-40B4-BE49-F238E27FC236}">
                    <a16:creationId xmlns:a16="http://schemas.microsoft.com/office/drawing/2014/main" id="{A15DAF74-6147-8DEE-8F15-AB8B51A1E191}"/>
                  </a:ext>
                </a:extLst>
              </p:cNvPr>
              <p:cNvGrpSpPr/>
              <p:nvPr/>
            </p:nvGrpSpPr>
            <p:grpSpPr>
              <a:xfrm>
                <a:off x="1013851" y="3201411"/>
                <a:ext cx="433247" cy="720140"/>
                <a:chOff x="7462666" y="2009937"/>
                <a:chExt cx="433247" cy="720140"/>
              </a:xfrm>
            </p:grpSpPr>
            <p:sp>
              <p:nvSpPr>
                <p:cNvPr id="844" name="Rechteck 843">
                  <a:extLst>
                    <a:ext uri="{FF2B5EF4-FFF2-40B4-BE49-F238E27FC236}">
                      <a16:creationId xmlns:a16="http://schemas.microsoft.com/office/drawing/2014/main" id="{B75A8618-6379-B4FE-9D6C-BEA947D24B8E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45" name="Ellipse 844">
                  <a:extLst>
                    <a:ext uri="{FF2B5EF4-FFF2-40B4-BE49-F238E27FC236}">
                      <a16:creationId xmlns:a16="http://schemas.microsoft.com/office/drawing/2014/main" id="{06052130-3D8E-7FEC-F486-AA9F1D0102FE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46" name="Ellipse 845">
                  <a:extLst>
                    <a:ext uri="{FF2B5EF4-FFF2-40B4-BE49-F238E27FC236}">
                      <a16:creationId xmlns:a16="http://schemas.microsoft.com/office/drawing/2014/main" id="{91FDE61A-179C-C5BC-2C5A-B2AEC965BAD7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7" name="Ellipse 846">
                  <a:extLst>
                    <a:ext uri="{FF2B5EF4-FFF2-40B4-BE49-F238E27FC236}">
                      <a16:creationId xmlns:a16="http://schemas.microsoft.com/office/drawing/2014/main" id="{0EE9BB81-70AE-AF95-AAC3-CC3DE2BCC0F0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8" name="Ellipse 847">
                  <a:extLst>
                    <a:ext uri="{FF2B5EF4-FFF2-40B4-BE49-F238E27FC236}">
                      <a16:creationId xmlns:a16="http://schemas.microsoft.com/office/drawing/2014/main" id="{84D59195-B696-289E-89BC-4A2EFC60D2E8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9" name="Rechteck 848">
                  <a:extLst>
                    <a:ext uri="{FF2B5EF4-FFF2-40B4-BE49-F238E27FC236}">
                      <a16:creationId xmlns:a16="http://schemas.microsoft.com/office/drawing/2014/main" id="{CFFEACE5-883B-F285-A908-7A2FA02C6A9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50" name="Rechteck 849">
                  <a:extLst>
                    <a:ext uri="{FF2B5EF4-FFF2-40B4-BE49-F238E27FC236}">
                      <a16:creationId xmlns:a16="http://schemas.microsoft.com/office/drawing/2014/main" id="{1A82824F-5E0E-394C-8DB6-6870CF26B1CE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51" name="Rechteck 850">
                  <a:extLst>
                    <a:ext uri="{FF2B5EF4-FFF2-40B4-BE49-F238E27FC236}">
                      <a16:creationId xmlns:a16="http://schemas.microsoft.com/office/drawing/2014/main" id="{46B8725C-F999-3477-2670-8D6017F01768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52" name="Rechteck 851">
                  <a:extLst>
                    <a:ext uri="{FF2B5EF4-FFF2-40B4-BE49-F238E27FC236}">
                      <a16:creationId xmlns:a16="http://schemas.microsoft.com/office/drawing/2014/main" id="{5CD737B7-98B6-8288-2CF9-B726EE682ED9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137" name="Gruppieren 136">
                <a:extLst>
                  <a:ext uri="{FF2B5EF4-FFF2-40B4-BE49-F238E27FC236}">
                    <a16:creationId xmlns:a16="http://schemas.microsoft.com/office/drawing/2014/main" id="{80D82AB0-CA58-54B3-2A47-89C1AF4A0785}"/>
                  </a:ext>
                </a:extLst>
              </p:cNvPr>
              <p:cNvGrpSpPr/>
              <p:nvPr/>
            </p:nvGrpSpPr>
            <p:grpSpPr>
              <a:xfrm>
                <a:off x="1014370" y="2390812"/>
                <a:ext cx="433247" cy="720140"/>
                <a:chOff x="7462666" y="2009937"/>
                <a:chExt cx="433247" cy="720140"/>
              </a:xfrm>
            </p:grpSpPr>
            <p:sp>
              <p:nvSpPr>
                <p:cNvPr id="835" name="Rechteck 834">
                  <a:extLst>
                    <a:ext uri="{FF2B5EF4-FFF2-40B4-BE49-F238E27FC236}">
                      <a16:creationId xmlns:a16="http://schemas.microsoft.com/office/drawing/2014/main" id="{7EB2574D-017E-6013-F203-3B35C4593566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36" name="Ellipse 835">
                  <a:extLst>
                    <a:ext uri="{FF2B5EF4-FFF2-40B4-BE49-F238E27FC236}">
                      <a16:creationId xmlns:a16="http://schemas.microsoft.com/office/drawing/2014/main" id="{25BEEAFC-3706-7FBB-537E-B3360A8C97AA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37" name="Ellipse 836">
                  <a:extLst>
                    <a:ext uri="{FF2B5EF4-FFF2-40B4-BE49-F238E27FC236}">
                      <a16:creationId xmlns:a16="http://schemas.microsoft.com/office/drawing/2014/main" id="{5A5D0E36-03A8-2575-D7A0-092DC06EDEE9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8" name="Ellipse 837">
                  <a:extLst>
                    <a:ext uri="{FF2B5EF4-FFF2-40B4-BE49-F238E27FC236}">
                      <a16:creationId xmlns:a16="http://schemas.microsoft.com/office/drawing/2014/main" id="{79BA0555-9B7B-B686-2F7B-28B2F96B8F09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9" name="Ellipse 838">
                  <a:extLst>
                    <a:ext uri="{FF2B5EF4-FFF2-40B4-BE49-F238E27FC236}">
                      <a16:creationId xmlns:a16="http://schemas.microsoft.com/office/drawing/2014/main" id="{4EE91A8F-10A1-3FC0-ECD5-7DD236845D00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40" name="Rechteck 839">
                  <a:extLst>
                    <a:ext uri="{FF2B5EF4-FFF2-40B4-BE49-F238E27FC236}">
                      <a16:creationId xmlns:a16="http://schemas.microsoft.com/office/drawing/2014/main" id="{6778D33D-B4EB-4411-9C24-4C7972307E0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41" name="Rechteck 840">
                  <a:extLst>
                    <a:ext uri="{FF2B5EF4-FFF2-40B4-BE49-F238E27FC236}">
                      <a16:creationId xmlns:a16="http://schemas.microsoft.com/office/drawing/2014/main" id="{20C95F46-9513-F907-6452-C06673CC0CDA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42" name="Rechteck 841">
                  <a:extLst>
                    <a:ext uri="{FF2B5EF4-FFF2-40B4-BE49-F238E27FC236}">
                      <a16:creationId xmlns:a16="http://schemas.microsoft.com/office/drawing/2014/main" id="{E5A86797-6416-976E-706D-B50526D3FDE1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43" name="Rechteck 842">
                  <a:extLst>
                    <a:ext uri="{FF2B5EF4-FFF2-40B4-BE49-F238E27FC236}">
                      <a16:creationId xmlns:a16="http://schemas.microsoft.com/office/drawing/2014/main" id="{324ACB4E-336A-290F-0352-2E68638FF09A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138" name="Gruppieren 137">
                <a:extLst>
                  <a:ext uri="{FF2B5EF4-FFF2-40B4-BE49-F238E27FC236}">
                    <a16:creationId xmlns:a16="http://schemas.microsoft.com/office/drawing/2014/main" id="{721081A6-A7A9-E0F2-6CBD-9D3C392774D9}"/>
                  </a:ext>
                </a:extLst>
              </p:cNvPr>
              <p:cNvGrpSpPr/>
              <p:nvPr/>
            </p:nvGrpSpPr>
            <p:grpSpPr>
              <a:xfrm>
                <a:off x="1008348" y="1600344"/>
                <a:ext cx="433247" cy="720140"/>
                <a:chOff x="7462666" y="2009937"/>
                <a:chExt cx="433247" cy="720140"/>
              </a:xfrm>
            </p:grpSpPr>
            <p:sp>
              <p:nvSpPr>
                <p:cNvPr id="826" name="Rechteck 825">
                  <a:extLst>
                    <a:ext uri="{FF2B5EF4-FFF2-40B4-BE49-F238E27FC236}">
                      <a16:creationId xmlns:a16="http://schemas.microsoft.com/office/drawing/2014/main" id="{04C73B4F-154A-6AE1-C52E-382BB3B19F5D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27" name="Ellipse 826">
                  <a:extLst>
                    <a:ext uri="{FF2B5EF4-FFF2-40B4-BE49-F238E27FC236}">
                      <a16:creationId xmlns:a16="http://schemas.microsoft.com/office/drawing/2014/main" id="{368195D5-F054-08BD-90C4-B517B953F9E0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828" name="Ellipse 827">
                  <a:extLst>
                    <a:ext uri="{FF2B5EF4-FFF2-40B4-BE49-F238E27FC236}">
                      <a16:creationId xmlns:a16="http://schemas.microsoft.com/office/drawing/2014/main" id="{68A14AE0-9536-C8F0-8E24-EB5CE3E75DF0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9" name="Ellipse 828">
                  <a:extLst>
                    <a:ext uri="{FF2B5EF4-FFF2-40B4-BE49-F238E27FC236}">
                      <a16:creationId xmlns:a16="http://schemas.microsoft.com/office/drawing/2014/main" id="{162C3858-28DB-3854-3323-297F6A3CFE73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0" name="Ellipse 829">
                  <a:extLst>
                    <a:ext uri="{FF2B5EF4-FFF2-40B4-BE49-F238E27FC236}">
                      <a16:creationId xmlns:a16="http://schemas.microsoft.com/office/drawing/2014/main" id="{B8E05566-EED6-BEB9-2640-958DE1864841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31" name="Rechteck 830">
                  <a:extLst>
                    <a:ext uri="{FF2B5EF4-FFF2-40B4-BE49-F238E27FC236}">
                      <a16:creationId xmlns:a16="http://schemas.microsoft.com/office/drawing/2014/main" id="{21B9B0E2-1DCA-77D6-F298-FD4D918AAB49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32" name="Rechteck 831">
                  <a:extLst>
                    <a:ext uri="{FF2B5EF4-FFF2-40B4-BE49-F238E27FC236}">
                      <a16:creationId xmlns:a16="http://schemas.microsoft.com/office/drawing/2014/main" id="{DF05BCB5-6E16-B5E8-17B5-3021081BEC2C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33" name="Rechteck 832">
                  <a:extLst>
                    <a:ext uri="{FF2B5EF4-FFF2-40B4-BE49-F238E27FC236}">
                      <a16:creationId xmlns:a16="http://schemas.microsoft.com/office/drawing/2014/main" id="{03531AE1-6198-A2CA-23A8-2C3E1C8F54C4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834" name="Rechteck 833">
                  <a:extLst>
                    <a:ext uri="{FF2B5EF4-FFF2-40B4-BE49-F238E27FC236}">
                      <a16:creationId xmlns:a16="http://schemas.microsoft.com/office/drawing/2014/main" id="{9DD8E0B6-7B33-07D0-E26C-6D71BAF1A4DB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139" name="Rechteck 138">
                <a:extLst>
                  <a:ext uri="{FF2B5EF4-FFF2-40B4-BE49-F238E27FC236}">
                    <a16:creationId xmlns:a16="http://schemas.microsoft.com/office/drawing/2014/main" id="{084342C0-EF6F-88C8-942D-774F5B4FFF6C}"/>
                  </a:ext>
                </a:extLst>
              </p:cNvPr>
              <p:cNvSpPr/>
              <p:nvPr/>
            </p:nvSpPr>
            <p:spPr>
              <a:xfrm>
                <a:off x="2782932" y="752743"/>
                <a:ext cx="1760945" cy="3276901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70BF7BCE-11DA-54FA-8B22-BA4437FEE45E}"/>
                  </a:ext>
                </a:extLst>
              </p:cNvPr>
              <p:cNvGrpSpPr/>
              <p:nvPr/>
            </p:nvGrpSpPr>
            <p:grpSpPr>
              <a:xfrm>
                <a:off x="1838181" y="2282016"/>
                <a:ext cx="387125" cy="442717"/>
                <a:chOff x="4322718" y="1288261"/>
                <a:chExt cx="387125" cy="442717"/>
              </a:xfrm>
            </p:grpSpPr>
            <p:sp>
              <p:nvSpPr>
                <p:cNvPr id="824" name="Ellipse 823">
                  <a:extLst>
                    <a:ext uri="{FF2B5EF4-FFF2-40B4-BE49-F238E27FC236}">
                      <a16:creationId xmlns:a16="http://schemas.microsoft.com/office/drawing/2014/main" id="{58C9C509-8B62-FA45-5DC6-AE69DE051A51}"/>
                    </a:ext>
                  </a:extLst>
                </p:cNvPr>
                <p:cNvSpPr/>
                <p:nvPr/>
              </p:nvSpPr>
              <p:spPr>
                <a:xfrm>
                  <a:off x="4422536" y="1550978"/>
                  <a:ext cx="180000" cy="18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5" name="Textfeld 824">
                  <a:extLst>
                    <a:ext uri="{FF2B5EF4-FFF2-40B4-BE49-F238E27FC236}">
                      <a16:creationId xmlns:a16="http://schemas.microsoft.com/office/drawing/2014/main" id="{BAE88DA2-61F8-9942-4D1F-08962E4A966E}"/>
                    </a:ext>
                  </a:extLst>
                </p:cNvPr>
                <p:cNvSpPr txBox="1"/>
                <p:nvPr/>
              </p:nvSpPr>
              <p:spPr>
                <a:xfrm>
                  <a:off x="4322718" y="1288261"/>
                  <a:ext cx="387125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000" dirty="0"/>
                    <a:t>S1</a:t>
                  </a:r>
                  <a:endParaRPr lang="de-DE" sz="1200" dirty="0"/>
                </a:p>
              </p:txBody>
            </p:sp>
          </p:grpSp>
          <p:grpSp>
            <p:nvGrpSpPr>
              <p:cNvPr id="141" name="Gruppieren 140">
                <a:extLst>
                  <a:ext uri="{FF2B5EF4-FFF2-40B4-BE49-F238E27FC236}">
                    <a16:creationId xmlns:a16="http://schemas.microsoft.com/office/drawing/2014/main" id="{2F24396C-0F97-90D7-9C4C-50F249CA1B95}"/>
                  </a:ext>
                </a:extLst>
              </p:cNvPr>
              <p:cNvGrpSpPr/>
              <p:nvPr/>
            </p:nvGrpSpPr>
            <p:grpSpPr>
              <a:xfrm>
                <a:off x="1811128" y="2919028"/>
                <a:ext cx="441228" cy="640578"/>
                <a:chOff x="4380506" y="1270400"/>
                <a:chExt cx="441228" cy="640578"/>
              </a:xfrm>
            </p:grpSpPr>
            <p:sp>
              <p:nvSpPr>
                <p:cNvPr id="822" name="Ellipse 821">
                  <a:extLst>
                    <a:ext uri="{FF2B5EF4-FFF2-40B4-BE49-F238E27FC236}">
                      <a16:creationId xmlns:a16="http://schemas.microsoft.com/office/drawing/2014/main" id="{E771D5D5-4DC9-E4B0-F49A-A813FB745C1F}"/>
                    </a:ext>
                  </a:extLst>
                </p:cNvPr>
                <p:cNvSpPr/>
                <p:nvPr/>
              </p:nvSpPr>
              <p:spPr>
                <a:xfrm>
                  <a:off x="4422536" y="1550978"/>
                  <a:ext cx="360000" cy="360000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3" name="Textfeld 822">
                  <a:extLst>
                    <a:ext uri="{FF2B5EF4-FFF2-40B4-BE49-F238E27FC236}">
                      <a16:creationId xmlns:a16="http://schemas.microsoft.com/office/drawing/2014/main" id="{8A357F43-3D37-E443-2EC9-FE8E69B2F440}"/>
                    </a:ext>
                  </a:extLst>
                </p:cNvPr>
                <p:cNvSpPr txBox="1"/>
                <p:nvPr/>
              </p:nvSpPr>
              <p:spPr>
                <a:xfrm>
                  <a:off x="4380506" y="1270400"/>
                  <a:ext cx="441228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000" dirty="0"/>
                    <a:t>ON</a:t>
                  </a:r>
                </a:p>
              </p:txBody>
            </p:sp>
          </p:grpSp>
          <p:grpSp>
            <p:nvGrpSpPr>
              <p:cNvPr id="142" name="Gruppieren 141">
                <a:extLst>
                  <a:ext uri="{FF2B5EF4-FFF2-40B4-BE49-F238E27FC236}">
                    <a16:creationId xmlns:a16="http://schemas.microsoft.com/office/drawing/2014/main" id="{99D2DB16-6E12-A4A6-4BE4-A9D80AF9131E}"/>
                  </a:ext>
                </a:extLst>
              </p:cNvPr>
              <p:cNvGrpSpPr/>
              <p:nvPr/>
            </p:nvGrpSpPr>
            <p:grpSpPr>
              <a:xfrm>
                <a:off x="4657907" y="806860"/>
                <a:ext cx="2251435" cy="3172136"/>
                <a:chOff x="3537315" y="806860"/>
                <a:chExt cx="2251435" cy="3172136"/>
              </a:xfrm>
            </p:grpSpPr>
            <p:grpSp>
              <p:nvGrpSpPr>
                <p:cNvPr id="143" name="Gruppieren 142">
                  <a:extLst>
                    <a:ext uri="{FF2B5EF4-FFF2-40B4-BE49-F238E27FC236}">
                      <a16:creationId xmlns:a16="http://schemas.microsoft.com/office/drawing/2014/main" id="{B5846511-3A9B-396F-8F61-6DC554FA5053}"/>
                    </a:ext>
                  </a:extLst>
                </p:cNvPr>
                <p:cNvGrpSpPr/>
                <p:nvPr/>
              </p:nvGrpSpPr>
              <p:grpSpPr>
                <a:xfrm>
                  <a:off x="4762350" y="3135212"/>
                  <a:ext cx="832751" cy="843784"/>
                  <a:chOff x="4570875" y="4679873"/>
                  <a:chExt cx="832751" cy="843784"/>
                </a:xfrm>
              </p:grpSpPr>
              <p:grpSp>
                <p:nvGrpSpPr>
                  <p:cNvPr id="781" name="Gruppieren 780">
                    <a:extLst>
                      <a:ext uri="{FF2B5EF4-FFF2-40B4-BE49-F238E27FC236}">
                        <a16:creationId xmlns:a16="http://schemas.microsoft.com/office/drawing/2014/main" id="{6598FA63-25A4-AD60-BF77-E2B8F612D7E4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4570875" y="4742614"/>
                    <a:ext cx="433247" cy="720140"/>
                    <a:chOff x="7462666" y="2009937"/>
                    <a:chExt cx="433247" cy="720140"/>
                  </a:xfrm>
                </p:grpSpPr>
                <p:sp>
                  <p:nvSpPr>
                    <p:cNvPr id="809" name="Rechteck 808">
                      <a:extLst>
                        <a:ext uri="{FF2B5EF4-FFF2-40B4-BE49-F238E27FC236}">
                          <a16:creationId xmlns:a16="http://schemas.microsoft.com/office/drawing/2014/main" id="{1ED3EF2D-A864-4AB4-383D-116679DEC5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3913" y="2009937"/>
                      <a:ext cx="432000" cy="72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810" name="Ellipse 809">
                      <a:extLst>
                        <a:ext uri="{FF2B5EF4-FFF2-40B4-BE49-F238E27FC236}">
                          <a16:creationId xmlns:a16="http://schemas.microsoft.com/office/drawing/2014/main" id="{A5F9C66E-0A92-8E91-3207-7240048245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028825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11" name="Ellipse 810">
                      <a:extLst>
                        <a:ext uri="{FF2B5EF4-FFF2-40B4-BE49-F238E27FC236}">
                          <a16:creationId xmlns:a16="http://schemas.microsoft.com/office/drawing/2014/main" id="{93F3DB9B-ED70-1D94-E68E-EDE373F40A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205000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12" name="Ellipse 811">
                      <a:extLst>
                        <a:ext uri="{FF2B5EF4-FFF2-40B4-BE49-F238E27FC236}">
                          <a16:creationId xmlns:a16="http://schemas.microsoft.com/office/drawing/2014/main" id="{552C4145-5FE5-61B8-FE2A-3CF0A37C1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381175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13" name="Ellipse 812">
                      <a:extLst>
                        <a:ext uri="{FF2B5EF4-FFF2-40B4-BE49-F238E27FC236}">
                          <a16:creationId xmlns:a16="http://schemas.microsoft.com/office/drawing/2014/main" id="{C0424BB2-BE0F-55B1-887F-9683FFF46B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565000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14" name="Rechteck 813">
                      <a:extLst>
                        <a:ext uri="{FF2B5EF4-FFF2-40B4-BE49-F238E27FC236}">
                          <a16:creationId xmlns:a16="http://schemas.microsoft.com/office/drawing/2014/main" id="{F5E99BAC-D272-EEEB-CC69-881F372DB5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01079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815" name="Rechteck 814">
                      <a:extLst>
                        <a:ext uri="{FF2B5EF4-FFF2-40B4-BE49-F238E27FC236}">
                          <a16:creationId xmlns:a16="http://schemas.microsoft.com/office/drawing/2014/main" id="{F6178EE9-CA1D-0C2D-31C6-830AD957D1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55007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816" name="Rechteck 815">
                      <a:extLst>
                        <a:ext uri="{FF2B5EF4-FFF2-40B4-BE49-F238E27FC236}">
                          <a16:creationId xmlns:a16="http://schemas.microsoft.com/office/drawing/2014/main" id="{835E6BCD-1330-EC67-9939-D3257CF3D7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37031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817" name="Rechteck 816">
                      <a:extLst>
                        <a:ext uri="{FF2B5EF4-FFF2-40B4-BE49-F238E27FC236}">
                          <a16:creationId xmlns:a16="http://schemas.microsoft.com/office/drawing/2014/main" id="{14722E4A-1B3F-7C57-A979-29172BC875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19055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cxnSp>
                  <p:nvCxnSpPr>
                    <p:cNvPr id="818" name="Gerader Verbinder 817">
                      <a:extLst>
                        <a:ext uri="{FF2B5EF4-FFF2-40B4-BE49-F238E27FC236}">
                          <a16:creationId xmlns:a16="http://schemas.microsoft.com/office/drawing/2014/main" id="{8D04B1F7-962D-0919-FB3F-69572CDFC55D}"/>
                        </a:ext>
                      </a:extLst>
                    </p:cNvPr>
                    <p:cNvCxnSpPr>
                      <a:stCxn id="810" idx="3"/>
                      <a:endCxn id="810" idx="7"/>
                    </p:cNvCxnSpPr>
                    <p:nvPr/>
                  </p:nvCxnSpPr>
                  <p:spPr>
                    <a:xfrm flipV="1">
                      <a:off x="7670911" y="2049913"/>
                      <a:ext cx="101824" cy="101824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19" name="Gerader Verbinder 818">
                      <a:extLst>
                        <a:ext uri="{FF2B5EF4-FFF2-40B4-BE49-F238E27FC236}">
                          <a16:creationId xmlns:a16="http://schemas.microsoft.com/office/drawing/2014/main" id="{55DF3EDD-5B3D-E19C-9881-8F5DE51461C5}"/>
                        </a:ext>
                      </a:extLst>
                    </p:cNvPr>
                    <p:cNvCxnSpPr>
                      <a:cxnSpLocks/>
                      <a:stCxn id="811" idx="1"/>
                      <a:endCxn id="811" idx="5"/>
                    </p:cNvCxnSpPr>
                    <p:nvPr/>
                  </p:nvCxnSpPr>
                  <p:spPr>
                    <a:xfrm>
                      <a:off x="7670911" y="2226088"/>
                      <a:ext cx="101824" cy="101824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0" name="Gerader Verbinder 819">
                      <a:extLst>
                        <a:ext uri="{FF2B5EF4-FFF2-40B4-BE49-F238E27FC236}">
                          <a16:creationId xmlns:a16="http://schemas.microsoft.com/office/drawing/2014/main" id="{3B44409E-85A5-497E-C3CB-B6A24A02BAF9}"/>
                        </a:ext>
                      </a:extLst>
                    </p:cNvPr>
                    <p:cNvCxnSpPr>
                      <a:cxnSpLocks/>
                      <a:stCxn id="812" idx="2"/>
                      <a:endCxn id="812" idx="6"/>
                    </p:cNvCxnSpPr>
                    <p:nvPr/>
                  </p:nvCxnSpPr>
                  <p:spPr>
                    <a:xfrm>
                      <a:off x="7649823" y="2453175"/>
                      <a:ext cx="144000" cy="0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1" name="Gerader Verbinder 820">
                      <a:extLst>
                        <a:ext uri="{FF2B5EF4-FFF2-40B4-BE49-F238E27FC236}">
                          <a16:creationId xmlns:a16="http://schemas.microsoft.com/office/drawing/2014/main" id="{86FEFF50-5115-2F63-98F7-A0EBDC809C64}"/>
                        </a:ext>
                      </a:extLst>
                    </p:cNvPr>
                    <p:cNvCxnSpPr>
                      <a:cxnSpLocks/>
                      <a:stCxn id="813" idx="4"/>
                      <a:endCxn id="813" idx="0"/>
                    </p:cNvCxnSpPr>
                    <p:nvPr/>
                  </p:nvCxnSpPr>
                  <p:spPr>
                    <a:xfrm flipV="1">
                      <a:off x="7721823" y="2565000"/>
                      <a:ext cx="0" cy="144000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82" name="Gruppieren 781">
                    <a:extLst>
                      <a:ext uri="{FF2B5EF4-FFF2-40B4-BE49-F238E27FC236}">
                        <a16:creationId xmlns:a16="http://schemas.microsoft.com/office/drawing/2014/main" id="{E70D7C6E-52BE-ACF1-1F61-C439A2D1FDCD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4954382" y="4679873"/>
                    <a:ext cx="449244" cy="843784"/>
                    <a:chOff x="4954382" y="4679874"/>
                    <a:chExt cx="449244" cy="843784"/>
                  </a:xfrm>
                </p:grpSpPr>
                <p:sp>
                  <p:nvSpPr>
                    <p:cNvPr id="805" name="Textfeld 804">
                      <a:extLst>
                        <a:ext uri="{FF2B5EF4-FFF2-40B4-BE49-F238E27FC236}">
                          <a16:creationId xmlns:a16="http://schemas.microsoft.com/office/drawing/2014/main" id="{3FBD3542-C585-AA14-79C4-CDEB4A3C33CC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5215882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M3</a:t>
                      </a:r>
                    </a:p>
                  </p:txBody>
                </p:sp>
                <p:sp>
                  <p:nvSpPr>
                    <p:cNvPr id="806" name="Textfeld 805">
                      <a:extLst>
                        <a:ext uri="{FF2B5EF4-FFF2-40B4-BE49-F238E27FC236}">
                          <a16:creationId xmlns:a16="http://schemas.microsoft.com/office/drawing/2014/main" id="{E55B4E10-66F0-6CC1-7B89-26E906FE2543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5039154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M3</a:t>
                      </a:r>
                    </a:p>
                  </p:txBody>
                </p:sp>
                <p:sp>
                  <p:nvSpPr>
                    <p:cNvPr id="807" name="Textfeld 806">
                      <a:extLst>
                        <a:ext uri="{FF2B5EF4-FFF2-40B4-BE49-F238E27FC236}">
                          <a16:creationId xmlns:a16="http://schemas.microsoft.com/office/drawing/2014/main" id="{4B21027B-830E-7457-CDF8-5CE5B5BAAF6D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2" y="4862697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M4</a:t>
                      </a:r>
                    </a:p>
                  </p:txBody>
                </p:sp>
                <p:sp>
                  <p:nvSpPr>
                    <p:cNvPr id="808" name="Textfeld 807">
                      <a:extLst>
                        <a:ext uri="{FF2B5EF4-FFF2-40B4-BE49-F238E27FC236}">
                          <a16:creationId xmlns:a16="http://schemas.microsoft.com/office/drawing/2014/main" id="{C2D1AB69-1AA2-E317-6C46-9ADB819B1EEE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4679874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M4</a:t>
                      </a:r>
                    </a:p>
                  </p:txBody>
                </p:sp>
              </p:grpSp>
            </p:grpSp>
            <p:grpSp>
              <p:nvGrpSpPr>
                <p:cNvPr id="144" name="Gruppieren 143">
                  <a:extLst>
                    <a:ext uri="{FF2B5EF4-FFF2-40B4-BE49-F238E27FC236}">
                      <a16:creationId xmlns:a16="http://schemas.microsoft.com/office/drawing/2014/main" id="{D69F5CF3-CDB5-02DA-D7B7-3E6BDAE92421}"/>
                    </a:ext>
                  </a:extLst>
                </p:cNvPr>
                <p:cNvGrpSpPr/>
                <p:nvPr/>
              </p:nvGrpSpPr>
              <p:grpSpPr>
                <a:xfrm>
                  <a:off x="4764663" y="806860"/>
                  <a:ext cx="912008" cy="482460"/>
                  <a:chOff x="9778828" y="4185775"/>
                  <a:chExt cx="912008" cy="482460"/>
                </a:xfrm>
              </p:grpSpPr>
              <p:sp>
                <p:nvSpPr>
                  <p:cNvPr id="773" name="Textfeld 772">
                    <a:extLst>
                      <a:ext uri="{FF2B5EF4-FFF2-40B4-BE49-F238E27FC236}">
                        <a16:creationId xmlns:a16="http://schemas.microsoft.com/office/drawing/2014/main" id="{1229BAD2-2754-CF84-9205-F87C96C291AC}"/>
                      </a:ext>
                    </a:extLst>
                  </p:cNvPr>
                  <p:cNvSpPr txBox="1"/>
                  <p:nvPr/>
                </p:nvSpPr>
                <p:spPr>
                  <a:xfrm>
                    <a:off x="10170827" y="4185775"/>
                    <a:ext cx="403155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1000" dirty="0"/>
                      <a:t>9V</a:t>
                    </a:r>
                  </a:p>
                </p:txBody>
              </p:sp>
              <p:sp>
                <p:nvSpPr>
                  <p:cNvPr id="774" name="Textfeld 773">
                    <a:extLst>
                      <a:ext uri="{FF2B5EF4-FFF2-40B4-BE49-F238E27FC236}">
                        <a16:creationId xmlns:a16="http://schemas.microsoft.com/office/drawing/2014/main" id="{47825EE0-F862-0FA3-7CAB-E343408B2A9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57436" y="4360459"/>
                    <a:ext cx="533400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1000" dirty="0"/>
                      <a:t>GND</a:t>
                    </a:r>
                  </a:p>
                </p:txBody>
              </p:sp>
              <p:grpSp>
                <p:nvGrpSpPr>
                  <p:cNvPr id="775" name="Gruppieren 774">
                    <a:extLst>
                      <a:ext uri="{FF2B5EF4-FFF2-40B4-BE49-F238E27FC236}">
                        <a16:creationId xmlns:a16="http://schemas.microsoft.com/office/drawing/2014/main" id="{EC937EDE-CA88-035F-172C-88523FA73937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9778828" y="4233498"/>
                    <a:ext cx="433247" cy="360620"/>
                    <a:chOff x="8238632" y="1988930"/>
                    <a:chExt cx="433247" cy="360620"/>
                  </a:xfrm>
                </p:grpSpPr>
                <p:sp>
                  <p:nvSpPr>
                    <p:cNvPr id="776" name="Rechteck 775">
                      <a:extLst>
                        <a:ext uri="{FF2B5EF4-FFF2-40B4-BE49-F238E27FC236}">
                          <a16:creationId xmlns:a16="http://schemas.microsoft.com/office/drawing/2014/main" id="{8DD3F7D4-EC1F-EF69-F0A0-D58C24D63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39879" y="1988930"/>
                      <a:ext cx="432000" cy="36007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77" name="Ellipse 776">
                      <a:extLst>
                        <a:ext uri="{FF2B5EF4-FFF2-40B4-BE49-F238E27FC236}">
                          <a16:creationId xmlns:a16="http://schemas.microsoft.com/office/drawing/2014/main" id="{9FF10C87-0268-2F01-5FE7-AC0BDC59F1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25789" y="2007818"/>
                      <a:ext cx="144000" cy="144000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78" name="Ellipse 777">
                      <a:extLst>
                        <a:ext uri="{FF2B5EF4-FFF2-40B4-BE49-F238E27FC236}">
                          <a16:creationId xmlns:a16="http://schemas.microsoft.com/office/drawing/2014/main" id="{DA7F7398-DA24-C908-56D3-E9216AB06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25789" y="2183993"/>
                      <a:ext cx="144000" cy="144000"/>
                    </a:xfrm>
                    <a:prstGeom prst="ellipse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79" name="Rechteck 778">
                      <a:extLst>
                        <a:ext uri="{FF2B5EF4-FFF2-40B4-BE49-F238E27FC236}">
                          <a16:creationId xmlns:a16="http://schemas.microsoft.com/office/drawing/2014/main" id="{3B593CF4-504A-2C6E-F101-EE24814FB8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38632" y="1989790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80" name="Rechteck 779">
                      <a:extLst>
                        <a:ext uri="{FF2B5EF4-FFF2-40B4-BE49-F238E27FC236}">
                          <a16:creationId xmlns:a16="http://schemas.microsoft.com/office/drawing/2014/main" id="{162EEF72-1083-AD07-AA2C-225523B77C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38632" y="2169550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</p:grpSp>
            </p:grpSp>
            <p:grpSp>
              <p:nvGrpSpPr>
                <p:cNvPr id="145" name="Gruppieren 144">
                  <a:extLst>
                    <a:ext uri="{FF2B5EF4-FFF2-40B4-BE49-F238E27FC236}">
                      <a16:creationId xmlns:a16="http://schemas.microsoft.com/office/drawing/2014/main" id="{6AE401DA-A367-423E-D482-113B6E200E71}"/>
                    </a:ext>
                  </a:extLst>
                </p:cNvPr>
                <p:cNvGrpSpPr/>
                <p:nvPr/>
              </p:nvGrpSpPr>
              <p:grpSpPr>
                <a:xfrm>
                  <a:off x="4764649" y="2330227"/>
                  <a:ext cx="832751" cy="843784"/>
                  <a:chOff x="4570875" y="4679874"/>
                  <a:chExt cx="832751" cy="843784"/>
                </a:xfrm>
              </p:grpSpPr>
              <p:grpSp>
                <p:nvGrpSpPr>
                  <p:cNvPr id="746" name="Gruppieren 745">
                    <a:extLst>
                      <a:ext uri="{FF2B5EF4-FFF2-40B4-BE49-F238E27FC236}">
                        <a16:creationId xmlns:a16="http://schemas.microsoft.com/office/drawing/2014/main" id="{A38C2DE1-67AE-ABCF-DA67-AC0F039E2F9A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4570875" y="4742614"/>
                    <a:ext cx="433247" cy="720140"/>
                    <a:chOff x="7462666" y="2009937"/>
                    <a:chExt cx="433247" cy="720140"/>
                  </a:xfrm>
                </p:grpSpPr>
                <p:sp>
                  <p:nvSpPr>
                    <p:cNvPr id="760" name="Rechteck 759">
                      <a:extLst>
                        <a:ext uri="{FF2B5EF4-FFF2-40B4-BE49-F238E27FC236}">
                          <a16:creationId xmlns:a16="http://schemas.microsoft.com/office/drawing/2014/main" id="{FC486F78-D665-F670-C8FD-F56AC222FF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3913" y="2009937"/>
                      <a:ext cx="432000" cy="72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61" name="Ellipse 760">
                      <a:extLst>
                        <a:ext uri="{FF2B5EF4-FFF2-40B4-BE49-F238E27FC236}">
                          <a16:creationId xmlns:a16="http://schemas.microsoft.com/office/drawing/2014/main" id="{43C67289-1302-80B0-AC32-476E0AE15B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028825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62" name="Ellipse 761">
                      <a:extLst>
                        <a:ext uri="{FF2B5EF4-FFF2-40B4-BE49-F238E27FC236}">
                          <a16:creationId xmlns:a16="http://schemas.microsoft.com/office/drawing/2014/main" id="{8213C914-620A-920A-36E6-480F194E58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205000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63" name="Ellipse 762">
                      <a:extLst>
                        <a:ext uri="{FF2B5EF4-FFF2-40B4-BE49-F238E27FC236}">
                          <a16:creationId xmlns:a16="http://schemas.microsoft.com/office/drawing/2014/main" id="{E0897914-A7F5-7181-9E19-711E825C2A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381175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64" name="Ellipse 763">
                      <a:extLst>
                        <a:ext uri="{FF2B5EF4-FFF2-40B4-BE49-F238E27FC236}">
                          <a16:creationId xmlns:a16="http://schemas.microsoft.com/office/drawing/2014/main" id="{3B9CD731-239E-3B19-B2AD-40B7BDD29F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49823" y="2565000"/>
                      <a:ext cx="144000" cy="144000"/>
                    </a:xfrm>
                    <a:prstGeom prst="ellipse">
                      <a:avLst/>
                    </a:prstGeom>
                    <a:solidFill>
                      <a:schemeClr val="bg2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65" name="Rechteck 764">
                      <a:extLst>
                        <a:ext uri="{FF2B5EF4-FFF2-40B4-BE49-F238E27FC236}">
                          <a16:creationId xmlns:a16="http://schemas.microsoft.com/office/drawing/2014/main" id="{2C2C91BF-1451-6F16-1BC4-6FA83FF33E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01079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66" name="Rechteck 765">
                      <a:extLst>
                        <a:ext uri="{FF2B5EF4-FFF2-40B4-BE49-F238E27FC236}">
                          <a16:creationId xmlns:a16="http://schemas.microsoft.com/office/drawing/2014/main" id="{0BF3D8FA-7420-DF99-8220-887A0E8373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55007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67" name="Rechteck 766">
                      <a:extLst>
                        <a:ext uri="{FF2B5EF4-FFF2-40B4-BE49-F238E27FC236}">
                          <a16:creationId xmlns:a16="http://schemas.microsoft.com/office/drawing/2014/main" id="{15CFF6AE-79D8-E290-28F6-52A1195F72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37031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sp>
                  <p:nvSpPr>
                    <p:cNvPr id="768" name="Rechteck 767">
                      <a:extLst>
                        <a:ext uri="{FF2B5EF4-FFF2-40B4-BE49-F238E27FC236}">
                          <a16:creationId xmlns:a16="http://schemas.microsoft.com/office/drawing/2014/main" id="{742D5A37-0223-D2EF-5449-08EA4CE5D3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62666" y="2190557"/>
                      <a:ext cx="90000" cy="1800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>
                      <a:solidFill>
                        <a:schemeClr val="bg2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>
                        <a:noFill/>
                      </a:endParaRPr>
                    </a:p>
                  </p:txBody>
                </p:sp>
                <p:cxnSp>
                  <p:nvCxnSpPr>
                    <p:cNvPr id="769" name="Gerader Verbinder 768">
                      <a:extLst>
                        <a:ext uri="{FF2B5EF4-FFF2-40B4-BE49-F238E27FC236}">
                          <a16:creationId xmlns:a16="http://schemas.microsoft.com/office/drawing/2014/main" id="{5EAE87AA-9D88-9126-5020-841E6F0DFCF6}"/>
                        </a:ext>
                      </a:extLst>
                    </p:cNvPr>
                    <p:cNvCxnSpPr>
                      <a:stCxn id="761" idx="3"/>
                      <a:endCxn id="761" idx="7"/>
                    </p:cNvCxnSpPr>
                    <p:nvPr/>
                  </p:nvCxnSpPr>
                  <p:spPr>
                    <a:xfrm flipV="1">
                      <a:off x="7670911" y="2049913"/>
                      <a:ext cx="101824" cy="101824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0" name="Gerader Verbinder 769">
                      <a:extLst>
                        <a:ext uri="{FF2B5EF4-FFF2-40B4-BE49-F238E27FC236}">
                          <a16:creationId xmlns:a16="http://schemas.microsoft.com/office/drawing/2014/main" id="{E6A95A10-528F-6A17-B26E-84D3E78BC5D0}"/>
                        </a:ext>
                      </a:extLst>
                    </p:cNvPr>
                    <p:cNvCxnSpPr>
                      <a:cxnSpLocks/>
                      <a:stCxn id="762" idx="1"/>
                      <a:endCxn id="762" idx="5"/>
                    </p:cNvCxnSpPr>
                    <p:nvPr/>
                  </p:nvCxnSpPr>
                  <p:spPr>
                    <a:xfrm>
                      <a:off x="7670911" y="2226088"/>
                      <a:ext cx="101824" cy="101824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1" name="Gerader Verbinder 770">
                      <a:extLst>
                        <a:ext uri="{FF2B5EF4-FFF2-40B4-BE49-F238E27FC236}">
                          <a16:creationId xmlns:a16="http://schemas.microsoft.com/office/drawing/2014/main" id="{0AA3A6B9-8C5B-4FA6-9FFD-0843575C19B6}"/>
                        </a:ext>
                      </a:extLst>
                    </p:cNvPr>
                    <p:cNvCxnSpPr>
                      <a:cxnSpLocks/>
                      <a:stCxn id="763" idx="2"/>
                      <a:endCxn id="763" idx="6"/>
                    </p:cNvCxnSpPr>
                    <p:nvPr/>
                  </p:nvCxnSpPr>
                  <p:spPr>
                    <a:xfrm>
                      <a:off x="7649823" y="2453175"/>
                      <a:ext cx="144000" cy="0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2" name="Gerader Verbinder 771">
                      <a:extLst>
                        <a:ext uri="{FF2B5EF4-FFF2-40B4-BE49-F238E27FC236}">
                          <a16:creationId xmlns:a16="http://schemas.microsoft.com/office/drawing/2014/main" id="{3DBDD374-07EA-A4BA-4DE9-A521B8339691}"/>
                        </a:ext>
                      </a:extLst>
                    </p:cNvPr>
                    <p:cNvCxnSpPr>
                      <a:cxnSpLocks/>
                      <a:stCxn id="764" idx="4"/>
                      <a:endCxn id="764" idx="0"/>
                    </p:cNvCxnSpPr>
                    <p:nvPr/>
                  </p:nvCxnSpPr>
                  <p:spPr>
                    <a:xfrm flipV="1">
                      <a:off x="7721823" y="2565000"/>
                      <a:ext cx="0" cy="144000"/>
                    </a:xfrm>
                    <a:prstGeom prst="line">
                      <a:avLst/>
                    </a:prstGeom>
                    <a:ln w="25400">
                      <a:solidFill>
                        <a:schemeClr val="bg1">
                          <a:lumMod val="75000"/>
                        </a:schemeClr>
                      </a:solidFill>
                    </a:ln>
                    <a:effectLst>
                      <a:innerShdw blurRad="63500" dist="50800" dir="13500000">
                        <a:prstClr val="black">
                          <a:alpha val="50000"/>
                        </a:prstClr>
                      </a:innerShdw>
                    </a:effectLst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55" name="Gruppieren 754">
                    <a:extLst>
                      <a:ext uri="{FF2B5EF4-FFF2-40B4-BE49-F238E27FC236}">
                        <a16:creationId xmlns:a16="http://schemas.microsoft.com/office/drawing/2014/main" id="{E768659A-3D15-0EB2-14AA-E439BA283565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4954382" y="4679874"/>
                    <a:ext cx="449244" cy="843784"/>
                    <a:chOff x="4954382" y="4679873"/>
                    <a:chExt cx="449244" cy="843784"/>
                  </a:xfrm>
                </p:grpSpPr>
                <p:sp>
                  <p:nvSpPr>
                    <p:cNvPr id="756" name="Textfeld 755">
                      <a:extLst>
                        <a:ext uri="{FF2B5EF4-FFF2-40B4-BE49-F238E27FC236}">
                          <a16:creationId xmlns:a16="http://schemas.microsoft.com/office/drawing/2014/main" id="{EBDB77BC-94B8-E66F-5CB2-B5996B533912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5215881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M1</a:t>
                      </a:r>
                    </a:p>
                  </p:txBody>
                </p:sp>
                <p:sp>
                  <p:nvSpPr>
                    <p:cNvPr id="757" name="Textfeld 756">
                      <a:extLst>
                        <a:ext uri="{FF2B5EF4-FFF2-40B4-BE49-F238E27FC236}">
                          <a16:creationId xmlns:a16="http://schemas.microsoft.com/office/drawing/2014/main" id="{30740F0B-D6DA-31EF-8ABB-800641E9B902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5039153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M1</a:t>
                      </a:r>
                    </a:p>
                  </p:txBody>
                </p:sp>
                <p:sp>
                  <p:nvSpPr>
                    <p:cNvPr id="758" name="Textfeld 757">
                      <a:extLst>
                        <a:ext uri="{FF2B5EF4-FFF2-40B4-BE49-F238E27FC236}">
                          <a16:creationId xmlns:a16="http://schemas.microsoft.com/office/drawing/2014/main" id="{1578557F-4F2C-57B1-55BA-3679ABD18817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2" y="4862698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M2</a:t>
                      </a:r>
                    </a:p>
                  </p:txBody>
                </p:sp>
                <p:sp>
                  <p:nvSpPr>
                    <p:cNvPr id="759" name="Textfeld 758">
                      <a:extLst>
                        <a:ext uri="{FF2B5EF4-FFF2-40B4-BE49-F238E27FC236}">
                          <a16:creationId xmlns:a16="http://schemas.microsoft.com/office/drawing/2014/main" id="{71E893EC-A08E-C931-F4EF-56FBFB3EB7D1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4954383" y="4679873"/>
                      <a:ext cx="449243" cy="30777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algn="r"/>
                      <a:r>
                        <a:rPr lang="de-DE" sz="1000" dirty="0"/>
                        <a:t>M2</a:t>
                      </a:r>
                    </a:p>
                  </p:txBody>
                </p:sp>
              </p:grpSp>
            </p:grpSp>
            <p:sp>
              <p:nvSpPr>
                <p:cNvPr id="146" name="Textfeld 145">
                  <a:extLst>
                    <a:ext uri="{FF2B5EF4-FFF2-40B4-BE49-F238E27FC236}">
                      <a16:creationId xmlns:a16="http://schemas.microsoft.com/office/drawing/2014/main" id="{0BA043D2-AF17-2D5B-60DA-AABCCD11896E}"/>
                    </a:ext>
                  </a:extLst>
                </p:cNvPr>
                <p:cNvSpPr txBox="1"/>
                <p:nvPr/>
              </p:nvSpPr>
              <p:spPr>
                <a:xfrm>
                  <a:off x="5156581" y="1480508"/>
                  <a:ext cx="403156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000" dirty="0"/>
                    <a:t>9V</a:t>
                  </a:r>
                </a:p>
              </p:txBody>
            </p:sp>
            <p:sp>
              <p:nvSpPr>
                <p:cNvPr id="147" name="Textfeld 146">
                  <a:extLst>
                    <a:ext uri="{FF2B5EF4-FFF2-40B4-BE49-F238E27FC236}">
                      <a16:creationId xmlns:a16="http://schemas.microsoft.com/office/drawing/2014/main" id="{0DDE3E77-CBD0-48DF-C0A3-736725F66F11}"/>
                    </a:ext>
                  </a:extLst>
                </p:cNvPr>
                <p:cNvSpPr txBox="1"/>
                <p:nvPr/>
              </p:nvSpPr>
              <p:spPr>
                <a:xfrm>
                  <a:off x="5151155" y="1659531"/>
                  <a:ext cx="637595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000" dirty="0"/>
                    <a:t>ftPixel</a:t>
                  </a:r>
                </a:p>
              </p:txBody>
            </p:sp>
            <p:grpSp>
              <p:nvGrpSpPr>
                <p:cNvPr id="148" name="Gruppieren 147">
                  <a:extLst>
                    <a:ext uri="{FF2B5EF4-FFF2-40B4-BE49-F238E27FC236}">
                      <a16:creationId xmlns:a16="http://schemas.microsoft.com/office/drawing/2014/main" id="{860203FC-66BD-7397-D9F3-F6475C7B5322}"/>
                    </a:ext>
                  </a:extLst>
                </p:cNvPr>
                <p:cNvGrpSpPr/>
                <p:nvPr/>
              </p:nvGrpSpPr>
              <p:grpSpPr>
                <a:xfrm>
                  <a:off x="4766353" y="1550815"/>
                  <a:ext cx="433247" cy="540436"/>
                  <a:chOff x="10598485" y="1897100"/>
                  <a:chExt cx="433247" cy="540436"/>
                </a:xfrm>
              </p:grpSpPr>
              <p:sp>
                <p:nvSpPr>
                  <p:cNvPr id="738" name="Rechteck 737">
                    <a:extLst>
                      <a:ext uri="{FF2B5EF4-FFF2-40B4-BE49-F238E27FC236}">
                        <a16:creationId xmlns:a16="http://schemas.microsoft.com/office/drawing/2014/main" id="{187FF912-D432-10D7-BF8D-4FE402362FE9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598485" y="1897650"/>
                    <a:ext cx="432000" cy="539886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39" name="Ellipse 738">
                    <a:extLst>
                      <a:ext uri="{FF2B5EF4-FFF2-40B4-BE49-F238E27FC236}">
                        <a16:creationId xmlns:a16="http://schemas.microsoft.com/office/drawing/2014/main" id="{5F616D43-B9F5-9879-40AA-860A628E5896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700575" y="2094832"/>
                    <a:ext cx="144000" cy="144000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740" name="Ellipse 739">
                    <a:extLst>
                      <a:ext uri="{FF2B5EF4-FFF2-40B4-BE49-F238E27FC236}">
                        <a16:creationId xmlns:a16="http://schemas.microsoft.com/office/drawing/2014/main" id="{62F05BB7-30F9-9FC2-57C3-A4ABB6F2164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700575" y="1918657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41" name="Rechteck 740">
                    <a:extLst>
                      <a:ext uri="{FF2B5EF4-FFF2-40B4-BE49-F238E27FC236}">
                        <a16:creationId xmlns:a16="http://schemas.microsoft.com/office/drawing/2014/main" id="{E48382EB-1530-F131-DA76-359B68D193A5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941732" y="207686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42" name="Rechteck 741">
                    <a:extLst>
                      <a:ext uri="{FF2B5EF4-FFF2-40B4-BE49-F238E27FC236}">
                        <a16:creationId xmlns:a16="http://schemas.microsoft.com/office/drawing/2014/main" id="{6A169F72-1EAF-9257-A05D-97C349412DF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941732" y="189710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743" name="Ellipse 742">
                    <a:extLst>
                      <a:ext uri="{FF2B5EF4-FFF2-40B4-BE49-F238E27FC236}">
                        <a16:creationId xmlns:a16="http://schemas.microsoft.com/office/drawing/2014/main" id="{90689438-09AF-A57B-1054-C758E69A563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700575" y="227550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44" name="Rechteck 743">
                    <a:extLst>
                      <a:ext uri="{FF2B5EF4-FFF2-40B4-BE49-F238E27FC236}">
                        <a16:creationId xmlns:a16="http://schemas.microsoft.com/office/drawing/2014/main" id="{66742A40-5C23-4803-DE73-8DD1E181B4A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10941732" y="2257536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149" name="Textfeld 148">
                  <a:extLst>
                    <a:ext uri="{FF2B5EF4-FFF2-40B4-BE49-F238E27FC236}">
                      <a16:creationId xmlns:a16="http://schemas.microsoft.com/office/drawing/2014/main" id="{5FAC81B4-4B93-067F-D37D-3625BD69E14C}"/>
                    </a:ext>
                  </a:extLst>
                </p:cNvPr>
                <p:cNvSpPr txBox="1"/>
                <p:nvPr/>
              </p:nvSpPr>
              <p:spPr>
                <a:xfrm>
                  <a:off x="5147580" y="1856683"/>
                  <a:ext cx="533400" cy="3077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000" dirty="0"/>
                    <a:t>GND</a:t>
                  </a:r>
                </a:p>
              </p:txBody>
            </p:sp>
            <p:grpSp>
              <p:nvGrpSpPr>
                <p:cNvPr id="150" name="Gruppieren 149">
                  <a:extLst>
                    <a:ext uri="{FF2B5EF4-FFF2-40B4-BE49-F238E27FC236}">
                      <a16:creationId xmlns:a16="http://schemas.microsoft.com/office/drawing/2014/main" id="{C7E75E9B-F21F-96CB-DBD2-EC1AC3B6052D}"/>
                    </a:ext>
                  </a:extLst>
                </p:cNvPr>
                <p:cNvGrpSpPr/>
                <p:nvPr/>
              </p:nvGrpSpPr>
              <p:grpSpPr>
                <a:xfrm rot="5400000">
                  <a:off x="3543568" y="2878354"/>
                  <a:ext cx="540679" cy="547705"/>
                  <a:chOff x="5548079" y="5322827"/>
                  <a:chExt cx="540679" cy="547705"/>
                </a:xfrm>
              </p:grpSpPr>
              <p:grpSp>
                <p:nvGrpSpPr>
                  <p:cNvPr id="732" name="Gruppieren 731">
                    <a:extLst>
                      <a:ext uri="{FF2B5EF4-FFF2-40B4-BE49-F238E27FC236}">
                        <a16:creationId xmlns:a16="http://schemas.microsoft.com/office/drawing/2014/main" id="{8230F5C3-4FA9-B119-88FA-566E5B0854C7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654705" y="5436480"/>
                    <a:ext cx="547705" cy="320400"/>
                    <a:chOff x="7869855" y="3649930"/>
                    <a:chExt cx="547705" cy="320400"/>
                  </a:xfrm>
                </p:grpSpPr>
                <p:sp>
                  <p:nvSpPr>
                    <p:cNvPr id="734" name="Rechteck 733">
                      <a:extLst>
                        <a:ext uri="{FF2B5EF4-FFF2-40B4-BE49-F238E27FC236}">
                          <a16:creationId xmlns:a16="http://schemas.microsoft.com/office/drawing/2014/main" id="{9FC18D88-FF4E-2290-1FBE-0C5FC47C25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30"/>
                      <a:ext cx="547705" cy="3204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35" name="Rechteck 734">
                      <a:extLst>
                        <a:ext uri="{FF2B5EF4-FFF2-40B4-BE49-F238E27FC236}">
                          <a16:creationId xmlns:a16="http://schemas.microsoft.com/office/drawing/2014/main" id="{BF5C8716-165B-61F1-C2DA-79A515533F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36" name="Rechteck 735">
                      <a:extLst>
                        <a:ext uri="{FF2B5EF4-FFF2-40B4-BE49-F238E27FC236}">
                          <a16:creationId xmlns:a16="http://schemas.microsoft.com/office/drawing/2014/main" id="{95FA9516-1157-D2AD-4791-D0CB31282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37" name="Rechteck 736">
                      <a:extLst>
                        <a:ext uri="{FF2B5EF4-FFF2-40B4-BE49-F238E27FC236}">
                          <a16:creationId xmlns:a16="http://schemas.microsoft.com/office/drawing/2014/main" id="{EFEFD0F7-CE04-17EF-33BD-F1DBC0BAE7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733" name="Textfeld 732">
                    <a:extLst>
                      <a:ext uri="{FF2B5EF4-FFF2-40B4-BE49-F238E27FC236}">
                        <a16:creationId xmlns:a16="http://schemas.microsoft.com/office/drawing/2014/main" id="{3F48A68C-0032-9E56-7B5F-647F1EE214E6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508404" y="5442792"/>
                    <a:ext cx="387125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S3</a:t>
                    </a:r>
                  </a:p>
                </p:txBody>
              </p:sp>
            </p:grpSp>
            <p:grpSp>
              <p:nvGrpSpPr>
                <p:cNvPr id="151" name="Gruppieren 150">
                  <a:extLst>
                    <a:ext uri="{FF2B5EF4-FFF2-40B4-BE49-F238E27FC236}">
                      <a16:creationId xmlns:a16="http://schemas.microsoft.com/office/drawing/2014/main" id="{75F7AF9E-33F9-0199-9A60-AB7E63421EEB}"/>
                    </a:ext>
                  </a:extLst>
                </p:cNvPr>
                <p:cNvGrpSpPr/>
                <p:nvPr/>
              </p:nvGrpSpPr>
              <p:grpSpPr>
                <a:xfrm rot="5400000">
                  <a:off x="4148059" y="2878355"/>
                  <a:ext cx="540677" cy="547705"/>
                  <a:chOff x="5548081" y="5322827"/>
                  <a:chExt cx="540677" cy="547705"/>
                </a:xfrm>
              </p:grpSpPr>
              <p:grpSp>
                <p:nvGrpSpPr>
                  <p:cNvPr id="726" name="Gruppieren 725">
                    <a:extLst>
                      <a:ext uri="{FF2B5EF4-FFF2-40B4-BE49-F238E27FC236}">
                        <a16:creationId xmlns:a16="http://schemas.microsoft.com/office/drawing/2014/main" id="{1785364F-756B-4951-4E1D-6609A5068485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654705" y="5436480"/>
                    <a:ext cx="547705" cy="320400"/>
                    <a:chOff x="7869855" y="3649930"/>
                    <a:chExt cx="547705" cy="320400"/>
                  </a:xfrm>
                </p:grpSpPr>
                <p:sp>
                  <p:nvSpPr>
                    <p:cNvPr id="728" name="Rechteck 727">
                      <a:extLst>
                        <a:ext uri="{FF2B5EF4-FFF2-40B4-BE49-F238E27FC236}">
                          <a16:creationId xmlns:a16="http://schemas.microsoft.com/office/drawing/2014/main" id="{C3B6D857-49E6-1E12-569F-E1FBDC6477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30"/>
                      <a:ext cx="547705" cy="3204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29" name="Rechteck 728">
                      <a:extLst>
                        <a:ext uri="{FF2B5EF4-FFF2-40B4-BE49-F238E27FC236}">
                          <a16:creationId xmlns:a16="http://schemas.microsoft.com/office/drawing/2014/main" id="{95BE0827-99BA-DE38-3A05-7FA981075C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30" name="Rechteck 729">
                      <a:extLst>
                        <a:ext uri="{FF2B5EF4-FFF2-40B4-BE49-F238E27FC236}">
                          <a16:creationId xmlns:a16="http://schemas.microsoft.com/office/drawing/2014/main" id="{C7452F3A-2C84-7BDF-0BF6-B0B4DC4871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31" name="Rechteck 730">
                      <a:extLst>
                        <a:ext uri="{FF2B5EF4-FFF2-40B4-BE49-F238E27FC236}">
                          <a16:creationId xmlns:a16="http://schemas.microsoft.com/office/drawing/2014/main" id="{0FA754A7-AA3C-0641-227B-48E509BD38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727" name="Textfeld 726">
                    <a:extLst>
                      <a:ext uri="{FF2B5EF4-FFF2-40B4-BE49-F238E27FC236}">
                        <a16:creationId xmlns:a16="http://schemas.microsoft.com/office/drawing/2014/main" id="{32CC5D65-B99B-8BA4-5E80-7EB6A7FFC26F}"/>
                      </a:ext>
                    </a:extLst>
                  </p:cNvPr>
                  <p:cNvSpPr txBox="1"/>
                  <p:nvPr/>
                </p:nvSpPr>
                <p:spPr>
                  <a:xfrm rot="16200000">
                    <a:off x="5477347" y="5454815"/>
                    <a:ext cx="449243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M3</a:t>
                    </a:r>
                  </a:p>
                </p:txBody>
              </p:sp>
            </p:grpSp>
            <p:grpSp>
              <p:nvGrpSpPr>
                <p:cNvPr id="152" name="Gruppieren 151">
                  <a:extLst>
                    <a:ext uri="{FF2B5EF4-FFF2-40B4-BE49-F238E27FC236}">
                      <a16:creationId xmlns:a16="http://schemas.microsoft.com/office/drawing/2014/main" id="{A1AB5294-D2E7-BD0E-2228-3D53475ACFE0}"/>
                    </a:ext>
                  </a:extLst>
                </p:cNvPr>
                <p:cNvGrpSpPr/>
                <p:nvPr/>
              </p:nvGrpSpPr>
              <p:grpSpPr>
                <a:xfrm rot="16200000">
                  <a:off x="3538008" y="3377716"/>
                  <a:ext cx="546319" cy="547705"/>
                  <a:chOff x="5768358" y="5322827"/>
                  <a:chExt cx="546319" cy="547705"/>
                </a:xfrm>
              </p:grpSpPr>
              <p:grpSp>
                <p:nvGrpSpPr>
                  <p:cNvPr id="720" name="Gruppieren 719">
                    <a:extLst>
                      <a:ext uri="{FF2B5EF4-FFF2-40B4-BE49-F238E27FC236}">
                        <a16:creationId xmlns:a16="http://schemas.microsoft.com/office/drawing/2014/main" id="{88567CAB-F0FD-D7D2-D5F2-CCE2597BB733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654705" y="5436480"/>
                    <a:ext cx="547705" cy="320400"/>
                    <a:chOff x="7869855" y="3649930"/>
                    <a:chExt cx="547705" cy="320400"/>
                  </a:xfrm>
                </p:grpSpPr>
                <p:sp>
                  <p:nvSpPr>
                    <p:cNvPr id="722" name="Rechteck 721">
                      <a:extLst>
                        <a:ext uri="{FF2B5EF4-FFF2-40B4-BE49-F238E27FC236}">
                          <a16:creationId xmlns:a16="http://schemas.microsoft.com/office/drawing/2014/main" id="{E51BD1E6-E191-CB0D-F0BB-42331A450F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30"/>
                      <a:ext cx="547705" cy="3204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23" name="Rechteck 722">
                      <a:extLst>
                        <a:ext uri="{FF2B5EF4-FFF2-40B4-BE49-F238E27FC236}">
                          <a16:creationId xmlns:a16="http://schemas.microsoft.com/office/drawing/2014/main" id="{2D3BFB3F-2760-BDA7-3A0F-F1E0D42E5C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24" name="Rechteck 723">
                      <a:extLst>
                        <a:ext uri="{FF2B5EF4-FFF2-40B4-BE49-F238E27FC236}">
                          <a16:creationId xmlns:a16="http://schemas.microsoft.com/office/drawing/2014/main" id="{990F0F2F-69D4-56CE-F724-11BF82E5A8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25" name="Rechteck 724">
                      <a:extLst>
                        <a:ext uri="{FF2B5EF4-FFF2-40B4-BE49-F238E27FC236}">
                          <a16:creationId xmlns:a16="http://schemas.microsoft.com/office/drawing/2014/main" id="{A88720CD-8771-2490-2942-A94497EC4B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721" name="Textfeld 720">
                    <a:extLst>
                      <a:ext uri="{FF2B5EF4-FFF2-40B4-BE49-F238E27FC236}">
                        <a16:creationId xmlns:a16="http://schemas.microsoft.com/office/drawing/2014/main" id="{600277C2-5946-D9CF-CE75-CB19D499E037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5967226" y="5442876"/>
                    <a:ext cx="387125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S4</a:t>
                    </a:r>
                  </a:p>
                </p:txBody>
              </p:sp>
            </p:grpSp>
            <p:grpSp>
              <p:nvGrpSpPr>
                <p:cNvPr id="153" name="Gruppieren 152">
                  <a:extLst>
                    <a:ext uri="{FF2B5EF4-FFF2-40B4-BE49-F238E27FC236}">
                      <a16:creationId xmlns:a16="http://schemas.microsoft.com/office/drawing/2014/main" id="{A8E3D5A9-8789-5E37-5C5E-DDD8074D12FA}"/>
                    </a:ext>
                  </a:extLst>
                </p:cNvPr>
                <p:cNvGrpSpPr/>
                <p:nvPr/>
              </p:nvGrpSpPr>
              <p:grpSpPr>
                <a:xfrm rot="16200000">
                  <a:off x="4142498" y="3377716"/>
                  <a:ext cx="546319" cy="547705"/>
                  <a:chOff x="5768358" y="5322827"/>
                  <a:chExt cx="546319" cy="547705"/>
                </a:xfrm>
              </p:grpSpPr>
              <p:grpSp>
                <p:nvGrpSpPr>
                  <p:cNvPr id="714" name="Gruppieren 713">
                    <a:extLst>
                      <a:ext uri="{FF2B5EF4-FFF2-40B4-BE49-F238E27FC236}">
                        <a16:creationId xmlns:a16="http://schemas.microsoft.com/office/drawing/2014/main" id="{3721B8D4-2391-6A99-4FED-D35D1D07FB7B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654705" y="5436480"/>
                    <a:ext cx="547705" cy="320400"/>
                    <a:chOff x="7869855" y="3649930"/>
                    <a:chExt cx="547705" cy="320400"/>
                  </a:xfrm>
                </p:grpSpPr>
                <p:sp>
                  <p:nvSpPr>
                    <p:cNvPr id="716" name="Rechteck 715">
                      <a:extLst>
                        <a:ext uri="{FF2B5EF4-FFF2-40B4-BE49-F238E27FC236}">
                          <a16:creationId xmlns:a16="http://schemas.microsoft.com/office/drawing/2014/main" id="{E9E077A3-2283-2BC0-6150-9AE35AB8FA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30"/>
                      <a:ext cx="547705" cy="3204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17" name="Rechteck 716">
                      <a:extLst>
                        <a:ext uri="{FF2B5EF4-FFF2-40B4-BE49-F238E27FC236}">
                          <a16:creationId xmlns:a16="http://schemas.microsoft.com/office/drawing/2014/main" id="{3390E90B-C4B2-3FEA-CF5A-DF96B7FBBC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18" name="Rechteck 717">
                      <a:extLst>
                        <a:ext uri="{FF2B5EF4-FFF2-40B4-BE49-F238E27FC236}">
                          <a16:creationId xmlns:a16="http://schemas.microsoft.com/office/drawing/2014/main" id="{1874B41B-371C-E03F-7690-8B811A5BCE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19" name="Rechteck 718">
                      <a:extLst>
                        <a:ext uri="{FF2B5EF4-FFF2-40B4-BE49-F238E27FC236}">
                          <a16:creationId xmlns:a16="http://schemas.microsoft.com/office/drawing/2014/main" id="{8F358373-7495-616B-5E89-80ACA6B2AD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715" name="Textfeld 714">
                    <a:extLst>
                      <a:ext uri="{FF2B5EF4-FFF2-40B4-BE49-F238E27FC236}">
                        <a16:creationId xmlns:a16="http://schemas.microsoft.com/office/drawing/2014/main" id="{374306A6-408F-739F-030F-D94D30D9845E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5936167" y="5438354"/>
                    <a:ext cx="449243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M4</a:t>
                    </a:r>
                  </a:p>
                </p:txBody>
              </p:sp>
            </p:grpSp>
            <p:grpSp>
              <p:nvGrpSpPr>
                <p:cNvPr id="154" name="Gruppieren 153">
                  <a:extLst>
                    <a:ext uri="{FF2B5EF4-FFF2-40B4-BE49-F238E27FC236}">
                      <a16:creationId xmlns:a16="http://schemas.microsoft.com/office/drawing/2014/main" id="{73A05C7D-5FC1-DFB7-B7AF-0459EC22AAA7}"/>
                    </a:ext>
                  </a:extLst>
                </p:cNvPr>
                <p:cNvGrpSpPr/>
                <p:nvPr/>
              </p:nvGrpSpPr>
              <p:grpSpPr>
                <a:xfrm>
                  <a:off x="3543714" y="810301"/>
                  <a:ext cx="604090" cy="547705"/>
                  <a:chOff x="5908758" y="5322827"/>
                  <a:chExt cx="604090" cy="547705"/>
                </a:xfrm>
              </p:grpSpPr>
              <p:grpSp>
                <p:nvGrpSpPr>
                  <p:cNvPr id="708" name="Gruppieren 707">
                    <a:extLst>
                      <a:ext uri="{FF2B5EF4-FFF2-40B4-BE49-F238E27FC236}">
                        <a16:creationId xmlns:a16="http://schemas.microsoft.com/office/drawing/2014/main" id="{3D178959-9DB2-506E-29A9-703F5C68A40F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794896" y="5436689"/>
                    <a:ext cx="547705" cy="319982"/>
                    <a:chOff x="7869856" y="3509947"/>
                    <a:chExt cx="547705" cy="319982"/>
                  </a:xfrm>
                </p:grpSpPr>
                <p:sp>
                  <p:nvSpPr>
                    <p:cNvPr id="710" name="Rechteck 709">
                      <a:extLst>
                        <a:ext uri="{FF2B5EF4-FFF2-40B4-BE49-F238E27FC236}">
                          <a16:creationId xmlns:a16="http://schemas.microsoft.com/office/drawing/2014/main" id="{C39A0368-179A-6203-9B6B-6094E6EFDA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6" y="3509947"/>
                      <a:ext cx="547705" cy="319982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11" name="Rechteck 710">
                      <a:extLst>
                        <a:ext uri="{FF2B5EF4-FFF2-40B4-BE49-F238E27FC236}">
                          <a16:creationId xmlns:a16="http://schemas.microsoft.com/office/drawing/2014/main" id="{4CFF9BC5-30DD-471D-A156-DC5D9BADB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12" name="Rechteck 711">
                      <a:extLst>
                        <a:ext uri="{FF2B5EF4-FFF2-40B4-BE49-F238E27FC236}">
                          <a16:creationId xmlns:a16="http://schemas.microsoft.com/office/drawing/2014/main" id="{B75DE2C0-1CC2-CC5A-3850-C30ED47AF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13" name="Rechteck 712">
                      <a:extLst>
                        <a:ext uri="{FF2B5EF4-FFF2-40B4-BE49-F238E27FC236}">
                          <a16:creationId xmlns:a16="http://schemas.microsoft.com/office/drawing/2014/main" id="{2C679743-6C8D-0A63-F63E-04C50EAF7D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709" name="Textfeld 708">
                    <a:extLst>
                      <a:ext uri="{FF2B5EF4-FFF2-40B4-BE49-F238E27FC236}">
                        <a16:creationId xmlns:a16="http://schemas.microsoft.com/office/drawing/2014/main" id="{E7511564-8AE1-EC15-A530-70AFE77CC867}"/>
                      </a:ext>
                    </a:extLst>
                  </p:cNvPr>
                  <p:cNvSpPr txBox="1"/>
                  <p:nvPr/>
                </p:nvSpPr>
                <p:spPr>
                  <a:xfrm>
                    <a:off x="6125723" y="5433023"/>
                    <a:ext cx="387125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S1</a:t>
                    </a:r>
                  </a:p>
                </p:txBody>
              </p:sp>
            </p:grpSp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93498BB6-1D5E-B774-BB7B-E3F766011C3A}"/>
                    </a:ext>
                  </a:extLst>
                </p:cNvPr>
                <p:cNvGrpSpPr/>
                <p:nvPr/>
              </p:nvGrpSpPr>
              <p:grpSpPr>
                <a:xfrm>
                  <a:off x="4037433" y="810070"/>
                  <a:ext cx="661592" cy="547705"/>
                  <a:chOff x="5567148" y="5322827"/>
                  <a:chExt cx="661592" cy="547705"/>
                </a:xfrm>
              </p:grpSpPr>
              <p:grpSp>
                <p:nvGrpSpPr>
                  <p:cNvPr id="190" name="Gruppieren 189">
                    <a:extLst>
                      <a:ext uri="{FF2B5EF4-FFF2-40B4-BE49-F238E27FC236}">
                        <a16:creationId xmlns:a16="http://schemas.microsoft.com/office/drawing/2014/main" id="{FEE01125-690E-0779-1B32-9C5386EFE08A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794896" y="5436689"/>
                    <a:ext cx="547705" cy="319982"/>
                    <a:chOff x="7869856" y="3509947"/>
                    <a:chExt cx="547705" cy="319982"/>
                  </a:xfrm>
                </p:grpSpPr>
                <p:sp>
                  <p:nvSpPr>
                    <p:cNvPr id="704" name="Rechteck 703">
                      <a:extLst>
                        <a:ext uri="{FF2B5EF4-FFF2-40B4-BE49-F238E27FC236}">
                          <a16:creationId xmlns:a16="http://schemas.microsoft.com/office/drawing/2014/main" id="{0D008CB4-C1DC-029B-1FF5-46890316EB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6" y="3509947"/>
                      <a:ext cx="547705" cy="319982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705" name="Rechteck 704">
                      <a:extLst>
                        <a:ext uri="{FF2B5EF4-FFF2-40B4-BE49-F238E27FC236}">
                          <a16:creationId xmlns:a16="http://schemas.microsoft.com/office/drawing/2014/main" id="{538FDA80-9FEC-841D-32BC-EA58E00876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06" name="Rechteck 705">
                      <a:extLst>
                        <a:ext uri="{FF2B5EF4-FFF2-40B4-BE49-F238E27FC236}">
                          <a16:creationId xmlns:a16="http://schemas.microsoft.com/office/drawing/2014/main" id="{6BCCB04D-C321-1F1A-7AB3-CD10EA10C3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707" name="Rechteck 706">
                      <a:extLst>
                        <a:ext uri="{FF2B5EF4-FFF2-40B4-BE49-F238E27FC236}">
                          <a16:creationId xmlns:a16="http://schemas.microsoft.com/office/drawing/2014/main" id="{6C283CC3-6CE0-E8A9-D45E-A036AEA847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191" name="Textfeld 190">
                    <a:extLst>
                      <a:ext uri="{FF2B5EF4-FFF2-40B4-BE49-F238E27FC236}">
                        <a16:creationId xmlns:a16="http://schemas.microsoft.com/office/drawing/2014/main" id="{8333689E-0B31-5C67-82FD-AF4B6EF229DA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148" y="5433254"/>
                    <a:ext cx="449243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M1</a:t>
                    </a:r>
                  </a:p>
                </p:txBody>
              </p:sp>
            </p:grpSp>
            <p:grpSp>
              <p:nvGrpSpPr>
                <p:cNvPr id="169" name="Gruppieren 168">
                  <a:extLst>
                    <a:ext uri="{FF2B5EF4-FFF2-40B4-BE49-F238E27FC236}">
                      <a16:creationId xmlns:a16="http://schemas.microsoft.com/office/drawing/2014/main" id="{515D5FDA-F494-8BFA-EBCB-06D5A283585A}"/>
                    </a:ext>
                  </a:extLst>
                </p:cNvPr>
                <p:cNvGrpSpPr/>
                <p:nvPr/>
              </p:nvGrpSpPr>
              <p:grpSpPr>
                <a:xfrm>
                  <a:off x="4002849" y="1545113"/>
                  <a:ext cx="694101" cy="547705"/>
                  <a:chOff x="5534639" y="5322827"/>
                  <a:chExt cx="694101" cy="547705"/>
                </a:xfrm>
              </p:grpSpPr>
              <p:grpSp>
                <p:nvGrpSpPr>
                  <p:cNvPr id="184" name="Gruppieren 183">
                    <a:extLst>
                      <a:ext uri="{FF2B5EF4-FFF2-40B4-BE49-F238E27FC236}">
                        <a16:creationId xmlns:a16="http://schemas.microsoft.com/office/drawing/2014/main" id="{1BD78001-692D-94EF-8F0D-BDF93C25C55C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794896" y="5436689"/>
                    <a:ext cx="547705" cy="319982"/>
                    <a:chOff x="7869856" y="3509947"/>
                    <a:chExt cx="547705" cy="319982"/>
                  </a:xfrm>
                </p:grpSpPr>
                <p:sp>
                  <p:nvSpPr>
                    <p:cNvPr id="186" name="Rechteck 185">
                      <a:extLst>
                        <a:ext uri="{FF2B5EF4-FFF2-40B4-BE49-F238E27FC236}">
                          <a16:creationId xmlns:a16="http://schemas.microsoft.com/office/drawing/2014/main" id="{092EF580-DCF4-9F95-B7ED-FC5B4473DF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6" y="3509947"/>
                      <a:ext cx="547705" cy="319982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187" name="Rechteck 186">
                      <a:extLst>
                        <a:ext uri="{FF2B5EF4-FFF2-40B4-BE49-F238E27FC236}">
                          <a16:creationId xmlns:a16="http://schemas.microsoft.com/office/drawing/2014/main" id="{F56C5C80-3AEC-586A-C9A7-B1165AF430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88" name="Rechteck 187">
                      <a:extLst>
                        <a:ext uri="{FF2B5EF4-FFF2-40B4-BE49-F238E27FC236}">
                          <a16:creationId xmlns:a16="http://schemas.microsoft.com/office/drawing/2014/main" id="{118E84A7-7C20-E92B-BFAB-900E28B4BA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89" name="Rechteck 188">
                      <a:extLst>
                        <a:ext uri="{FF2B5EF4-FFF2-40B4-BE49-F238E27FC236}">
                          <a16:creationId xmlns:a16="http://schemas.microsoft.com/office/drawing/2014/main" id="{7E0EF8FE-51D8-7C2A-6AE9-2158B7547A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185" name="Textfeld 184">
                    <a:extLst>
                      <a:ext uri="{FF2B5EF4-FFF2-40B4-BE49-F238E27FC236}">
                        <a16:creationId xmlns:a16="http://schemas.microsoft.com/office/drawing/2014/main" id="{443909CD-D12F-23ED-55A7-E35FA2C272A6}"/>
                      </a:ext>
                    </a:extLst>
                  </p:cNvPr>
                  <p:cNvSpPr txBox="1"/>
                  <p:nvPr/>
                </p:nvSpPr>
                <p:spPr>
                  <a:xfrm>
                    <a:off x="5534639" y="5433254"/>
                    <a:ext cx="489318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BAT</a:t>
                    </a:r>
                  </a:p>
                </p:txBody>
              </p:sp>
            </p:grpSp>
            <p:grpSp>
              <p:nvGrpSpPr>
                <p:cNvPr id="170" name="Gruppieren 169">
                  <a:extLst>
                    <a:ext uri="{FF2B5EF4-FFF2-40B4-BE49-F238E27FC236}">
                      <a16:creationId xmlns:a16="http://schemas.microsoft.com/office/drawing/2014/main" id="{379502D8-5947-6AD0-2146-7488B0218D6B}"/>
                    </a:ext>
                  </a:extLst>
                </p:cNvPr>
                <p:cNvGrpSpPr/>
                <p:nvPr/>
              </p:nvGrpSpPr>
              <p:grpSpPr>
                <a:xfrm>
                  <a:off x="3543714" y="2277151"/>
                  <a:ext cx="604090" cy="547705"/>
                  <a:chOff x="5908758" y="5322827"/>
                  <a:chExt cx="604090" cy="547705"/>
                </a:xfrm>
              </p:grpSpPr>
              <p:grpSp>
                <p:nvGrpSpPr>
                  <p:cNvPr id="178" name="Gruppieren 177">
                    <a:extLst>
                      <a:ext uri="{FF2B5EF4-FFF2-40B4-BE49-F238E27FC236}">
                        <a16:creationId xmlns:a16="http://schemas.microsoft.com/office/drawing/2014/main" id="{886DAFB4-147F-2042-2BA9-FA99B2790A7E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794896" y="5436689"/>
                    <a:ext cx="547705" cy="319982"/>
                    <a:chOff x="7869856" y="3509947"/>
                    <a:chExt cx="547705" cy="319982"/>
                  </a:xfrm>
                </p:grpSpPr>
                <p:sp>
                  <p:nvSpPr>
                    <p:cNvPr id="180" name="Rechteck 179">
                      <a:extLst>
                        <a:ext uri="{FF2B5EF4-FFF2-40B4-BE49-F238E27FC236}">
                          <a16:creationId xmlns:a16="http://schemas.microsoft.com/office/drawing/2014/main" id="{D0A2488C-5DAD-74C8-4E71-BCE0BA2ECB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6" y="3509947"/>
                      <a:ext cx="547705" cy="319982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181" name="Rechteck 180">
                      <a:extLst>
                        <a:ext uri="{FF2B5EF4-FFF2-40B4-BE49-F238E27FC236}">
                          <a16:creationId xmlns:a16="http://schemas.microsoft.com/office/drawing/2014/main" id="{18410E50-BA2F-038F-208F-3473306295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82" name="Rechteck 181">
                      <a:extLst>
                        <a:ext uri="{FF2B5EF4-FFF2-40B4-BE49-F238E27FC236}">
                          <a16:creationId xmlns:a16="http://schemas.microsoft.com/office/drawing/2014/main" id="{1FD600EC-C76E-73F6-95BE-B2AE0992CA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83" name="Rechteck 182">
                      <a:extLst>
                        <a:ext uri="{FF2B5EF4-FFF2-40B4-BE49-F238E27FC236}">
                          <a16:creationId xmlns:a16="http://schemas.microsoft.com/office/drawing/2014/main" id="{13F6D2CD-B201-C44E-8C65-C38F8EB454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179" name="Textfeld 178">
                    <a:extLst>
                      <a:ext uri="{FF2B5EF4-FFF2-40B4-BE49-F238E27FC236}">
                        <a16:creationId xmlns:a16="http://schemas.microsoft.com/office/drawing/2014/main" id="{F7CC65BF-60AF-16C7-2DCF-95F5AD0F7B87}"/>
                      </a:ext>
                    </a:extLst>
                  </p:cNvPr>
                  <p:cNvSpPr txBox="1"/>
                  <p:nvPr/>
                </p:nvSpPr>
                <p:spPr>
                  <a:xfrm>
                    <a:off x="6125723" y="5433023"/>
                    <a:ext cx="387125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S2</a:t>
                    </a:r>
                  </a:p>
                </p:txBody>
              </p:sp>
            </p:grpSp>
            <p:grpSp>
              <p:nvGrpSpPr>
                <p:cNvPr id="171" name="Gruppieren 170">
                  <a:extLst>
                    <a:ext uri="{FF2B5EF4-FFF2-40B4-BE49-F238E27FC236}">
                      <a16:creationId xmlns:a16="http://schemas.microsoft.com/office/drawing/2014/main" id="{469D62E2-7AD5-A7AB-DC65-92D1BDCBE48A}"/>
                    </a:ext>
                  </a:extLst>
                </p:cNvPr>
                <p:cNvGrpSpPr/>
                <p:nvPr/>
              </p:nvGrpSpPr>
              <p:grpSpPr>
                <a:xfrm>
                  <a:off x="4037433" y="2276920"/>
                  <a:ext cx="661592" cy="547705"/>
                  <a:chOff x="5567148" y="5322827"/>
                  <a:chExt cx="661592" cy="547705"/>
                </a:xfrm>
              </p:grpSpPr>
              <p:grpSp>
                <p:nvGrpSpPr>
                  <p:cNvPr id="172" name="Gruppieren 171">
                    <a:extLst>
                      <a:ext uri="{FF2B5EF4-FFF2-40B4-BE49-F238E27FC236}">
                        <a16:creationId xmlns:a16="http://schemas.microsoft.com/office/drawing/2014/main" id="{BFD5F5C4-CDFC-4C83-7AF0-39865E6BAD27}"/>
                      </a:ext>
                    </a:extLst>
                  </p:cNvPr>
                  <p:cNvGrpSpPr/>
                  <p:nvPr/>
                </p:nvGrpSpPr>
                <p:grpSpPr>
                  <a:xfrm rot="5400000">
                    <a:off x="5794896" y="5436689"/>
                    <a:ext cx="547705" cy="319982"/>
                    <a:chOff x="7869856" y="3509947"/>
                    <a:chExt cx="547705" cy="319982"/>
                  </a:xfrm>
                </p:grpSpPr>
                <p:sp>
                  <p:nvSpPr>
                    <p:cNvPr id="174" name="Rechteck 173">
                      <a:extLst>
                        <a:ext uri="{FF2B5EF4-FFF2-40B4-BE49-F238E27FC236}">
                          <a16:creationId xmlns:a16="http://schemas.microsoft.com/office/drawing/2014/main" id="{2D628260-3D4B-24E4-B93D-E401B8EEA7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6" y="3509947"/>
                      <a:ext cx="547705" cy="319982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 dirty="0"/>
                    </a:p>
                  </p:txBody>
                </p:sp>
                <p:sp>
                  <p:nvSpPr>
                    <p:cNvPr id="175" name="Rechteck 174">
                      <a:extLst>
                        <a:ext uri="{FF2B5EF4-FFF2-40B4-BE49-F238E27FC236}">
                          <a16:creationId xmlns:a16="http://schemas.microsoft.com/office/drawing/2014/main" id="{6DE037E2-9036-5480-A6F1-ABBE9C4D3D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76" name="Rechteck 175">
                      <a:extLst>
                        <a:ext uri="{FF2B5EF4-FFF2-40B4-BE49-F238E27FC236}">
                          <a16:creationId xmlns:a16="http://schemas.microsoft.com/office/drawing/2014/main" id="{9467E81E-2FDB-9D38-4A0A-12515EF410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177" name="Rechteck 176">
                      <a:extLst>
                        <a:ext uri="{FF2B5EF4-FFF2-40B4-BE49-F238E27FC236}">
                          <a16:creationId xmlns:a16="http://schemas.microsoft.com/office/drawing/2014/main" id="{CEEDEF15-2BDA-4FE2-F6FA-AFE8EF6F97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173" name="Textfeld 172">
                    <a:extLst>
                      <a:ext uri="{FF2B5EF4-FFF2-40B4-BE49-F238E27FC236}">
                        <a16:creationId xmlns:a16="http://schemas.microsoft.com/office/drawing/2014/main" id="{1DB5B8A5-2E27-3650-9A5F-3231B70956F2}"/>
                      </a:ext>
                    </a:extLst>
                  </p:cNvPr>
                  <p:cNvSpPr txBox="1"/>
                  <p:nvPr/>
                </p:nvSpPr>
                <p:spPr>
                  <a:xfrm>
                    <a:off x="5567148" y="5433254"/>
                    <a:ext cx="449243" cy="30777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de-DE" sz="1000" dirty="0"/>
                      <a:t>M2</a:t>
                    </a: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242061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4F7BC594-38D4-E099-EFCC-64F786744F25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Gruppieren 207">
            <a:extLst>
              <a:ext uri="{FF2B5EF4-FFF2-40B4-BE49-F238E27FC236}">
                <a16:creationId xmlns:a16="http://schemas.microsoft.com/office/drawing/2014/main" id="{839F1B81-A1BE-C3D9-84D7-4F2269F80679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" name="Gruppieren 1">
              <a:extLst>
                <a:ext uri="{FF2B5EF4-FFF2-40B4-BE49-F238E27FC236}">
                  <a16:creationId xmlns:a16="http://schemas.microsoft.com/office/drawing/2014/main" id="{2A9477E8-EF26-5614-E3B5-CEA8CB8229F0}"/>
                </a:ext>
              </a:extLst>
            </p:cNvPr>
            <p:cNvGrpSpPr/>
            <p:nvPr/>
          </p:nvGrpSpPr>
          <p:grpSpPr>
            <a:xfrm>
              <a:off x="1224931" y="367949"/>
              <a:ext cx="2548129" cy="4491217"/>
              <a:chOff x="853439" y="1101374"/>
              <a:chExt cx="2548129" cy="4491217"/>
            </a:xfrm>
          </p:grpSpPr>
          <p:sp>
            <p:nvSpPr>
              <p:cNvPr id="3" name="Rechteck: abgerundete Ecken 2">
                <a:extLst>
                  <a:ext uri="{FF2B5EF4-FFF2-40B4-BE49-F238E27FC236}">
                    <a16:creationId xmlns:a16="http://schemas.microsoft.com/office/drawing/2014/main" id="{82AB102D-91BB-3075-35EB-AF604D2EBA42}"/>
                  </a:ext>
                </a:extLst>
              </p:cNvPr>
              <p:cNvSpPr/>
              <p:nvPr/>
            </p:nvSpPr>
            <p:spPr>
              <a:xfrm>
                <a:off x="1437806" y="2919438"/>
                <a:ext cx="648000" cy="576000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7AD9962-4A98-58DA-5304-97BCE645B4CC}"/>
                  </a:ext>
                </a:extLst>
              </p:cNvPr>
              <p:cNvSpPr/>
              <p:nvPr/>
            </p:nvSpPr>
            <p:spPr>
              <a:xfrm>
                <a:off x="853439" y="1324893"/>
                <a:ext cx="2548129" cy="2115719"/>
              </a:xfrm>
              <a:prstGeom prst="rect">
                <a:avLst/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Ellipse 4">
                <a:extLst>
                  <a:ext uri="{FF2B5EF4-FFF2-40B4-BE49-F238E27FC236}">
                    <a16:creationId xmlns:a16="http://schemas.microsoft.com/office/drawing/2014/main" id="{AB167C69-6BFD-C22C-5878-526FED152E83}"/>
                  </a:ext>
                </a:extLst>
              </p:cNvPr>
              <p:cNvSpPr/>
              <p:nvPr/>
            </p:nvSpPr>
            <p:spPr>
              <a:xfrm>
                <a:off x="1113262" y="1945995"/>
                <a:ext cx="180000" cy="180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EC80BDC-282C-4A98-B299-C258DF77CF37}"/>
                  </a:ext>
                </a:extLst>
              </p:cNvPr>
              <p:cNvSpPr txBox="1"/>
              <p:nvPr/>
            </p:nvSpPr>
            <p:spPr>
              <a:xfrm rot="16200000">
                <a:off x="729152" y="1903769"/>
                <a:ext cx="5631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RESET</a:t>
                </a:r>
              </a:p>
            </p:txBody>
          </p:sp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4698F99F-62BC-467F-7347-228A94FF8E4B}"/>
                  </a:ext>
                </a:extLst>
              </p:cNvPr>
              <p:cNvGrpSpPr/>
              <p:nvPr/>
            </p:nvGrpSpPr>
            <p:grpSpPr>
              <a:xfrm>
                <a:off x="2892402" y="1370614"/>
                <a:ext cx="497252" cy="360000"/>
                <a:chOff x="5743091" y="1692781"/>
                <a:chExt cx="497252" cy="360000"/>
              </a:xfrm>
            </p:grpSpPr>
            <p:sp>
              <p:nvSpPr>
                <p:cNvPr id="205" name="Ellipse 204">
                  <a:extLst>
                    <a:ext uri="{FF2B5EF4-FFF2-40B4-BE49-F238E27FC236}">
                      <a16:creationId xmlns:a16="http://schemas.microsoft.com/office/drawing/2014/main" id="{FDB1FE3B-5B9C-C28A-9597-7A73F0215BBC}"/>
                    </a:ext>
                  </a:extLst>
                </p:cNvPr>
                <p:cNvSpPr/>
                <p:nvPr/>
              </p:nvSpPr>
              <p:spPr>
                <a:xfrm>
                  <a:off x="5808705" y="1692781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6" name="Textfeld 205">
                  <a:extLst>
                    <a:ext uri="{FF2B5EF4-FFF2-40B4-BE49-F238E27FC236}">
                      <a16:creationId xmlns:a16="http://schemas.microsoft.com/office/drawing/2014/main" id="{6F34374D-F4BA-5DED-F59B-6B1AD558F83E}"/>
                    </a:ext>
                  </a:extLst>
                </p:cNvPr>
                <p:cNvSpPr txBox="1"/>
                <p:nvPr/>
              </p:nvSpPr>
              <p:spPr>
                <a:xfrm>
                  <a:off x="5743091" y="1733914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LED2</a:t>
                  </a:r>
                </a:p>
              </p:txBody>
            </p:sp>
          </p:grpSp>
          <p:grpSp>
            <p:nvGrpSpPr>
              <p:cNvPr id="8" name="Gruppieren 7">
                <a:extLst>
                  <a:ext uri="{FF2B5EF4-FFF2-40B4-BE49-F238E27FC236}">
                    <a16:creationId xmlns:a16="http://schemas.microsoft.com/office/drawing/2014/main" id="{8FD8DC11-09EA-8AB7-C6FA-2134745FD676}"/>
                  </a:ext>
                </a:extLst>
              </p:cNvPr>
              <p:cNvGrpSpPr/>
              <p:nvPr/>
            </p:nvGrpSpPr>
            <p:grpSpPr>
              <a:xfrm>
                <a:off x="858336" y="1370246"/>
                <a:ext cx="497252" cy="360000"/>
                <a:chOff x="4731689" y="1680222"/>
                <a:chExt cx="497252" cy="360000"/>
              </a:xfrm>
            </p:grpSpPr>
            <p:sp>
              <p:nvSpPr>
                <p:cNvPr id="203" name="Ellipse 202">
                  <a:extLst>
                    <a:ext uri="{FF2B5EF4-FFF2-40B4-BE49-F238E27FC236}">
                      <a16:creationId xmlns:a16="http://schemas.microsoft.com/office/drawing/2014/main" id="{D871855D-67A2-86E1-A299-F61601FAA45B}"/>
                    </a:ext>
                  </a:extLst>
                </p:cNvPr>
                <p:cNvSpPr/>
                <p:nvPr/>
              </p:nvSpPr>
              <p:spPr>
                <a:xfrm>
                  <a:off x="4806615" y="1680222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4" name="Textfeld 203">
                  <a:extLst>
                    <a:ext uri="{FF2B5EF4-FFF2-40B4-BE49-F238E27FC236}">
                      <a16:creationId xmlns:a16="http://schemas.microsoft.com/office/drawing/2014/main" id="{04E27C9B-80F5-26BE-7BFC-88CF9FFC3C3F}"/>
                    </a:ext>
                  </a:extLst>
                </p:cNvPr>
                <p:cNvSpPr txBox="1"/>
                <p:nvPr/>
              </p:nvSpPr>
              <p:spPr>
                <a:xfrm>
                  <a:off x="4731689" y="1727428"/>
                  <a:ext cx="4972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LED1</a:t>
                  </a:r>
                </a:p>
              </p:txBody>
            </p:sp>
          </p:grp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76C308A-8AD9-689C-E9F3-0F48C3EC5999}"/>
                  </a:ext>
                </a:extLst>
              </p:cNvPr>
              <p:cNvSpPr txBox="1"/>
              <p:nvPr/>
            </p:nvSpPr>
            <p:spPr>
              <a:xfrm>
                <a:off x="1448383" y="3068938"/>
                <a:ext cx="6374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10" name="Gruppieren 9">
                <a:extLst>
                  <a:ext uri="{FF2B5EF4-FFF2-40B4-BE49-F238E27FC236}">
                    <a16:creationId xmlns:a16="http://schemas.microsoft.com/office/drawing/2014/main" id="{BD82E34E-DD41-7D94-199D-7ABFE23812D0}"/>
                  </a:ext>
                </a:extLst>
              </p:cNvPr>
              <p:cNvGrpSpPr/>
              <p:nvPr/>
            </p:nvGrpSpPr>
            <p:grpSpPr>
              <a:xfrm>
                <a:off x="2256779" y="3049925"/>
                <a:ext cx="343998" cy="255825"/>
                <a:chOff x="7585604" y="3312027"/>
                <a:chExt cx="343998" cy="255825"/>
              </a:xfrm>
            </p:grpSpPr>
            <p:sp>
              <p:nvSpPr>
                <p:cNvPr id="197" name="Rechteck 196">
                  <a:extLst>
                    <a:ext uri="{FF2B5EF4-FFF2-40B4-BE49-F238E27FC236}">
                      <a16:creationId xmlns:a16="http://schemas.microsoft.com/office/drawing/2014/main" id="{4232D7E8-950A-0F64-C719-7E23034F191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8" name="Gruppieren 197">
                  <a:extLst>
                    <a:ext uri="{FF2B5EF4-FFF2-40B4-BE49-F238E27FC236}">
                      <a16:creationId xmlns:a16="http://schemas.microsoft.com/office/drawing/2014/main" id="{D6B41D33-CCC5-B99E-303A-8F365EE3E81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201" name="Rechteck 200">
                    <a:extLst>
                      <a:ext uri="{FF2B5EF4-FFF2-40B4-BE49-F238E27FC236}">
                        <a16:creationId xmlns:a16="http://schemas.microsoft.com/office/drawing/2014/main" id="{6D2EBC50-CA79-B3D3-EFA1-35FE5732378A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02" name="Rechteck 201">
                    <a:extLst>
                      <a:ext uri="{FF2B5EF4-FFF2-40B4-BE49-F238E27FC236}">
                        <a16:creationId xmlns:a16="http://schemas.microsoft.com/office/drawing/2014/main" id="{A9C4BBFC-5E00-D3A8-02AB-399E0EF4E3E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9" name="Rechteck 198">
                  <a:extLst>
                    <a:ext uri="{FF2B5EF4-FFF2-40B4-BE49-F238E27FC236}">
                      <a16:creationId xmlns:a16="http://schemas.microsoft.com/office/drawing/2014/main" id="{EDAE047A-BBED-5961-E285-33A904811F0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0" name="Rechteck 199">
                  <a:extLst>
                    <a:ext uri="{FF2B5EF4-FFF2-40B4-BE49-F238E27FC236}">
                      <a16:creationId xmlns:a16="http://schemas.microsoft.com/office/drawing/2014/main" id="{639D829B-FC63-EE94-D775-93FCD93E3929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BEACE8D9-D14C-805B-7AFC-D01E69616A71}"/>
                  </a:ext>
                </a:extLst>
              </p:cNvPr>
              <p:cNvGrpSpPr/>
              <p:nvPr/>
            </p:nvGrpSpPr>
            <p:grpSpPr>
              <a:xfrm>
                <a:off x="950578" y="3053930"/>
                <a:ext cx="343998" cy="255825"/>
                <a:chOff x="7585604" y="3312027"/>
                <a:chExt cx="343998" cy="255825"/>
              </a:xfrm>
            </p:grpSpPr>
            <p:sp>
              <p:nvSpPr>
                <p:cNvPr id="498" name="Rechteck 497">
                  <a:extLst>
                    <a:ext uri="{FF2B5EF4-FFF2-40B4-BE49-F238E27FC236}">
                      <a16:creationId xmlns:a16="http://schemas.microsoft.com/office/drawing/2014/main" id="{2DE8AAC9-8D6F-3A86-41AB-6AD61D3B30E1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192" name="Gruppieren 191">
                  <a:extLst>
                    <a:ext uri="{FF2B5EF4-FFF2-40B4-BE49-F238E27FC236}">
                      <a16:creationId xmlns:a16="http://schemas.microsoft.com/office/drawing/2014/main" id="{7FAACA98-166E-9F76-5ACA-A722C4666842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195" name="Rechteck 194">
                    <a:extLst>
                      <a:ext uri="{FF2B5EF4-FFF2-40B4-BE49-F238E27FC236}">
                        <a16:creationId xmlns:a16="http://schemas.microsoft.com/office/drawing/2014/main" id="{DAFF8A02-6C2B-166A-8A52-89DC92E827C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96" name="Rechteck 195">
                    <a:extLst>
                      <a:ext uri="{FF2B5EF4-FFF2-40B4-BE49-F238E27FC236}">
                        <a16:creationId xmlns:a16="http://schemas.microsoft.com/office/drawing/2014/main" id="{207E460F-98EF-E161-83B5-38302220965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193" name="Rechteck 192">
                  <a:extLst>
                    <a:ext uri="{FF2B5EF4-FFF2-40B4-BE49-F238E27FC236}">
                      <a16:creationId xmlns:a16="http://schemas.microsoft.com/office/drawing/2014/main" id="{9B4CE9FB-831C-3190-8BDD-0F0DEDF5AE66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4" name="Rechteck 193">
                  <a:extLst>
                    <a:ext uri="{FF2B5EF4-FFF2-40B4-BE49-F238E27FC236}">
                      <a16:creationId xmlns:a16="http://schemas.microsoft.com/office/drawing/2014/main" id="{8DD47E1A-75F9-5103-D28C-4B9AD22D8D1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48801B74-D893-90DC-BD05-E36E03FF6A91}"/>
                  </a:ext>
                </a:extLst>
              </p:cNvPr>
              <p:cNvGrpSpPr/>
              <p:nvPr/>
            </p:nvGrpSpPr>
            <p:grpSpPr>
              <a:xfrm>
                <a:off x="2925542" y="3049926"/>
                <a:ext cx="343998" cy="255825"/>
                <a:chOff x="7585604" y="3312027"/>
                <a:chExt cx="343998" cy="255825"/>
              </a:xfrm>
            </p:grpSpPr>
            <p:sp>
              <p:nvSpPr>
                <p:cNvPr id="492" name="Rechteck 491">
                  <a:extLst>
                    <a:ext uri="{FF2B5EF4-FFF2-40B4-BE49-F238E27FC236}">
                      <a16:creationId xmlns:a16="http://schemas.microsoft.com/office/drawing/2014/main" id="{6A53C517-F5D3-A2D8-0BCE-1CF09C74E443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93" name="Gruppieren 492">
                  <a:extLst>
                    <a:ext uri="{FF2B5EF4-FFF2-40B4-BE49-F238E27FC236}">
                      <a16:creationId xmlns:a16="http://schemas.microsoft.com/office/drawing/2014/main" id="{328CE048-718C-1EEB-A755-B16D18094A19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7" cy="114699"/>
                  <a:chOff x="7599557" y="3453153"/>
                  <a:chExt cx="343997" cy="114699"/>
                </a:xfrm>
                <a:solidFill>
                  <a:schemeClr val="bg1"/>
                </a:solidFill>
              </p:grpSpPr>
              <p:sp>
                <p:nvSpPr>
                  <p:cNvPr id="496" name="Rechteck 495">
                    <a:extLst>
                      <a:ext uri="{FF2B5EF4-FFF2-40B4-BE49-F238E27FC236}">
                        <a16:creationId xmlns:a16="http://schemas.microsoft.com/office/drawing/2014/main" id="{EEBE88C1-265D-1167-92AB-6B6217C77DB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7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7" name="Rechteck 496">
                    <a:extLst>
                      <a:ext uri="{FF2B5EF4-FFF2-40B4-BE49-F238E27FC236}">
                        <a16:creationId xmlns:a16="http://schemas.microsoft.com/office/drawing/2014/main" id="{2DEC911A-37E6-5F0A-007A-A24EF39210E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94" name="Rechteck 493">
                  <a:extLst>
                    <a:ext uri="{FF2B5EF4-FFF2-40B4-BE49-F238E27FC236}">
                      <a16:creationId xmlns:a16="http://schemas.microsoft.com/office/drawing/2014/main" id="{A5308951-E417-57F9-0D5F-7D14E26ABBD8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95" name="Rechteck 494">
                  <a:extLst>
                    <a:ext uri="{FF2B5EF4-FFF2-40B4-BE49-F238E27FC236}">
                      <a16:creationId xmlns:a16="http://schemas.microsoft.com/office/drawing/2014/main" id="{BD445AC0-8340-5052-DBE2-D99F5D73752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3" name="Gruppieren 12">
                <a:extLst>
                  <a:ext uri="{FF2B5EF4-FFF2-40B4-BE49-F238E27FC236}">
                    <a16:creationId xmlns:a16="http://schemas.microsoft.com/office/drawing/2014/main" id="{3765E5EC-FC21-2D3F-93CE-AAC3D857F75B}"/>
                  </a:ext>
                </a:extLst>
              </p:cNvPr>
              <p:cNvGrpSpPr/>
              <p:nvPr/>
            </p:nvGrpSpPr>
            <p:grpSpPr>
              <a:xfrm>
                <a:off x="950578" y="250529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6" name="Rechteck 485">
                  <a:extLst>
                    <a:ext uri="{FF2B5EF4-FFF2-40B4-BE49-F238E27FC236}">
                      <a16:creationId xmlns:a16="http://schemas.microsoft.com/office/drawing/2014/main" id="{D58653FC-A0A2-9DFC-BA2C-E0E3228D34A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7" name="Gruppieren 486">
                  <a:extLst>
                    <a:ext uri="{FF2B5EF4-FFF2-40B4-BE49-F238E27FC236}">
                      <a16:creationId xmlns:a16="http://schemas.microsoft.com/office/drawing/2014/main" id="{C5E11BCB-1D98-ED0E-B87F-D864DDCDD0EB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90" name="Rechteck 489">
                    <a:extLst>
                      <a:ext uri="{FF2B5EF4-FFF2-40B4-BE49-F238E27FC236}">
                        <a16:creationId xmlns:a16="http://schemas.microsoft.com/office/drawing/2014/main" id="{5028E6D9-86AD-00F7-D2A3-69C1B2F6C409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91" name="Rechteck 490">
                    <a:extLst>
                      <a:ext uri="{FF2B5EF4-FFF2-40B4-BE49-F238E27FC236}">
                        <a16:creationId xmlns:a16="http://schemas.microsoft.com/office/drawing/2014/main" id="{126A64CC-2311-130E-CA63-5512D6EDAB2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8" name="Rechteck 487">
                  <a:extLst>
                    <a:ext uri="{FF2B5EF4-FFF2-40B4-BE49-F238E27FC236}">
                      <a16:creationId xmlns:a16="http://schemas.microsoft.com/office/drawing/2014/main" id="{9486D759-E077-6DB1-51BD-8E4F12006730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9" name="Rechteck 488">
                  <a:extLst>
                    <a:ext uri="{FF2B5EF4-FFF2-40B4-BE49-F238E27FC236}">
                      <a16:creationId xmlns:a16="http://schemas.microsoft.com/office/drawing/2014/main" id="{6D80A506-3D7D-F59A-548D-F45499362991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4" name="Gruppieren 13">
                <a:extLst>
                  <a:ext uri="{FF2B5EF4-FFF2-40B4-BE49-F238E27FC236}">
                    <a16:creationId xmlns:a16="http://schemas.microsoft.com/office/drawing/2014/main" id="{7BC92261-DDAB-B962-0BBD-25288686E6CD}"/>
                  </a:ext>
                </a:extLst>
              </p:cNvPr>
              <p:cNvGrpSpPr/>
              <p:nvPr/>
            </p:nvGrpSpPr>
            <p:grpSpPr>
              <a:xfrm>
                <a:off x="1623779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80" name="Rechteck 479">
                  <a:extLst>
                    <a:ext uri="{FF2B5EF4-FFF2-40B4-BE49-F238E27FC236}">
                      <a16:creationId xmlns:a16="http://schemas.microsoft.com/office/drawing/2014/main" id="{2006BAF2-E543-53DB-8890-2147DC6B99A7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81" name="Gruppieren 480">
                  <a:extLst>
                    <a:ext uri="{FF2B5EF4-FFF2-40B4-BE49-F238E27FC236}">
                      <a16:creationId xmlns:a16="http://schemas.microsoft.com/office/drawing/2014/main" id="{5F084DA5-FBF1-0B42-E507-60C6A5C67BCD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84" name="Rechteck 483">
                    <a:extLst>
                      <a:ext uri="{FF2B5EF4-FFF2-40B4-BE49-F238E27FC236}">
                        <a16:creationId xmlns:a16="http://schemas.microsoft.com/office/drawing/2014/main" id="{2FCC2192-0247-194E-4302-03A44C7D1703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85" name="Rechteck 484">
                    <a:extLst>
                      <a:ext uri="{FF2B5EF4-FFF2-40B4-BE49-F238E27FC236}">
                        <a16:creationId xmlns:a16="http://schemas.microsoft.com/office/drawing/2014/main" id="{1B7216D1-5EDB-2D15-BAA7-B2C42F44512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2" name="Rechteck 481">
                  <a:extLst>
                    <a:ext uri="{FF2B5EF4-FFF2-40B4-BE49-F238E27FC236}">
                      <a16:creationId xmlns:a16="http://schemas.microsoft.com/office/drawing/2014/main" id="{A76B2C88-EFB0-1173-0706-F6CAE81CDF4F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83" name="Rechteck 482">
                  <a:extLst>
                    <a:ext uri="{FF2B5EF4-FFF2-40B4-BE49-F238E27FC236}">
                      <a16:creationId xmlns:a16="http://schemas.microsoft.com/office/drawing/2014/main" id="{54D8BB37-140E-411C-C333-C3FFC9663294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713AD396-99CA-FF91-2C20-753D37691367}"/>
                  </a:ext>
                </a:extLst>
              </p:cNvPr>
              <p:cNvGrpSpPr/>
              <p:nvPr/>
            </p:nvGrpSpPr>
            <p:grpSpPr>
              <a:xfrm>
                <a:off x="2256779" y="2505289"/>
                <a:ext cx="343998" cy="255825"/>
                <a:chOff x="7585604" y="3312027"/>
                <a:chExt cx="343998" cy="255825"/>
              </a:xfrm>
            </p:grpSpPr>
            <p:sp>
              <p:nvSpPr>
                <p:cNvPr id="474" name="Rechteck 473">
                  <a:extLst>
                    <a:ext uri="{FF2B5EF4-FFF2-40B4-BE49-F238E27FC236}">
                      <a16:creationId xmlns:a16="http://schemas.microsoft.com/office/drawing/2014/main" id="{FFDBF236-0E09-531B-86F0-E68FFA881AB9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75" name="Gruppieren 474">
                  <a:extLst>
                    <a:ext uri="{FF2B5EF4-FFF2-40B4-BE49-F238E27FC236}">
                      <a16:creationId xmlns:a16="http://schemas.microsoft.com/office/drawing/2014/main" id="{4627D480-0BB7-76F2-27B8-FDDC4E309F20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8" name="Rechteck 477">
                    <a:extLst>
                      <a:ext uri="{FF2B5EF4-FFF2-40B4-BE49-F238E27FC236}">
                        <a16:creationId xmlns:a16="http://schemas.microsoft.com/office/drawing/2014/main" id="{94612F44-F03E-0F17-D282-3889D24DBE80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9" name="Rechteck 478">
                    <a:extLst>
                      <a:ext uri="{FF2B5EF4-FFF2-40B4-BE49-F238E27FC236}">
                        <a16:creationId xmlns:a16="http://schemas.microsoft.com/office/drawing/2014/main" id="{F2FEEBEE-2EA3-0A61-170A-F9033410D10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6" name="Rechteck 475">
                  <a:extLst>
                    <a:ext uri="{FF2B5EF4-FFF2-40B4-BE49-F238E27FC236}">
                      <a16:creationId xmlns:a16="http://schemas.microsoft.com/office/drawing/2014/main" id="{D549E597-3767-4C08-3B38-6A63FD4C12F3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7" name="Rechteck 476">
                  <a:extLst>
                    <a:ext uri="{FF2B5EF4-FFF2-40B4-BE49-F238E27FC236}">
                      <a16:creationId xmlns:a16="http://schemas.microsoft.com/office/drawing/2014/main" id="{02DCEF4F-1645-EC9F-BE49-2B044E478BFA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16" name="Gruppieren 15">
                <a:extLst>
                  <a:ext uri="{FF2B5EF4-FFF2-40B4-BE49-F238E27FC236}">
                    <a16:creationId xmlns:a16="http://schemas.microsoft.com/office/drawing/2014/main" id="{08182F90-B4A8-B735-D5C3-DCAA3D954F34}"/>
                  </a:ext>
                </a:extLst>
              </p:cNvPr>
              <p:cNvGrpSpPr/>
              <p:nvPr/>
            </p:nvGrpSpPr>
            <p:grpSpPr>
              <a:xfrm>
                <a:off x="2929981" y="2500010"/>
                <a:ext cx="343998" cy="255825"/>
                <a:chOff x="7585604" y="3312027"/>
                <a:chExt cx="343998" cy="255825"/>
              </a:xfrm>
            </p:grpSpPr>
            <p:sp>
              <p:nvSpPr>
                <p:cNvPr id="468" name="Rechteck 467">
                  <a:extLst>
                    <a:ext uri="{FF2B5EF4-FFF2-40B4-BE49-F238E27FC236}">
                      <a16:creationId xmlns:a16="http://schemas.microsoft.com/office/drawing/2014/main" id="{6A9248C5-DDB0-A53E-BBCD-46C67DA521E6}"/>
                    </a:ext>
                  </a:extLst>
                </p:cNvPr>
                <p:cNvSpPr/>
                <p:nvPr/>
              </p:nvSpPr>
              <p:spPr>
                <a:xfrm>
                  <a:off x="7585605" y="3312027"/>
                  <a:ext cx="343997" cy="255825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469" name="Gruppieren 468">
                  <a:extLst>
                    <a:ext uri="{FF2B5EF4-FFF2-40B4-BE49-F238E27FC236}">
                      <a16:creationId xmlns:a16="http://schemas.microsoft.com/office/drawing/2014/main" id="{2F3B6C88-C355-2550-4B91-FEA535542BD4}"/>
                    </a:ext>
                  </a:extLst>
                </p:cNvPr>
                <p:cNvGrpSpPr/>
                <p:nvPr/>
              </p:nvGrpSpPr>
              <p:grpSpPr>
                <a:xfrm>
                  <a:off x="7585604" y="3453153"/>
                  <a:ext cx="343998" cy="114699"/>
                  <a:chOff x="7599557" y="3453153"/>
                  <a:chExt cx="343998" cy="114699"/>
                </a:xfrm>
                <a:solidFill>
                  <a:schemeClr val="bg1"/>
                </a:solidFill>
              </p:grpSpPr>
              <p:sp>
                <p:nvSpPr>
                  <p:cNvPr id="472" name="Rechteck 471">
                    <a:extLst>
                      <a:ext uri="{FF2B5EF4-FFF2-40B4-BE49-F238E27FC236}">
                        <a16:creationId xmlns:a16="http://schemas.microsoft.com/office/drawing/2014/main" id="{C7F9D1C9-2DBC-F4AD-1D04-027A23044296}"/>
                      </a:ext>
                    </a:extLst>
                  </p:cNvPr>
                  <p:cNvSpPr/>
                  <p:nvPr/>
                </p:nvSpPr>
                <p:spPr>
                  <a:xfrm>
                    <a:off x="7599557" y="3453153"/>
                    <a:ext cx="343998" cy="50997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73" name="Rechteck 472">
                    <a:extLst>
                      <a:ext uri="{FF2B5EF4-FFF2-40B4-BE49-F238E27FC236}">
                        <a16:creationId xmlns:a16="http://schemas.microsoft.com/office/drawing/2014/main" id="{BCBA4E70-D0B9-FD77-5FD2-B66A7C9271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735267" y="3513142"/>
                    <a:ext cx="63701" cy="45719"/>
                  </a:xfrm>
                  <a:prstGeom prst="rect">
                    <a:avLst/>
                  </a:prstGeom>
                  <a:grpFill/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70" name="Rechteck 469">
                  <a:extLst>
                    <a:ext uri="{FF2B5EF4-FFF2-40B4-BE49-F238E27FC236}">
                      <a16:creationId xmlns:a16="http://schemas.microsoft.com/office/drawing/2014/main" id="{4E2710D2-5DFF-C9DD-0CD5-1F689D259F4B}"/>
                    </a:ext>
                  </a:extLst>
                </p:cNvPr>
                <p:cNvSpPr/>
                <p:nvPr/>
              </p:nvSpPr>
              <p:spPr>
                <a:xfrm>
                  <a:off x="7790605" y="3413534"/>
                  <a:ext cx="45720" cy="54469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71" name="Rechteck 470">
                  <a:extLst>
                    <a:ext uri="{FF2B5EF4-FFF2-40B4-BE49-F238E27FC236}">
                      <a16:creationId xmlns:a16="http://schemas.microsoft.com/office/drawing/2014/main" id="{7EF0698D-E16C-E1D0-1EA2-D6F28CAD8E1D}"/>
                    </a:ext>
                  </a:extLst>
                </p:cNvPr>
                <p:cNvSpPr/>
                <p:nvPr/>
              </p:nvSpPr>
              <p:spPr>
                <a:xfrm>
                  <a:off x="7674468" y="3413534"/>
                  <a:ext cx="45720" cy="54469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8B7D9940-B3F6-D41A-1B7C-BC34E5334B18}"/>
                  </a:ext>
                </a:extLst>
              </p:cNvPr>
              <p:cNvSpPr txBox="1"/>
              <p:nvPr/>
            </p:nvSpPr>
            <p:spPr>
              <a:xfrm>
                <a:off x="966110" y="2842291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9V</a:t>
                </a:r>
              </a:p>
            </p:txBody>
          </p:sp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109C66FD-043F-13C8-A4AF-E1A49F34EAAD}"/>
                  </a:ext>
                </a:extLst>
              </p:cNvPr>
              <p:cNvSpPr txBox="1"/>
              <p:nvPr/>
            </p:nvSpPr>
            <p:spPr>
              <a:xfrm>
                <a:off x="2230427" y="283699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M1</a:t>
                </a:r>
              </a:p>
            </p:txBody>
          </p: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EA3CBFC-0F94-BFBB-7B26-798775DC7689}"/>
                  </a:ext>
                </a:extLst>
              </p:cNvPr>
              <p:cNvSpPr txBox="1"/>
              <p:nvPr/>
            </p:nvSpPr>
            <p:spPr>
              <a:xfrm>
                <a:off x="2895772" y="2836629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M2</a:t>
                </a:r>
              </a:p>
            </p:txBody>
          </p: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84097E2D-65C7-071C-546D-41FE8CEDACC2}"/>
                  </a:ext>
                </a:extLst>
              </p:cNvPr>
              <p:cNvSpPr txBox="1"/>
              <p:nvPr/>
            </p:nvSpPr>
            <p:spPr>
              <a:xfrm>
                <a:off x="943730" y="2266099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A1</a:t>
                </a:r>
              </a:p>
            </p:txBody>
          </p:sp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D2054B6F-9FA5-6BF1-E88B-9335EF6351DF}"/>
                  </a:ext>
                </a:extLst>
              </p:cNvPr>
              <p:cNvSpPr txBox="1"/>
              <p:nvPr/>
            </p:nvSpPr>
            <p:spPr>
              <a:xfrm>
                <a:off x="1620971" y="226332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A2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5B4A9F9B-084E-B9DD-A397-F35B01D9665B}"/>
                  </a:ext>
                </a:extLst>
              </p:cNvPr>
              <p:cNvSpPr txBox="1"/>
              <p:nvPr/>
            </p:nvSpPr>
            <p:spPr>
              <a:xfrm>
                <a:off x="2247848" y="2266098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A3</a:t>
                </a:r>
              </a:p>
            </p:txBody>
          </p: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B373B3A0-718C-C48E-4891-A12D30A18539}"/>
                  </a:ext>
                </a:extLst>
              </p:cNvPr>
              <p:cNvSpPr txBox="1"/>
              <p:nvPr/>
            </p:nvSpPr>
            <p:spPr>
              <a:xfrm>
                <a:off x="2920947" y="2252960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A4</a:t>
                </a:r>
              </a:p>
            </p:txBody>
          </p:sp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FD63D68C-A3BA-2601-19A9-0EEDFF44A88B}"/>
                  </a:ext>
                </a:extLst>
              </p:cNvPr>
              <p:cNvGrpSpPr/>
              <p:nvPr/>
            </p:nvGrpSpPr>
            <p:grpSpPr>
              <a:xfrm>
                <a:off x="1368733" y="212139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459" name="Rechteck 458">
                  <a:extLst>
                    <a:ext uri="{FF2B5EF4-FFF2-40B4-BE49-F238E27FC236}">
                      <a16:creationId xmlns:a16="http://schemas.microsoft.com/office/drawing/2014/main" id="{8AA421CF-54CD-7CD7-0A8C-2790FFC99F55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0" name="Rechteck 459">
                  <a:extLst>
                    <a:ext uri="{FF2B5EF4-FFF2-40B4-BE49-F238E27FC236}">
                      <a16:creationId xmlns:a16="http://schemas.microsoft.com/office/drawing/2014/main" id="{C028F0CC-527D-9C9E-F26A-92BE21A255AE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1" name="Rechteck 460">
                  <a:extLst>
                    <a:ext uri="{FF2B5EF4-FFF2-40B4-BE49-F238E27FC236}">
                      <a16:creationId xmlns:a16="http://schemas.microsoft.com/office/drawing/2014/main" id="{BB946CFE-7896-DE0C-95D9-BFDF7F0F489B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2" name="Rechteck 461">
                  <a:extLst>
                    <a:ext uri="{FF2B5EF4-FFF2-40B4-BE49-F238E27FC236}">
                      <a16:creationId xmlns:a16="http://schemas.microsoft.com/office/drawing/2014/main" id="{1E2198F0-25B3-06E0-F8CD-54CDC4D0A0EA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3" name="Rechteck 462">
                  <a:extLst>
                    <a:ext uri="{FF2B5EF4-FFF2-40B4-BE49-F238E27FC236}">
                      <a16:creationId xmlns:a16="http://schemas.microsoft.com/office/drawing/2014/main" id="{576E1548-393C-2A99-DB34-F7D4F55A541F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4" name="Rechteck 463">
                  <a:extLst>
                    <a:ext uri="{FF2B5EF4-FFF2-40B4-BE49-F238E27FC236}">
                      <a16:creationId xmlns:a16="http://schemas.microsoft.com/office/drawing/2014/main" id="{9D702FE5-2154-8B6C-58C2-DC80A1EB70BF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5" name="Rechteck 464">
                  <a:extLst>
                    <a:ext uri="{FF2B5EF4-FFF2-40B4-BE49-F238E27FC236}">
                      <a16:creationId xmlns:a16="http://schemas.microsoft.com/office/drawing/2014/main" id="{870A1EE2-756F-D9F6-75B7-19316A75289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6" name="Rechteck 465">
                  <a:extLst>
                    <a:ext uri="{FF2B5EF4-FFF2-40B4-BE49-F238E27FC236}">
                      <a16:creationId xmlns:a16="http://schemas.microsoft.com/office/drawing/2014/main" id="{CE67E9C8-ABAC-F9F2-E5E4-B214B695EBFC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7" name="Rechteck 466">
                  <a:extLst>
                    <a:ext uri="{FF2B5EF4-FFF2-40B4-BE49-F238E27FC236}">
                      <a16:creationId xmlns:a16="http://schemas.microsoft.com/office/drawing/2014/main" id="{90F06493-BE70-FE10-7BF4-77136556A062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22AD277B-84B6-7F95-2463-9CDA90A4F4FD}"/>
                  </a:ext>
                </a:extLst>
              </p:cNvPr>
              <p:cNvGrpSpPr/>
              <p:nvPr/>
            </p:nvGrpSpPr>
            <p:grpSpPr>
              <a:xfrm>
                <a:off x="1367502" y="1353860"/>
                <a:ext cx="547705" cy="607074"/>
                <a:chOff x="2258676" y="2954020"/>
                <a:chExt cx="547705" cy="607074"/>
              </a:xfrm>
            </p:grpSpPr>
            <p:sp>
              <p:nvSpPr>
                <p:cNvPr id="454" name="Rechteck 453">
                  <a:extLst>
                    <a:ext uri="{FF2B5EF4-FFF2-40B4-BE49-F238E27FC236}">
                      <a16:creationId xmlns:a16="http://schemas.microsoft.com/office/drawing/2014/main" id="{5119CB9C-7A18-931C-60BB-E2EF09B75246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5" name="Rechteck 454">
                  <a:extLst>
                    <a:ext uri="{FF2B5EF4-FFF2-40B4-BE49-F238E27FC236}">
                      <a16:creationId xmlns:a16="http://schemas.microsoft.com/office/drawing/2014/main" id="{2543D416-FD35-F151-C22E-46916DA944E1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6" name="Rechteck 455">
                  <a:extLst>
                    <a:ext uri="{FF2B5EF4-FFF2-40B4-BE49-F238E27FC236}">
                      <a16:creationId xmlns:a16="http://schemas.microsoft.com/office/drawing/2014/main" id="{22F579A5-16EA-2D3B-B1BF-458F9AF72FA1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7" name="Rechteck 456">
                  <a:extLst>
                    <a:ext uri="{FF2B5EF4-FFF2-40B4-BE49-F238E27FC236}">
                      <a16:creationId xmlns:a16="http://schemas.microsoft.com/office/drawing/2014/main" id="{C30575D1-4F31-A2EF-2E28-C54B28824FD0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8" name="Rechteck 457">
                  <a:extLst>
                    <a:ext uri="{FF2B5EF4-FFF2-40B4-BE49-F238E27FC236}">
                      <a16:creationId xmlns:a16="http://schemas.microsoft.com/office/drawing/2014/main" id="{4F405B80-5EC3-B71D-EA7B-1A67094436E6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2DC5F541-1205-ACAC-4FC9-3A03E839F5F3}"/>
                  </a:ext>
                </a:extLst>
              </p:cNvPr>
              <p:cNvGrpSpPr/>
              <p:nvPr/>
            </p:nvGrpSpPr>
            <p:grpSpPr>
              <a:xfrm>
                <a:off x="2345250" y="1345712"/>
                <a:ext cx="547705" cy="607074"/>
                <a:chOff x="2258676" y="2954020"/>
                <a:chExt cx="547705" cy="607074"/>
              </a:xfrm>
            </p:grpSpPr>
            <p:sp>
              <p:nvSpPr>
                <p:cNvPr id="449" name="Rechteck 448">
                  <a:extLst>
                    <a:ext uri="{FF2B5EF4-FFF2-40B4-BE49-F238E27FC236}">
                      <a16:creationId xmlns:a16="http://schemas.microsoft.com/office/drawing/2014/main" id="{9B480BEF-6723-7850-E2D6-618BD091DB0D}"/>
                    </a:ext>
                  </a:extLst>
                </p:cNvPr>
                <p:cNvSpPr/>
                <p:nvPr/>
              </p:nvSpPr>
              <p:spPr>
                <a:xfrm>
                  <a:off x="2258676" y="2954020"/>
                  <a:ext cx="547705" cy="607074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0" name="Rechteck 449">
                  <a:extLst>
                    <a:ext uri="{FF2B5EF4-FFF2-40B4-BE49-F238E27FC236}">
                      <a16:creationId xmlns:a16="http://schemas.microsoft.com/office/drawing/2014/main" id="{8B715A54-E55A-2726-A97D-8C894312E64F}"/>
                    </a:ext>
                  </a:extLst>
                </p:cNvPr>
                <p:cNvSpPr/>
                <p:nvPr/>
              </p:nvSpPr>
              <p:spPr>
                <a:xfrm>
                  <a:off x="2303461" y="3002281"/>
                  <a:ext cx="91440" cy="5215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451" name="Rechteck 450">
                  <a:extLst>
                    <a:ext uri="{FF2B5EF4-FFF2-40B4-BE49-F238E27FC236}">
                      <a16:creationId xmlns:a16="http://schemas.microsoft.com/office/drawing/2014/main" id="{1857FBF1-7CAC-B9C9-00F0-7BB795FCB835}"/>
                    </a:ext>
                  </a:extLst>
                </p:cNvPr>
                <p:cNvSpPr/>
                <p:nvPr/>
              </p:nvSpPr>
              <p:spPr>
                <a:xfrm>
                  <a:off x="2483059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2" name="Rechteck 451">
                  <a:extLst>
                    <a:ext uri="{FF2B5EF4-FFF2-40B4-BE49-F238E27FC236}">
                      <a16:creationId xmlns:a16="http://schemas.microsoft.com/office/drawing/2014/main" id="{D1025C82-37B0-3F69-CCA6-2B116244E837}"/>
                    </a:ext>
                  </a:extLst>
                </p:cNvPr>
                <p:cNvSpPr/>
                <p:nvPr/>
              </p:nvSpPr>
              <p:spPr>
                <a:xfrm>
                  <a:off x="2662657" y="3002281"/>
                  <a:ext cx="91440" cy="52154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3" name="Rechteck 452">
                  <a:extLst>
                    <a:ext uri="{FF2B5EF4-FFF2-40B4-BE49-F238E27FC236}">
                      <a16:creationId xmlns:a16="http://schemas.microsoft.com/office/drawing/2014/main" id="{719EAD3C-C2B6-7E33-3845-5747DEBDB972}"/>
                    </a:ext>
                  </a:extLst>
                </p:cNvPr>
                <p:cNvSpPr/>
                <p:nvPr/>
              </p:nvSpPr>
              <p:spPr>
                <a:xfrm rot="16200000">
                  <a:off x="2483059" y="3168150"/>
                  <a:ext cx="91440" cy="521543"/>
                </a:xfrm>
                <a:prstGeom prst="rect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49E461CF-309B-2B9B-3EA0-A8EB118B85BD}"/>
                  </a:ext>
                </a:extLst>
              </p:cNvPr>
              <p:cNvSpPr txBox="1"/>
              <p:nvPr/>
            </p:nvSpPr>
            <p:spPr>
              <a:xfrm>
                <a:off x="1369743" y="1101374"/>
                <a:ext cx="5357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Servo</a:t>
                </a:r>
              </a:p>
            </p:txBody>
          </p: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7324069-9510-572A-228D-A9F9160C3E98}"/>
                  </a:ext>
                </a:extLst>
              </p:cNvPr>
              <p:cNvSpPr txBox="1"/>
              <p:nvPr/>
            </p:nvSpPr>
            <p:spPr>
              <a:xfrm>
                <a:off x="2352122" y="1104503"/>
                <a:ext cx="57336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ftPixel</a:t>
                </a:r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965F4F97-A595-2D26-4A8D-438651CDC9DE}"/>
                  </a:ext>
                </a:extLst>
              </p:cNvPr>
              <p:cNvSpPr txBox="1"/>
              <p:nvPr/>
            </p:nvSpPr>
            <p:spPr>
              <a:xfrm>
                <a:off x="1724657" y="189749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grpSp>
            <p:nvGrpSpPr>
              <p:cNvPr id="30" name="Gruppieren 29">
                <a:extLst>
                  <a:ext uri="{FF2B5EF4-FFF2-40B4-BE49-F238E27FC236}">
                    <a16:creationId xmlns:a16="http://schemas.microsoft.com/office/drawing/2014/main" id="{19A00A35-7232-5B87-0CB5-4F7985D676C0}"/>
                  </a:ext>
                </a:extLst>
              </p:cNvPr>
              <p:cNvGrpSpPr/>
              <p:nvPr/>
            </p:nvGrpSpPr>
            <p:grpSpPr>
              <a:xfrm>
                <a:off x="1299627" y="3625891"/>
                <a:ext cx="648304" cy="1134934"/>
                <a:chOff x="3805800" y="4921160"/>
                <a:chExt cx="648304" cy="1134934"/>
              </a:xfrm>
            </p:grpSpPr>
            <p:grpSp>
              <p:nvGrpSpPr>
                <p:cNvPr id="56" name="Gruppieren 55">
                  <a:extLst>
                    <a:ext uri="{FF2B5EF4-FFF2-40B4-BE49-F238E27FC236}">
                      <a16:creationId xmlns:a16="http://schemas.microsoft.com/office/drawing/2014/main" id="{4CACAEFB-F17B-CFE5-88AC-809E4130C9C2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60" name="Rechteck 59">
                    <a:extLst>
                      <a:ext uri="{FF2B5EF4-FFF2-40B4-BE49-F238E27FC236}">
                        <a16:creationId xmlns:a16="http://schemas.microsoft.com/office/drawing/2014/main" id="{84A4CD78-6D27-BA61-738E-4B7B415F370D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1" name="Rechteck 60">
                    <a:extLst>
                      <a:ext uri="{FF2B5EF4-FFF2-40B4-BE49-F238E27FC236}">
                        <a16:creationId xmlns:a16="http://schemas.microsoft.com/office/drawing/2014/main" id="{81ADBA16-FD7C-AD31-779A-D1B5096CDA8D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62" name="Rechteck 61">
                    <a:extLst>
                      <a:ext uri="{FF2B5EF4-FFF2-40B4-BE49-F238E27FC236}">
                        <a16:creationId xmlns:a16="http://schemas.microsoft.com/office/drawing/2014/main" id="{3FA19BE1-F899-773F-CF82-41B0E6D2F602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3" name="Rechteck 62">
                    <a:extLst>
                      <a:ext uri="{FF2B5EF4-FFF2-40B4-BE49-F238E27FC236}">
                        <a16:creationId xmlns:a16="http://schemas.microsoft.com/office/drawing/2014/main" id="{62D7DBE3-5462-89DA-6290-E4C42A53A447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448" name="Rechteck 447">
                    <a:extLst>
                      <a:ext uri="{FF2B5EF4-FFF2-40B4-BE49-F238E27FC236}">
                        <a16:creationId xmlns:a16="http://schemas.microsoft.com/office/drawing/2014/main" id="{46DEBD7B-98EF-83EE-01A7-09A9CA7C5CE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57" name="Textfeld 56">
                  <a:extLst>
                    <a:ext uri="{FF2B5EF4-FFF2-40B4-BE49-F238E27FC236}">
                      <a16:creationId xmlns:a16="http://schemas.microsoft.com/office/drawing/2014/main" id="{9E1EB243-24B6-75B7-CE4B-223CFAB6A21E}"/>
                    </a:ext>
                  </a:extLst>
                </p:cNvPr>
                <p:cNvSpPr txBox="1"/>
                <p:nvPr/>
              </p:nvSpPr>
              <p:spPr>
                <a:xfrm rot="16200000">
                  <a:off x="3644858" y="5082102"/>
                  <a:ext cx="59888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SERVO</a:t>
                  </a:r>
                </a:p>
              </p:txBody>
            </p:sp>
            <p:sp>
              <p:nvSpPr>
                <p:cNvPr id="58" name="Textfeld 57">
                  <a:extLst>
                    <a:ext uri="{FF2B5EF4-FFF2-40B4-BE49-F238E27FC236}">
                      <a16:creationId xmlns:a16="http://schemas.microsoft.com/office/drawing/2014/main" id="{29FA14F4-894D-3BDE-3603-A0DBAA2D6A62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9" name="Textfeld 58">
                  <a:extLst>
                    <a:ext uri="{FF2B5EF4-FFF2-40B4-BE49-F238E27FC236}">
                      <a16:creationId xmlns:a16="http://schemas.microsoft.com/office/drawing/2014/main" id="{B65A9583-F379-8CAE-6B73-BEE9D6FB8D5A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1" name="Gruppieren 30">
                <a:extLst>
                  <a:ext uri="{FF2B5EF4-FFF2-40B4-BE49-F238E27FC236}">
                    <a16:creationId xmlns:a16="http://schemas.microsoft.com/office/drawing/2014/main" id="{BA42110B-1EFA-1433-FE2A-11A9A9C70F60}"/>
                  </a:ext>
                </a:extLst>
              </p:cNvPr>
              <p:cNvGrpSpPr/>
              <p:nvPr/>
            </p:nvGrpSpPr>
            <p:grpSpPr>
              <a:xfrm>
                <a:off x="2269714" y="3752718"/>
                <a:ext cx="646446" cy="1022326"/>
                <a:chOff x="3807658" y="5033768"/>
                <a:chExt cx="646446" cy="1022326"/>
              </a:xfrm>
            </p:grpSpPr>
            <p:grpSp>
              <p:nvGrpSpPr>
                <p:cNvPr id="47" name="Gruppieren 46">
                  <a:extLst>
                    <a:ext uri="{FF2B5EF4-FFF2-40B4-BE49-F238E27FC236}">
                      <a16:creationId xmlns:a16="http://schemas.microsoft.com/office/drawing/2014/main" id="{FD8EE194-6B2E-EA44-E839-52A4F21FCB20}"/>
                    </a:ext>
                  </a:extLst>
                </p:cNvPr>
                <p:cNvGrpSpPr/>
                <p:nvPr/>
              </p:nvGrpSpPr>
              <p:grpSpPr>
                <a:xfrm>
                  <a:off x="3861614" y="5449020"/>
                  <a:ext cx="547705" cy="607074"/>
                  <a:chOff x="2258676" y="2954020"/>
                  <a:chExt cx="547705" cy="607074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1960FE07-CCAA-CBFB-6C0B-6747C7540907}"/>
                      </a:ext>
                    </a:extLst>
                  </p:cNvPr>
                  <p:cNvSpPr/>
                  <p:nvPr/>
                </p:nvSpPr>
                <p:spPr>
                  <a:xfrm>
                    <a:off x="2258676" y="2954020"/>
                    <a:ext cx="547705" cy="607074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6D6175BB-9CC7-D04D-C052-01AC8567CBAA}"/>
                      </a:ext>
                    </a:extLst>
                  </p:cNvPr>
                  <p:cNvSpPr/>
                  <p:nvPr/>
                </p:nvSpPr>
                <p:spPr>
                  <a:xfrm>
                    <a:off x="2303461" y="3002281"/>
                    <a:ext cx="91440" cy="521544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959AFA31-697D-2213-0C92-3123313D6323}"/>
                      </a:ext>
                    </a:extLst>
                  </p:cNvPr>
                  <p:cNvSpPr/>
                  <p:nvPr/>
                </p:nvSpPr>
                <p:spPr>
                  <a:xfrm>
                    <a:off x="2483059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F4A65C82-ABA6-C52B-9C01-5AF5355E5D9A}"/>
                      </a:ext>
                    </a:extLst>
                  </p:cNvPr>
                  <p:cNvSpPr/>
                  <p:nvPr/>
                </p:nvSpPr>
                <p:spPr>
                  <a:xfrm>
                    <a:off x="2662657" y="3002281"/>
                    <a:ext cx="91440" cy="521543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3C600521-CD49-994C-B652-9AE19B3ED87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3059" y="3168150"/>
                    <a:ext cx="91440" cy="521543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48" name="Textfeld 47">
                  <a:extLst>
                    <a:ext uri="{FF2B5EF4-FFF2-40B4-BE49-F238E27FC236}">
                      <a16:creationId xmlns:a16="http://schemas.microsoft.com/office/drawing/2014/main" id="{5D4C0A11-59BF-47B7-B7E3-AE4DDDC717A0}"/>
                    </a:ext>
                  </a:extLst>
                </p:cNvPr>
                <p:cNvSpPr txBox="1"/>
                <p:nvPr/>
              </p:nvSpPr>
              <p:spPr>
                <a:xfrm rot="16200000">
                  <a:off x="3736805" y="5155289"/>
                  <a:ext cx="41870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LED</a:t>
                  </a:r>
                </a:p>
              </p:txBody>
            </p:sp>
            <p:sp>
              <p:nvSpPr>
                <p:cNvPr id="49" name="Textfeld 48">
                  <a:extLst>
                    <a:ext uri="{FF2B5EF4-FFF2-40B4-BE49-F238E27FC236}">
                      <a16:creationId xmlns:a16="http://schemas.microsoft.com/office/drawing/2014/main" id="{6F021624-1F46-519F-F7E7-4F1B45F84147}"/>
                    </a:ext>
                  </a:extLst>
                </p:cNvPr>
                <p:cNvSpPr txBox="1"/>
                <p:nvPr/>
              </p:nvSpPr>
              <p:spPr>
                <a:xfrm rot="16200000">
                  <a:off x="3913736" y="5153517"/>
                  <a:ext cx="4267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+5V</a:t>
                  </a:r>
                </a:p>
              </p:txBody>
            </p:sp>
            <p:sp>
              <p:nvSpPr>
                <p:cNvPr id="50" name="Textfeld 49">
                  <a:extLst>
                    <a:ext uri="{FF2B5EF4-FFF2-40B4-BE49-F238E27FC236}">
                      <a16:creationId xmlns:a16="http://schemas.microsoft.com/office/drawing/2014/main" id="{D2222C95-8220-7A11-944D-B804B20764E0}"/>
                    </a:ext>
                  </a:extLst>
                </p:cNvPr>
                <p:cNvSpPr txBox="1"/>
                <p:nvPr/>
              </p:nvSpPr>
              <p:spPr>
                <a:xfrm rot="16200000">
                  <a:off x="4077399" y="5133474"/>
                  <a:ext cx="4764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 dirty="0"/>
                    <a:t>GND</a:t>
                  </a:r>
                </a:p>
              </p:txBody>
            </p:sp>
          </p:grpSp>
          <p:grpSp>
            <p:nvGrpSpPr>
              <p:cNvPr id="32" name="Gruppieren 31">
                <a:extLst>
                  <a:ext uri="{FF2B5EF4-FFF2-40B4-BE49-F238E27FC236}">
                    <a16:creationId xmlns:a16="http://schemas.microsoft.com/office/drawing/2014/main" id="{84363D24-AAB6-8F68-8BA1-960EF2FDCC1E}"/>
                  </a:ext>
                </a:extLst>
              </p:cNvPr>
              <p:cNvGrpSpPr/>
              <p:nvPr/>
            </p:nvGrpSpPr>
            <p:grpSpPr>
              <a:xfrm>
                <a:off x="1362984" y="4988179"/>
                <a:ext cx="1497002" cy="180000"/>
                <a:chOff x="1213104" y="3583192"/>
                <a:chExt cx="1497002" cy="180000"/>
              </a:xfrm>
            </p:grpSpPr>
            <p:sp>
              <p:nvSpPr>
                <p:cNvPr id="38" name="Rechteck 37">
                  <a:extLst>
                    <a:ext uri="{FF2B5EF4-FFF2-40B4-BE49-F238E27FC236}">
                      <a16:creationId xmlns:a16="http://schemas.microsoft.com/office/drawing/2014/main" id="{89C64D62-716C-E32C-F946-CAFB566BEDC3}"/>
                    </a:ext>
                  </a:extLst>
                </p:cNvPr>
                <p:cNvSpPr/>
                <p:nvPr/>
              </p:nvSpPr>
              <p:spPr>
                <a:xfrm>
                  <a:off x="1213104" y="3583192"/>
                  <a:ext cx="1497002" cy="18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D0F5E0D4-480C-88AF-1EFF-0B690F7394DB}"/>
                    </a:ext>
                  </a:extLst>
                </p:cNvPr>
                <p:cNvSpPr/>
                <p:nvPr/>
              </p:nvSpPr>
              <p:spPr>
                <a:xfrm>
                  <a:off x="1275599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0" name="Rechteck 39">
                  <a:extLst>
                    <a:ext uri="{FF2B5EF4-FFF2-40B4-BE49-F238E27FC236}">
                      <a16:creationId xmlns:a16="http://schemas.microsoft.com/office/drawing/2014/main" id="{5CB50D30-8BA7-8CD0-A1D7-72074E32ABDD}"/>
                    </a:ext>
                  </a:extLst>
                </p:cNvPr>
                <p:cNvSpPr/>
                <p:nvPr/>
              </p:nvSpPr>
              <p:spPr>
                <a:xfrm>
                  <a:off x="1459470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1" name="Rechteck 40">
                  <a:extLst>
                    <a:ext uri="{FF2B5EF4-FFF2-40B4-BE49-F238E27FC236}">
                      <a16:creationId xmlns:a16="http://schemas.microsoft.com/office/drawing/2014/main" id="{5F7B7A6F-8402-0EDA-6561-D5568E49811E}"/>
                    </a:ext>
                  </a:extLst>
                </p:cNvPr>
                <p:cNvSpPr/>
                <p:nvPr/>
              </p:nvSpPr>
              <p:spPr>
                <a:xfrm>
                  <a:off x="1643341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2" name="Rechteck 41">
                  <a:extLst>
                    <a:ext uri="{FF2B5EF4-FFF2-40B4-BE49-F238E27FC236}">
                      <a16:creationId xmlns:a16="http://schemas.microsoft.com/office/drawing/2014/main" id="{DE48E113-D74A-6A51-525B-A6C288AEDE21}"/>
                    </a:ext>
                  </a:extLst>
                </p:cNvPr>
                <p:cNvSpPr/>
                <p:nvPr/>
              </p:nvSpPr>
              <p:spPr>
                <a:xfrm>
                  <a:off x="1827212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3" name="Rechteck 42">
                  <a:extLst>
                    <a:ext uri="{FF2B5EF4-FFF2-40B4-BE49-F238E27FC236}">
                      <a16:creationId xmlns:a16="http://schemas.microsoft.com/office/drawing/2014/main" id="{9AE105F8-9B95-1871-EA1E-F3359851A49D}"/>
                    </a:ext>
                  </a:extLst>
                </p:cNvPr>
                <p:cNvSpPr/>
                <p:nvPr/>
              </p:nvSpPr>
              <p:spPr>
                <a:xfrm>
                  <a:off x="2011083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4" name="Rechteck 43">
                  <a:extLst>
                    <a:ext uri="{FF2B5EF4-FFF2-40B4-BE49-F238E27FC236}">
                      <a16:creationId xmlns:a16="http://schemas.microsoft.com/office/drawing/2014/main" id="{2096D256-1AAD-AE6A-4FB4-5AE5C701C26E}"/>
                    </a:ext>
                  </a:extLst>
                </p:cNvPr>
                <p:cNvSpPr/>
                <p:nvPr/>
              </p:nvSpPr>
              <p:spPr>
                <a:xfrm>
                  <a:off x="2194954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5" name="Rechteck 44">
                  <a:extLst>
                    <a:ext uri="{FF2B5EF4-FFF2-40B4-BE49-F238E27FC236}">
                      <a16:creationId xmlns:a16="http://schemas.microsoft.com/office/drawing/2014/main" id="{A152F2FC-8D07-9E1E-52D7-E00BD8C05E2B}"/>
                    </a:ext>
                  </a:extLst>
                </p:cNvPr>
                <p:cNvSpPr/>
                <p:nvPr/>
              </p:nvSpPr>
              <p:spPr>
                <a:xfrm>
                  <a:off x="2378825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6" name="Rechteck 45">
                  <a:extLst>
                    <a:ext uri="{FF2B5EF4-FFF2-40B4-BE49-F238E27FC236}">
                      <a16:creationId xmlns:a16="http://schemas.microsoft.com/office/drawing/2014/main" id="{0EE31AD8-7F4D-E0AE-6A4F-0CFE418454BD}"/>
                    </a:ext>
                  </a:extLst>
                </p:cNvPr>
                <p:cNvSpPr/>
                <p:nvPr/>
              </p:nvSpPr>
              <p:spPr>
                <a:xfrm>
                  <a:off x="2562697" y="3617280"/>
                  <a:ext cx="91440" cy="111825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4EF0982A-5F77-6B79-C242-B71D6BF233F8}"/>
                  </a:ext>
                </a:extLst>
              </p:cNvPr>
              <p:cNvSpPr txBox="1"/>
              <p:nvPr/>
            </p:nvSpPr>
            <p:spPr>
              <a:xfrm>
                <a:off x="1718908" y="4764275"/>
                <a:ext cx="79258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Extension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F83F92E8-12B5-FF4B-CD0A-89ACE8D61888}"/>
                  </a:ext>
                </a:extLst>
              </p:cNvPr>
              <p:cNvSpPr txBox="1"/>
              <p:nvPr/>
            </p:nvSpPr>
            <p:spPr>
              <a:xfrm rot="16200000">
                <a:off x="1238075" y="5205076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3.3V</a:t>
                </a:r>
              </a:p>
            </p:txBody>
          </p:sp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38E00DDA-F709-59DA-CC67-1BC122412B25}"/>
                  </a:ext>
                </a:extLst>
              </p:cNvPr>
              <p:cNvSpPr txBox="1"/>
              <p:nvPr/>
            </p:nvSpPr>
            <p:spPr>
              <a:xfrm rot="16200000">
                <a:off x="1415672" y="521588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GND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880E0805-3674-525D-5A2A-EA204F739642}"/>
                  </a:ext>
                </a:extLst>
              </p:cNvPr>
              <p:cNvSpPr txBox="1"/>
              <p:nvPr/>
            </p:nvSpPr>
            <p:spPr>
              <a:xfrm rot="16200000">
                <a:off x="1618824" y="5213045"/>
                <a:ext cx="4315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SDC</a:t>
                </a:r>
              </a:p>
            </p:txBody>
          </p:sp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488F6714-4194-7BBD-D331-6FF38699611E}"/>
                  </a:ext>
                </a:extLst>
              </p:cNvPr>
              <p:cNvSpPr txBox="1"/>
              <p:nvPr/>
            </p:nvSpPr>
            <p:spPr>
              <a:xfrm rot="16200000">
                <a:off x="1803814" y="5215782"/>
                <a:ext cx="4373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SDA</a:t>
                </a:r>
              </a:p>
            </p:txBody>
          </p:sp>
        </p:grpSp>
      </p:grpSp>
      <p:grpSp>
        <p:nvGrpSpPr>
          <p:cNvPr id="887" name="Gruppieren 886">
            <a:extLst>
              <a:ext uri="{FF2B5EF4-FFF2-40B4-BE49-F238E27FC236}">
                <a16:creationId xmlns:a16="http://schemas.microsoft.com/office/drawing/2014/main" id="{DDB29E74-87CF-92F5-A1FF-5173DC65C3A1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9" name="Gruppieren 208">
              <a:extLst>
                <a:ext uri="{FF2B5EF4-FFF2-40B4-BE49-F238E27FC236}">
                  <a16:creationId xmlns:a16="http://schemas.microsoft.com/office/drawing/2014/main" id="{D1F94413-C237-4B64-7CBF-034B819B133D}"/>
                </a:ext>
              </a:extLst>
            </p:cNvPr>
            <p:cNvGrpSpPr/>
            <p:nvPr/>
          </p:nvGrpSpPr>
          <p:grpSpPr>
            <a:xfrm>
              <a:off x="5207156" y="306989"/>
              <a:ext cx="4194000" cy="4500057"/>
              <a:chOff x="750030" y="404641"/>
              <a:chExt cx="4194000" cy="4500057"/>
            </a:xfrm>
          </p:grpSpPr>
          <p:sp>
            <p:nvSpPr>
              <p:cNvPr id="210" name="Rechteck 209">
                <a:extLst>
                  <a:ext uri="{FF2B5EF4-FFF2-40B4-BE49-F238E27FC236}">
                    <a16:creationId xmlns:a16="http://schemas.microsoft.com/office/drawing/2014/main" id="{6B4EC6C9-8871-76B9-9098-FF6A05D93C06}"/>
                  </a:ext>
                </a:extLst>
              </p:cNvPr>
              <p:cNvSpPr/>
              <p:nvPr/>
            </p:nvSpPr>
            <p:spPr>
              <a:xfrm>
                <a:off x="750030" y="712225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EA0A7164-BFB7-A00E-7C22-A321929D7C59}"/>
                  </a:ext>
                </a:extLst>
              </p:cNvPr>
              <p:cNvGrpSpPr/>
              <p:nvPr/>
            </p:nvGrpSpPr>
            <p:grpSpPr>
              <a:xfrm>
                <a:off x="937855" y="3695977"/>
                <a:ext cx="3855687" cy="1029894"/>
                <a:chOff x="1719445" y="4164607"/>
                <a:chExt cx="3855687" cy="1029894"/>
              </a:xfrm>
            </p:grpSpPr>
            <p:grpSp>
              <p:nvGrpSpPr>
                <p:cNvPr id="347" name="Gruppieren 346">
                  <a:extLst>
                    <a:ext uri="{FF2B5EF4-FFF2-40B4-BE49-F238E27FC236}">
                      <a16:creationId xmlns:a16="http://schemas.microsoft.com/office/drawing/2014/main" id="{F026BE50-C1E3-0DF6-4821-1993FE388EB1}"/>
                    </a:ext>
                  </a:extLst>
                </p:cNvPr>
                <p:cNvGrpSpPr/>
                <p:nvPr/>
              </p:nvGrpSpPr>
              <p:grpSpPr>
                <a:xfrm>
                  <a:off x="1719445" y="4165737"/>
                  <a:ext cx="3855687" cy="1028764"/>
                  <a:chOff x="6491861" y="4316685"/>
                  <a:chExt cx="3855687" cy="1028764"/>
                </a:xfrm>
              </p:grpSpPr>
              <p:sp>
                <p:nvSpPr>
                  <p:cNvPr id="373" name="Ellipse 372">
                    <a:extLst>
                      <a:ext uri="{FF2B5EF4-FFF2-40B4-BE49-F238E27FC236}">
                        <a16:creationId xmlns:a16="http://schemas.microsoft.com/office/drawing/2014/main" id="{E9178FE3-A4CA-6AA2-438D-5F4A4A596A87}"/>
                      </a:ext>
                    </a:extLst>
                  </p:cNvPr>
                  <p:cNvSpPr/>
                  <p:nvPr/>
                </p:nvSpPr>
                <p:spPr>
                  <a:xfrm>
                    <a:off x="7599644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4" name="Ellipse 373">
                    <a:extLst>
                      <a:ext uri="{FF2B5EF4-FFF2-40B4-BE49-F238E27FC236}">
                        <a16:creationId xmlns:a16="http://schemas.microsoft.com/office/drawing/2014/main" id="{2099EAF1-42F1-E9DD-81D2-CDC02BEB9768}"/>
                      </a:ext>
                    </a:extLst>
                  </p:cNvPr>
                  <p:cNvSpPr/>
                  <p:nvPr/>
                </p:nvSpPr>
                <p:spPr>
                  <a:xfrm>
                    <a:off x="7980820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5" name="Ellipse 374">
                    <a:extLst>
                      <a:ext uri="{FF2B5EF4-FFF2-40B4-BE49-F238E27FC236}">
                        <a16:creationId xmlns:a16="http://schemas.microsoft.com/office/drawing/2014/main" id="{45924C49-BA88-1ADD-A186-9A9AA8EB0A7E}"/>
                      </a:ext>
                    </a:extLst>
                  </p:cNvPr>
                  <p:cNvSpPr/>
                  <p:nvPr/>
                </p:nvSpPr>
                <p:spPr>
                  <a:xfrm>
                    <a:off x="8361996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6" name="Ellipse 375">
                    <a:extLst>
                      <a:ext uri="{FF2B5EF4-FFF2-40B4-BE49-F238E27FC236}">
                        <a16:creationId xmlns:a16="http://schemas.microsoft.com/office/drawing/2014/main" id="{656DEC1A-6AA2-8975-E230-05039A259E7A}"/>
                      </a:ext>
                    </a:extLst>
                  </p:cNvPr>
                  <p:cNvSpPr/>
                  <p:nvPr/>
                </p:nvSpPr>
                <p:spPr>
                  <a:xfrm>
                    <a:off x="8743172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Ellipse 376">
                    <a:extLst>
                      <a:ext uri="{FF2B5EF4-FFF2-40B4-BE49-F238E27FC236}">
                        <a16:creationId xmlns:a16="http://schemas.microsoft.com/office/drawing/2014/main" id="{3E843E6D-AE0B-169C-EB9B-C0FAE46868FC}"/>
                      </a:ext>
                    </a:extLst>
                  </p:cNvPr>
                  <p:cNvSpPr/>
                  <p:nvPr/>
                </p:nvSpPr>
                <p:spPr>
                  <a:xfrm>
                    <a:off x="9124348" y="4926111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8" name="Ellipse 377">
                    <a:extLst>
                      <a:ext uri="{FF2B5EF4-FFF2-40B4-BE49-F238E27FC236}">
                        <a16:creationId xmlns:a16="http://schemas.microsoft.com/office/drawing/2014/main" id="{680959E9-EC7B-0C3E-646F-89890F8F6256}"/>
                      </a:ext>
                    </a:extLst>
                  </p:cNvPr>
                  <p:cNvSpPr/>
                  <p:nvPr/>
                </p:nvSpPr>
                <p:spPr>
                  <a:xfrm>
                    <a:off x="75997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9" name="Ellipse 378">
                    <a:extLst>
                      <a:ext uri="{FF2B5EF4-FFF2-40B4-BE49-F238E27FC236}">
                        <a16:creationId xmlns:a16="http://schemas.microsoft.com/office/drawing/2014/main" id="{FA6A149C-EAD8-1F29-9AC9-87946E6AFC36}"/>
                      </a:ext>
                    </a:extLst>
                  </p:cNvPr>
                  <p:cNvSpPr/>
                  <p:nvPr/>
                </p:nvSpPr>
                <p:spPr>
                  <a:xfrm>
                    <a:off x="7980908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0" name="Ellipse 379">
                    <a:extLst>
                      <a:ext uri="{FF2B5EF4-FFF2-40B4-BE49-F238E27FC236}">
                        <a16:creationId xmlns:a16="http://schemas.microsoft.com/office/drawing/2014/main" id="{A514D97F-526C-9570-0EFC-7B8C4B7B0C94}"/>
                      </a:ext>
                    </a:extLst>
                  </p:cNvPr>
                  <p:cNvSpPr/>
                  <p:nvPr/>
                </p:nvSpPr>
                <p:spPr>
                  <a:xfrm>
                    <a:off x="8362084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2" name="Ellipse 381">
                    <a:extLst>
                      <a:ext uri="{FF2B5EF4-FFF2-40B4-BE49-F238E27FC236}">
                        <a16:creationId xmlns:a16="http://schemas.microsoft.com/office/drawing/2014/main" id="{35F7C083-13A8-837B-4B04-4BD8097647A7}"/>
                      </a:ext>
                    </a:extLst>
                  </p:cNvPr>
                  <p:cNvSpPr/>
                  <p:nvPr/>
                </p:nvSpPr>
                <p:spPr>
                  <a:xfrm>
                    <a:off x="8743260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83" name="Ellipse 382">
                    <a:extLst>
                      <a:ext uri="{FF2B5EF4-FFF2-40B4-BE49-F238E27FC236}">
                        <a16:creationId xmlns:a16="http://schemas.microsoft.com/office/drawing/2014/main" id="{4C37F021-24EC-265E-FB9D-3810D992C290}"/>
                      </a:ext>
                    </a:extLst>
                  </p:cNvPr>
                  <p:cNvSpPr/>
                  <p:nvPr/>
                </p:nvSpPr>
                <p:spPr>
                  <a:xfrm>
                    <a:off x="9124432" y="5230824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Ellipse 860">
                    <a:extLst>
                      <a:ext uri="{FF2B5EF4-FFF2-40B4-BE49-F238E27FC236}">
                        <a16:creationId xmlns:a16="http://schemas.microsoft.com/office/drawing/2014/main" id="{8F31E12B-0797-5A0A-E5FD-51336E8A9F58}"/>
                      </a:ext>
                    </a:extLst>
                  </p:cNvPr>
                  <p:cNvSpPr/>
                  <p:nvPr/>
                </p:nvSpPr>
                <p:spPr>
                  <a:xfrm>
                    <a:off x="989685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2" name="Ellipse 861">
                    <a:extLst>
                      <a:ext uri="{FF2B5EF4-FFF2-40B4-BE49-F238E27FC236}">
                        <a16:creationId xmlns:a16="http://schemas.microsoft.com/office/drawing/2014/main" id="{D77C385E-DBD1-9065-7A90-46FAE8729C6D}"/>
                      </a:ext>
                    </a:extLst>
                  </p:cNvPr>
                  <p:cNvSpPr/>
                  <p:nvPr/>
                </p:nvSpPr>
                <p:spPr>
                  <a:xfrm>
                    <a:off x="989685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3" name="Ellipse 862">
                    <a:extLst>
                      <a:ext uri="{FF2B5EF4-FFF2-40B4-BE49-F238E27FC236}">
                        <a16:creationId xmlns:a16="http://schemas.microsoft.com/office/drawing/2014/main" id="{047177DF-E5C4-310A-C654-A13E1417398A}"/>
                      </a:ext>
                    </a:extLst>
                  </p:cNvPr>
                  <p:cNvSpPr/>
                  <p:nvPr/>
                </p:nvSpPr>
                <p:spPr>
                  <a:xfrm>
                    <a:off x="989685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4" name="Ellipse 863">
                    <a:extLst>
                      <a:ext uri="{FF2B5EF4-FFF2-40B4-BE49-F238E27FC236}">
                        <a16:creationId xmlns:a16="http://schemas.microsoft.com/office/drawing/2014/main" id="{B25C3F0B-B13A-701A-A870-03E3836926DF}"/>
                      </a:ext>
                    </a:extLst>
                  </p:cNvPr>
                  <p:cNvSpPr/>
                  <p:nvPr/>
                </p:nvSpPr>
                <p:spPr>
                  <a:xfrm>
                    <a:off x="989685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5" name="Ellipse 864">
                    <a:extLst>
                      <a:ext uri="{FF2B5EF4-FFF2-40B4-BE49-F238E27FC236}">
                        <a16:creationId xmlns:a16="http://schemas.microsoft.com/office/drawing/2014/main" id="{721C76AE-EED0-BE11-2D98-E04D93D41638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1" name="Ellipse 870">
                    <a:extLst>
                      <a:ext uri="{FF2B5EF4-FFF2-40B4-BE49-F238E27FC236}">
                        <a16:creationId xmlns:a16="http://schemas.microsoft.com/office/drawing/2014/main" id="{7619888F-970F-29CF-539D-C7108EC8D41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3" name="Ellipse 872">
                    <a:extLst>
                      <a:ext uri="{FF2B5EF4-FFF2-40B4-BE49-F238E27FC236}">
                        <a16:creationId xmlns:a16="http://schemas.microsoft.com/office/drawing/2014/main" id="{A1C2F6B6-E294-7DF6-4488-11B2CE16C5D5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5" name="Ellipse 874">
                    <a:extLst>
                      <a:ext uri="{FF2B5EF4-FFF2-40B4-BE49-F238E27FC236}">
                        <a16:creationId xmlns:a16="http://schemas.microsoft.com/office/drawing/2014/main" id="{7E7E34CC-953A-941D-DC70-7D4D6AFEE824}"/>
                      </a:ext>
                    </a:extLst>
                  </p:cNvPr>
                  <p:cNvSpPr/>
                  <p:nvPr/>
                </p:nvSpPr>
                <p:spPr>
                  <a:xfrm>
                    <a:off x="1023213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76" name="Ellipse 875">
                    <a:extLst>
                      <a:ext uri="{FF2B5EF4-FFF2-40B4-BE49-F238E27FC236}">
                        <a16:creationId xmlns:a16="http://schemas.microsoft.com/office/drawing/2014/main" id="{58427864-BCE7-5EDE-8ABB-6812F4482056}"/>
                      </a:ext>
                    </a:extLst>
                  </p:cNvPr>
                  <p:cNvSpPr/>
                  <p:nvPr/>
                </p:nvSpPr>
                <p:spPr>
                  <a:xfrm>
                    <a:off x="649186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0" name="Ellipse 879">
                    <a:extLst>
                      <a:ext uri="{FF2B5EF4-FFF2-40B4-BE49-F238E27FC236}">
                        <a16:creationId xmlns:a16="http://schemas.microsoft.com/office/drawing/2014/main" id="{A56DBD12-2D6B-C786-D25C-9D3A049AE7C9}"/>
                      </a:ext>
                    </a:extLst>
                  </p:cNvPr>
                  <p:cNvSpPr/>
                  <p:nvPr/>
                </p:nvSpPr>
                <p:spPr>
                  <a:xfrm>
                    <a:off x="649186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1" name="Ellipse 880">
                    <a:extLst>
                      <a:ext uri="{FF2B5EF4-FFF2-40B4-BE49-F238E27FC236}">
                        <a16:creationId xmlns:a16="http://schemas.microsoft.com/office/drawing/2014/main" id="{C9C4ED6F-A918-8D26-7747-AB72A4C6214C}"/>
                      </a:ext>
                    </a:extLst>
                  </p:cNvPr>
                  <p:cNvSpPr/>
                  <p:nvPr/>
                </p:nvSpPr>
                <p:spPr>
                  <a:xfrm>
                    <a:off x="649186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2" name="Ellipse 881">
                    <a:extLst>
                      <a:ext uri="{FF2B5EF4-FFF2-40B4-BE49-F238E27FC236}">
                        <a16:creationId xmlns:a16="http://schemas.microsoft.com/office/drawing/2014/main" id="{C230EA34-D707-DFBE-A1D8-A9BC95A5C70B}"/>
                      </a:ext>
                    </a:extLst>
                  </p:cNvPr>
                  <p:cNvSpPr/>
                  <p:nvPr/>
                </p:nvSpPr>
                <p:spPr>
                  <a:xfrm>
                    <a:off x="649186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3" name="Ellipse 882">
                    <a:extLst>
                      <a:ext uri="{FF2B5EF4-FFF2-40B4-BE49-F238E27FC236}">
                        <a16:creationId xmlns:a16="http://schemas.microsoft.com/office/drawing/2014/main" id="{49BCC7B4-6D6D-44F2-072D-DDCCF701C711}"/>
                      </a:ext>
                    </a:extLst>
                  </p:cNvPr>
                  <p:cNvSpPr/>
                  <p:nvPr/>
                </p:nvSpPr>
                <p:spPr>
                  <a:xfrm>
                    <a:off x="6827141" y="4926111"/>
                    <a:ext cx="115417" cy="114625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4" name="Ellipse 883">
                    <a:extLst>
                      <a:ext uri="{FF2B5EF4-FFF2-40B4-BE49-F238E27FC236}">
                        <a16:creationId xmlns:a16="http://schemas.microsoft.com/office/drawing/2014/main" id="{CCBE4050-AFD0-EAE2-59C6-B0723082A9BC}"/>
                      </a:ext>
                    </a:extLst>
                  </p:cNvPr>
                  <p:cNvSpPr/>
                  <p:nvPr/>
                </p:nvSpPr>
                <p:spPr>
                  <a:xfrm>
                    <a:off x="6827141" y="5230824"/>
                    <a:ext cx="115417" cy="114625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5" name="Ellipse 884">
                    <a:extLst>
                      <a:ext uri="{FF2B5EF4-FFF2-40B4-BE49-F238E27FC236}">
                        <a16:creationId xmlns:a16="http://schemas.microsoft.com/office/drawing/2014/main" id="{5EEB4549-3A3C-5CCF-03E7-B1C74311E527}"/>
                      </a:ext>
                    </a:extLst>
                  </p:cNvPr>
                  <p:cNvSpPr/>
                  <p:nvPr/>
                </p:nvSpPr>
                <p:spPr>
                  <a:xfrm>
                    <a:off x="6827141" y="4316685"/>
                    <a:ext cx="115417" cy="114625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86" name="Ellipse 885">
                    <a:extLst>
                      <a:ext uri="{FF2B5EF4-FFF2-40B4-BE49-F238E27FC236}">
                        <a16:creationId xmlns:a16="http://schemas.microsoft.com/office/drawing/2014/main" id="{0120724D-A98A-BE74-900E-5B3A4BD74724}"/>
                      </a:ext>
                    </a:extLst>
                  </p:cNvPr>
                  <p:cNvSpPr/>
                  <p:nvPr/>
                </p:nvSpPr>
                <p:spPr>
                  <a:xfrm>
                    <a:off x="6827141" y="4621398"/>
                    <a:ext cx="115417" cy="114625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348" name="Gruppieren 347">
                  <a:extLst>
                    <a:ext uri="{FF2B5EF4-FFF2-40B4-BE49-F238E27FC236}">
                      <a16:creationId xmlns:a16="http://schemas.microsoft.com/office/drawing/2014/main" id="{04D6EFAB-C7E5-F3B7-C135-7CB8FC2A109C}"/>
                    </a:ext>
                  </a:extLst>
                </p:cNvPr>
                <p:cNvGrpSpPr/>
                <p:nvPr/>
              </p:nvGrpSpPr>
              <p:grpSpPr>
                <a:xfrm>
                  <a:off x="2819083" y="4164607"/>
                  <a:ext cx="1664480" cy="363155"/>
                  <a:chOff x="2819083" y="4164607"/>
                  <a:chExt cx="1664480" cy="363155"/>
                </a:xfrm>
              </p:grpSpPr>
              <p:sp>
                <p:nvSpPr>
                  <p:cNvPr id="349" name="Rechteck 348">
                    <a:extLst>
                      <a:ext uri="{FF2B5EF4-FFF2-40B4-BE49-F238E27FC236}">
                        <a16:creationId xmlns:a16="http://schemas.microsoft.com/office/drawing/2014/main" id="{3D9F33D4-A7DB-916B-F3B8-1B12EFC1A295}"/>
                      </a:ext>
                    </a:extLst>
                  </p:cNvPr>
                  <p:cNvSpPr/>
                  <p:nvPr/>
                </p:nvSpPr>
                <p:spPr>
                  <a:xfrm>
                    <a:off x="2819083" y="4164607"/>
                    <a:ext cx="1664480" cy="363155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CE0C9960-02D4-721D-A8ED-E23E7DFC679B}"/>
                      </a:ext>
                    </a:extLst>
                  </p:cNvPr>
                  <p:cNvSpPr/>
                  <p:nvPr/>
                </p:nvSpPr>
                <p:spPr>
                  <a:xfrm>
                    <a:off x="2863868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1" name="Rechteck 350">
                    <a:extLst>
                      <a:ext uri="{FF2B5EF4-FFF2-40B4-BE49-F238E27FC236}">
                        <a16:creationId xmlns:a16="http://schemas.microsoft.com/office/drawing/2014/main" id="{D5663EE2-E09B-EFE6-60E0-F2C8C5639468}"/>
                      </a:ext>
                    </a:extLst>
                  </p:cNvPr>
                  <p:cNvSpPr/>
                  <p:nvPr/>
                </p:nvSpPr>
                <p:spPr>
                  <a:xfrm>
                    <a:off x="3043466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6C0023D3-ED27-4A47-2521-0A921B1060D6}"/>
                      </a:ext>
                    </a:extLst>
                  </p:cNvPr>
                  <p:cNvSpPr/>
                  <p:nvPr/>
                </p:nvSpPr>
                <p:spPr>
                  <a:xfrm>
                    <a:off x="3223064" y="41935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3" name="Gruppieren 352">
                    <a:extLst>
                      <a:ext uri="{FF2B5EF4-FFF2-40B4-BE49-F238E27FC236}">
                        <a16:creationId xmlns:a16="http://schemas.microsoft.com/office/drawing/2014/main" id="{71633C41-7090-417F-FE39-28B988F3BD51}"/>
                      </a:ext>
                    </a:extLst>
                  </p:cNvPr>
                  <p:cNvGrpSpPr/>
                  <p:nvPr/>
                </p:nvGrpSpPr>
                <p:grpSpPr>
                  <a:xfrm>
                    <a:off x="2819083" y="4340734"/>
                    <a:ext cx="547705" cy="180000"/>
                    <a:chOff x="7869855" y="3649929"/>
                    <a:chExt cx="547705" cy="180000"/>
                  </a:xfrm>
                </p:grpSpPr>
                <p:sp>
                  <p:nvSpPr>
                    <p:cNvPr id="369" name="Rechteck 368">
                      <a:extLst>
                        <a:ext uri="{FF2B5EF4-FFF2-40B4-BE49-F238E27FC236}">
                          <a16:creationId xmlns:a16="http://schemas.microsoft.com/office/drawing/2014/main" id="{80BE1AA6-B560-5A55-7097-2B40999A08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869855" y="3649929"/>
                      <a:ext cx="547705" cy="180000"/>
                    </a:xfrm>
                    <a:prstGeom prst="rect">
                      <a:avLst/>
                    </a:prstGeom>
                    <a:solidFill>
                      <a:schemeClr val="tx1">
                        <a:lumMod val="65000"/>
                        <a:lumOff val="3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0" name="Rechteck 369">
                      <a:extLst>
                        <a:ext uri="{FF2B5EF4-FFF2-40B4-BE49-F238E27FC236}">
                          <a16:creationId xmlns:a16="http://schemas.microsoft.com/office/drawing/2014/main" id="{BA54F844-0AC1-B122-68CC-5A0778E817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14640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1" name="Rechteck 370">
                      <a:extLst>
                        <a:ext uri="{FF2B5EF4-FFF2-40B4-BE49-F238E27FC236}">
                          <a16:creationId xmlns:a16="http://schemas.microsoft.com/office/drawing/2014/main" id="{FC9BE554-5C32-4B87-73D6-EE823F1549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94238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4128984-74DE-17E9-190F-382222B7B6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73836" y="3680834"/>
                      <a:ext cx="91440" cy="111825"/>
                    </a:xfrm>
                    <a:prstGeom prst="rect">
                      <a:avLst/>
                    </a:prstGeom>
                    <a:solidFill>
                      <a:schemeClr val="accent4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grpSp>
                <p:nvGrpSpPr>
                  <p:cNvPr id="354" name="Gruppieren 353">
                    <a:extLst>
                      <a:ext uri="{FF2B5EF4-FFF2-40B4-BE49-F238E27FC236}">
                        <a16:creationId xmlns:a16="http://schemas.microsoft.com/office/drawing/2014/main" id="{E7EC3D3D-82B2-7F0D-01B4-D25387219DE8}"/>
                      </a:ext>
                    </a:extLst>
                  </p:cNvPr>
                  <p:cNvGrpSpPr/>
                  <p:nvPr/>
                </p:nvGrpSpPr>
                <p:grpSpPr>
                  <a:xfrm>
                    <a:off x="3935858" y="4169687"/>
                    <a:ext cx="547705" cy="358075"/>
                    <a:chOff x="7869855" y="3649929"/>
                    <a:chExt cx="547705" cy="358075"/>
                  </a:xfrm>
                </p:grpSpPr>
                <p:grpSp>
                  <p:nvGrpSpPr>
                    <p:cNvPr id="359" name="Gruppieren 358">
                      <a:extLst>
                        <a:ext uri="{FF2B5EF4-FFF2-40B4-BE49-F238E27FC236}">
                          <a16:creationId xmlns:a16="http://schemas.microsoft.com/office/drawing/2014/main" id="{F8457320-7443-3A94-0149-D7FF718C6D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649929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5" name="Rechteck 364">
                        <a:extLst>
                          <a:ext uri="{FF2B5EF4-FFF2-40B4-BE49-F238E27FC236}">
                            <a16:creationId xmlns:a16="http://schemas.microsoft.com/office/drawing/2014/main" id="{B0B232D7-2D7D-7E2B-6F96-68ABA7E020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6" name="Rechteck 365">
                        <a:extLst>
                          <a:ext uri="{FF2B5EF4-FFF2-40B4-BE49-F238E27FC236}">
                            <a16:creationId xmlns:a16="http://schemas.microsoft.com/office/drawing/2014/main" id="{33711452-6EF0-A2B2-47B0-D3EC25458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7" name="Rechteck 366">
                        <a:extLst>
                          <a:ext uri="{FF2B5EF4-FFF2-40B4-BE49-F238E27FC236}">
                            <a16:creationId xmlns:a16="http://schemas.microsoft.com/office/drawing/2014/main" id="{F6E592D0-9FD5-F1FA-6F69-CE6F4F7520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8" name="Rechteck 367">
                        <a:extLst>
                          <a:ext uri="{FF2B5EF4-FFF2-40B4-BE49-F238E27FC236}">
                            <a16:creationId xmlns:a16="http://schemas.microsoft.com/office/drawing/2014/main" id="{5E9B06A7-60DB-5E02-D467-44F847590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  <p:grpSp>
                  <p:nvGrpSpPr>
                    <p:cNvPr id="360" name="Gruppieren 359">
                      <a:extLst>
                        <a:ext uri="{FF2B5EF4-FFF2-40B4-BE49-F238E27FC236}">
                          <a16:creationId xmlns:a16="http://schemas.microsoft.com/office/drawing/2014/main" id="{458A5D01-197A-E72F-A4A5-6A2B370ECA7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69855" y="3828004"/>
                      <a:ext cx="547705" cy="180000"/>
                      <a:chOff x="7869855" y="3649929"/>
                      <a:chExt cx="547705" cy="180000"/>
                    </a:xfrm>
                  </p:grpSpPr>
                  <p:sp>
                    <p:nvSpPr>
                      <p:cNvPr id="361" name="Rechteck 360">
                        <a:extLst>
                          <a:ext uri="{FF2B5EF4-FFF2-40B4-BE49-F238E27FC236}">
                            <a16:creationId xmlns:a16="http://schemas.microsoft.com/office/drawing/2014/main" id="{30700A5C-698E-8E19-9D48-A88C7D46FE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869855" y="3649929"/>
                        <a:ext cx="547705" cy="180000"/>
                      </a:xfrm>
                      <a:prstGeom prst="rect">
                        <a:avLst/>
                      </a:prstGeom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2" name="Rechteck 361">
                        <a:extLst>
                          <a:ext uri="{FF2B5EF4-FFF2-40B4-BE49-F238E27FC236}">
                            <a16:creationId xmlns:a16="http://schemas.microsoft.com/office/drawing/2014/main" id="{D1450DDF-257E-99D0-C48C-55E56277B7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14640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3" name="Rechteck 362">
                        <a:extLst>
                          <a:ext uri="{FF2B5EF4-FFF2-40B4-BE49-F238E27FC236}">
                            <a16:creationId xmlns:a16="http://schemas.microsoft.com/office/drawing/2014/main" id="{5AA88026-BBFC-0BF3-5150-89704C938B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94238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  <p:sp>
                    <p:nvSpPr>
                      <p:cNvPr id="364" name="Rechteck 363">
                        <a:extLst>
                          <a:ext uri="{FF2B5EF4-FFF2-40B4-BE49-F238E27FC236}">
                            <a16:creationId xmlns:a16="http://schemas.microsoft.com/office/drawing/2014/main" id="{25296985-E7FC-10DE-CEB2-2D56DC1C31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73836" y="3680834"/>
                        <a:ext cx="91440" cy="111825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de-DE"/>
                      </a:p>
                    </p:txBody>
                  </p:sp>
                </p:grpSp>
              </p:grpSp>
              <p:sp>
                <p:nvSpPr>
                  <p:cNvPr id="355" name="Rechteck 354">
                    <a:extLst>
                      <a:ext uri="{FF2B5EF4-FFF2-40B4-BE49-F238E27FC236}">
                        <a16:creationId xmlns:a16="http://schemas.microsoft.com/office/drawing/2014/main" id="{D31E6290-3E81-7A94-D697-E6A9DA018650}"/>
                      </a:ext>
                    </a:extLst>
                  </p:cNvPr>
                  <p:cNvSpPr/>
                  <p:nvPr/>
                </p:nvSpPr>
                <p:spPr>
                  <a:xfrm>
                    <a:off x="3507802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FC8AD35E-18A0-0BE6-C873-89A8E57756C1}"/>
                      </a:ext>
                    </a:extLst>
                  </p:cNvPr>
                  <p:cNvSpPr/>
                  <p:nvPr/>
                </p:nvSpPr>
                <p:spPr>
                  <a:xfrm>
                    <a:off x="3687400" y="419551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7" name="Rechteck 356">
                    <a:extLst>
                      <a:ext uri="{FF2B5EF4-FFF2-40B4-BE49-F238E27FC236}">
                        <a16:creationId xmlns:a16="http://schemas.microsoft.com/office/drawing/2014/main" id="{5DA4BD1C-A218-7D62-81E1-FA8D67E0E1A9}"/>
                      </a:ext>
                    </a:extLst>
                  </p:cNvPr>
                  <p:cNvSpPr/>
                  <p:nvPr/>
                </p:nvSpPr>
                <p:spPr>
                  <a:xfrm>
                    <a:off x="3507802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3C20F07B-4273-40A4-4BF3-6B457D844967}"/>
                      </a:ext>
                    </a:extLst>
                  </p:cNvPr>
                  <p:cNvSpPr/>
                  <p:nvPr/>
                </p:nvSpPr>
                <p:spPr>
                  <a:xfrm>
                    <a:off x="3687400" y="437358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</p:grpSp>
          <p:sp>
            <p:nvSpPr>
              <p:cNvPr id="212" name="Textfeld 211">
                <a:extLst>
                  <a:ext uri="{FF2B5EF4-FFF2-40B4-BE49-F238E27FC236}">
                    <a16:creationId xmlns:a16="http://schemas.microsoft.com/office/drawing/2014/main" id="{82DFDC40-0A83-4288-C9E4-43B4F8558915}"/>
                  </a:ext>
                </a:extLst>
              </p:cNvPr>
              <p:cNvSpPr txBox="1"/>
              <p:nvPr/>
            </p:nvSpPr>
            <p:spPr>
              <a:xfrm>
                <a:off x="2664181" y="4381257"/>
                <a:ext cx="3914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EM</a:t>
                </a:r>
              </a:p>
            </p:txBody>
          </p:sp>
          <p:sp>
            <p:nvSpPr>
              <p:cNvPr id="213" name="Textfeld 212">
                <a:extLst>
                  <a:ext uri="{FF2B5EF4-FFF2-40B4-BE49-F238E27FC236}">
                    <a16:creationId xmlns:a16="http://schemas.microsoft.com/office/drawing/2014/main" id="{906B426D-B108-41CE-C5DF-C2B7C63A7994}"/>
                  </a:ext>
                </a:extLst>
              </p:cNvPr>
              <p:cNvSpPr txBox="1"/>
              <p:nvPr/>
            </p:nvSpPr>
            <p:spPr>
              <a:xfrm>
                <a:off x="3419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ES1</a:t>
                </a: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87AC25EB-4D74-95C0-E37E-81B66FAB158D}"/>
                  </a:ext>
                </a:extLst>
              </p:cNvPr>
              <p:cNvSpPr txBox="1"/>
              <p:nvPr/>
            </p:nvSpPr>
            <p:spPr>
              <a:xfrm>
                <a:off x="3030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ES2</a:t>
                </a:r>
              </a:p>
            </p:txBody>
          </p:sp>
          <p:sp>
            <p:nvSpPr>
              <p:cNvPr id="215" name="Textfeld 214">
                <a:extLst>
                  <a:ext uri="{FF2B5EF4-FFF2-40B4-BE49-F238E27FC236}">
                    <a16:creationId xmlns:a16="http://schemas.microsoft.com/office/drawing/2014/main" id="{A2924910-8416-A703-DFCF-18A6E2F2BBA3}"/>
                  </a:ext>
                </a:extLst>
              </p:cNvPr>
              <p:cNvSpPr txBox="1"/>
              <p:nvPr/>
            </p:nvSpPr>
            <p:spPr>
              <a:xfrm>
                <a:off x="226850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ES3</a:t>
                </a:r>
              </a:p>
            </p:txBody>
          </p:sp>
          <p:sp>
            <p:nvSpPr>
              <p:cNvPr id="216" name="Textfeld 215">
                <a:extLst>
                  <a:ext uri="{FF2B5EF4-FFF2-40B4-BE49-F238E27FC236}">
                    <a16:creationId xmlns:a16="http://schemas.microsoft.com/office/drawing/2014/main" id="{3CAD7F10-A53D-0EBF-AE45-452FB187435A}"/>
                  </a:ext>
                </a:extLst>
              </p:cNvPr>
              <p:cNvSpPr txBox="1"/>
              <p:nvPr/>
            </p:nvSpPr>
            <p:spPr>
              <a:xfrm>
                <a:off x="1895122" y="4380122"/>
                <a:ext cx="4076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ES4</a:t>
                </a: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A3D9275-C9F3-0349-766F-ED24488AB949}"/>
                  </a:ext>
                </a:extLst>
              </p:cNvPr>
              <p:cNvSpPr txBox="1"/>
              <p:nvPr/>
            </p:nvSpPr>
            <p:spPr>
              <a:xfrm rot="16200000">
                <a:off x="452834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M1</a:t>
                </a:r>
              </a:p>
            </p:txBody>
          </p:sp>
          <p:sp>
            <p:nvSpPr>
              <p:cNvPr id="218" name="Textfeld 217">
                <a:extLst>
                  <a:ext uri="{FF2B5EF4-FFF2-40B4-BE49-F238E27FC236}">
                    <a16:creationId xmlns:a16="http://schemas.microsoft.com/office/drawing/2014/main" id="{EB386F8F-5588-8940-076B-50891B3D26FB}"/>
                  </a:ext>
                </a:extLst>
              </p:cNvPr>
              <p:cNvSpPr txBox="1"/>
              <p:nvPr/>
            </p:nvSpPr>
            <p:spPr>
              <a:xfrm rot="16200000">
                <a:off x="4208305" y="3273686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M2</a:t>
                </a:r>
              </a:p>
            </p:txBody>
          </p:sp>
          <p:sp>
            <p:nvSpPr>
              <p:cNvPr id="219" name="Textfeld 218">
                <a:extLst>
                  <a:ext uri="{FF2B5EF4-FFF2-40B4-BE49-F238E27FC236}">
                    <a16:creationId xmlns:a16="http://schemas.microsoft.com/office/drawing/2014/main" id="{0732269D-CF23-109D-B7D2-D70B21C663FD}"/>
                  </a:ext>
                </a:extLst>
              </p:cNvPr>
              <p:cNvSpPr txBox="1"/>
              <p:nvPr/>
            </p:nvSpPr>
            <p:spPr>
              <a:xfrm rot="16200000">
                <a:off x="112412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M3</a:t>
                </a:r>
              </a:p>
            </p:txBody>
          </p:sp>
          <p:sp>
            <p:nvSpPr>
              <p:cNvPr id="220" name="Textfeld 219">
                <a:extLst>
                  <a:ext uri="{FF2B5EF4-FFF2-40B4-BE49-F238E27FC236}">
                    <a16:creationId xmlns:a16="http://schemas.microsoft.com/office/drawing/2014/main" id="{B6DADD07-1D73-37B9-4904-A20D94B3317C}"/>
                  </a:ext>
                </a:extLst>
              </p:cNvPr>
              <p:cNvSpPr txBox="1"/>
              <p:nvPr/>
            </p:nvSpPr>
            <p:spPr>
              <a:xfrm rot="16200000">
                <a:off x="804089" y="3267612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M4</a:t>
                </a:r>
              </a:p>
            </p:txBody>
          </p:sp>
          <p:sp>
            <p:nvSpPr>
              <p:cNvPr id="221" name="Textfeld 220">
                <a:extLst>
                  <a:ext uri="{FF2B5EF4-FFF2-40B4-BE49-F238E27FC236}">
                    <a16:creationId xmlns:a16="http://schemas.microsoft.com/office/drawing/2014/main" id="{D254FD1B-6F41-6257-37D4-FED300035035}"/>
                  </a:ext>
                </a:extLst>
              </p:cNvPr>
              <p:cNvSpPr txBox="1"/>
              <p:nvPr/>
            </p:nvSpPr>
            <p:spPr>
              <a:xfrm>
                <a:off x="2562837" y="3997768"/>
                <a:ext cx="5988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SERVO</a:t>
                </a:r>
              </a:p>
            </p:txBody>
          </p:sp>
          <p:sp>
            <p:nvSpPr>
              <p:cNvPr id="222" name="Rechteck 221">
                <a:extLst>
                  <a:ext uri="{FF2B5EF4-FFF2-40B4-BE49-F238E27FC236}">
                    <a16:creationId xmlns:a16="http://schemas.microsoft.com/office/drawing/2014/main" id="{2376C798-BB46-AA40-FA4C-BBBD1C41E269}"/>
                  </a:ext>
                </a:extLst>
              </p:cNvPr>
              <p:cNvSpPr/>
              <p:nvPr/>
            </p:nvSpPr>
            <p:spPr>
              <a:xfrm>
                <a:off x="1273135" y="654970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3" name="Textfeld 222">
                <a:extLst>
                  <a:ext uri="{FF2B5EF4-FFF2-40B4-BE49-F238E27FC236}">
                    <a16:creationId xmlns:a16="http://schemas.microsoft.com/office/drawing/2014/main" id="{C74CC604-38B9-E40A-10E0-F3B6872F9559}"/>
                  </a:ext>
                </a:extLst>
              </p:cNvPr>
              <p:cNvSpPr txBox="1"/>
              <p:nvPr/>
            </p:nvSpPr>
            <p:spPr>
              <a:xfrm>
                <a:off x="1273135" y="404641"/>
                <a:ext cx="4283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12V</a:t>
                </a:r>
              </a:p>
            </p:txBody>
          </p:sp>
          <p:sp>
            <p:nvSpPr>
              <p:cNvPr id="224" name="Rechteck: abgerundete Ecken 223">
                <a:extLst>
                  <a:ext uri="{FF2B5EF4-FFF2-40B4-BE49-F238E27FC236}">
                    <a16:creationId xmlns:a16="http://schemas.microsoft.com/office/drawing/2014/main" id="{73476C1A-F406-A91D-E9D6-9F626A5DBED4}"/>
                  </a:ext>
                </a:extLst>
              </p:cNvPr>
              <p:cNvSpPr/>
              <p:nvPr/>
            </p:nvSpPr>
            <p:spPr>
              <a:xfrm>
                <a:off x="4190071" y="643762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FDD25D7E-2830-44B7-6B8B-E709E3A975EA}"/>
                  </a:ext>
                </a:extLst>
              </p:cNvPr>
              <p:cNvSpPr txBox="1"/>
              <p:nvPr/>
            </p:nvSpPr>
            <p:spPr>
              <a:xfrm>
                <a:off x="4214571" y="419926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cxnSp>
            <p:nvCxnSpPr>
              <p:cNvPr id="226" name="Gerader Verbinder 225">
                <a:extLst>
                  <a:ext uri="{FF2B5EF4-FFF2-40B4-BE49-F238E27FC236}">
                    <a16:creationId xmlns:a16="http://schemas.microsoft.com/office/drawing/2014/main" id="{0CD06CD8-CA5A-37FD-50E9-C7690DFBDE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0030" y="3099247"/>
                <a:ext cx="1220067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7" name="Gerader Verbinder 226">
                <a:extLst>
                  <a:ext uri="{FF2B5EF4-FFF2-40B4-BE49-F238E27FC236}">
                    <a16:creationId xmlns:a16="http://schemas.microsoft.com/office/drawing/2014/main" id="{2BB736B5-870A-BD1B-6545-F56B7019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9179" y="3086813"/>
                <a:ext cx="1284851" cy="0"/>
              </a:xfrm>
              <a:prstGeom prst="line">
                <a:avLst/>
              </a:prstGeom>
              <a:ln w="12700"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28" name="Gruppieren 227">
                <a:extLst>
                  <a:ext uri="{FF2B5EF4-FFF2-40B4-BE49-F238E27FC236}">
                    <a16:creationId xmlns:a16="http://schemas.microsoft.com/office/drawing/2014/main" id="{C1BD10AB-723C-AF8B-2A98-F914FCEE69C5}"/>
                  </a:ext>
                </a:extLst>
              </p:cNvPr>
              <p:cNvGrpSpPr/>
              <p:nvPr/>
            </p:nvGrpSpPr>
            <p:grpSpPr>
              <a:xfrm>
                <a:off x="890097" y="2197171"/>
                <a:ext cx="1080000" cy="711978"/>
                <a:chOff x="890097" y="2197171"/>
                <a:chExt cx="878174" cy="711978"/>
              </a:xfrm>
            </p:grpSpPr>
            <p:sp>
              <p:nvSpPr>
                <p:cNvPr id="343" name="Rechteck: abgerundete Ecken 342">
                  <a:extLst>
                    <a:ext uri="{FF2B5EF4-FFF2-40B4-BE49-F238E27FC236}">
                      <a16:creationId xmlns:a16="http://schemas.microsoft.com/office/drawing/2014/main" id="{93BE665C-98E7-19F4-1FB5-F04B699B413C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4" name="Rechteck: abgerundete Ecken 343">
                  <a:extLst>
                    <a:ext uri="{FF2B5EF4-FFF2-40B4-BE49-F238E27FC236}">
                      <a16:creationId xmlns:a16="http://schemas.microsoft.com/office/drawing/2014/main" id="{4DCF284A-89C6-95E1-5D18-24E8299CEB7D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5" name="Rechteck: abgerundete Ecken 344">
                  <a:extLst>
                    <a:ext uri="{FF2B5EF4-FFF2-40B4-BE49-F238E27FC236}">
                      <a16:creationId xmlns:a16="http://schemas.microsoft.com/office/drawing/2014/main" id="{EE053ADF-D1F1-9ECD-274B-BA628707766C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6" name="Rechteck: abgerundete Ecken 345">
                  <a:extLst>
                    <a:ext uri="{FF2B5EF4-FFF2-40B4-BE49-F238E27FC236}">
                      <a16:creationId xmlns:a16="http://schemas.microsoft.com/office/drawing/2014/main" id="{A9ACD41A-9D3D-A56B-4B77-79C30C8E1D5A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29" name="Gruppieren 228">
                <a:extLst>
                  <a:ext uri="{FF2B5EF4-FFF2-40B4-BE49-F238E27FC236}">
                    <a16:creationId xmlns:a16="http://schemas.microsoft.com/office/drawing/2014/main" id="{F88A85A1-4B38-A47E-4729-E1F1906B473A}"/>
                  </a:ext>
                </a:extLst>
              </p:cNvPr>
              <p:cNvGrpSpPr/>
              <p:nvPr/>
            </p:nvGrpSpPr>
            <p:grpSpPr>
              <a:xfrm>
                <a:off x="3656866" y="2196877"/>
                <a:ext cx="1080000" cy="711978"/>
                <a:chOff x="890097" y="2197171"/>
                <a:chExt cx="878174" cy="711978"/>
              </a:xfrm>
            </p:grpSpPr>
            <p:sp>
              <p:nvSpPr>
                <p:cNvPr id="339" name="Rechteck: abgerundete Ecken 338">
                  <a:extLst>
                    <a:ext uri="{FF2B5EF4-FFF2-40B4-BE49-F238E27FC236}">
                      <a16:creationId xmlns:a16="http://schemas.microsoft.com/office/drawing/2014/main" id="{0E0D8EC2-0B12-F7B5-5177-0077619D800B}"/>
                    </a:ext>
                  </a:extLst>
                </p:cNvPr>
                <p:cNvSpPr/>
                <p:nvPr/>
              </p:nvSpPr>
              <p:spPr>
                <a:xfrm rot="16200000">
                  <a:off x="1284184" y="2425062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0" name="Rechteck: abgerundete Ecken 339">
                  <a:extLst>
                    <a:ext uri="{FF2B5EF4-FFF2-40B4-BE49-F238E27FC236}">
                      <a16:creationId xmlns:a16="http://schemas.microsoft.com/office/drawing/2014/main" id="{1A5C43C5-B809-B84B-FD62-39DAD083F784}"/>
                    </a:ext>
                  </a:extLst>
                </p:cNvPr>
                <p:cNvSpPr/>
                <p:nvPr/>
              </p:nvSpPr>
              <p:spPr>
                <a:xfrm rot="16200000">
                  <a:off x="1284184" y="2217736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1" name="Rechteck: abgerundete Ecken 340">
                  <a:extLst>
                    <a:ext uri="{FF2B5EF4-FFF2-40B4-BE49-F238E27FC236}">
                      <a16:creationId xmlns:a16="http://schemas.microsoft.com/office/drawing/2014/main" id="{EC0F14AB-0019-4254-2965-C3162209649D}"/>
                    </a:ext>
                  </a:extLst>
                </p:cNvPr>
                <p:cNvSpPr/>
                <p:nvPr/>
              </p:nvSpPr>
              <p:spPr>
                <a:xfrm rot="16200000">
                  <a:off x="1284184" y="2010410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42" name="Rechteck: abgerundete Ecken 341">
                  <a:extLst>
                    <a:ext uri="{FF2B5EF4-FFF2-40B4-BE49-F238E27FC236}">
                      <a16:creationId xmlns:a16="http://schemas.microsoft.com/office/drawing/2014/main" id="{EF9271E0-09D4-8541-8F10-D34E5C670AD0}"/>
                    </a:ext>
                  </a:extLst>
                </p:cNvPr>
                <p:cNvSpPr/>
                <p:nvPr/>
              </p:nvSpPr>
              <p:spPr>
                <a:xfrm rot="16200000">
                  <a:off x="1284184" y="1803084"/>
                  <a:ext cx="90000" cy="878174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230" name="Gruppieren 229">
                <a:extLst>
                  <a:ext uri="{FF2B5EF4-FFF2-40B4-BE49-F238E27FC236}">
                    <a16:creationId xmlns:a16="http://schemas.microsoft.com/office/drawing/2014/main" id="{3DF58EAC-B6E9-7643-19CC-36C043DC5300}"/>
                  </a:ext>
                </a:extLst>
              </p:cNvPr>
              <p:cNvGrpSpPr/>
              <p:nvPr/>
            </p:nvGrpSpPr>
            <p:grpSpPr>
              <a:xfrm>
                <a:off x="1999190" y="70050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231" name="Rechteck 230">
                  <a:extLst>
                    <a:ext uri="{FF2B5EF4-FFF2-40B4-BE49-F238E27FC236}">
                      <a16:creationId xmlns:a16="http://schemas.microsoft.com/office/drawing/2014/main" id="{6D426BE9-796A-38E6-F8CE-6B3EEB0FA070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2" name="Gruppieren 231">
                  <a:extLst>
                    <a:ext uri="{FF2B5EF4-FFF2-40B4-BE49-F238E27FC236}">
                      <a16:creationId xmlns:a16="http://schemas.microsoft.com/office/drawing/2014/main" id="{238B8410-D77F-FF42-D404-D1EE5F6A3E68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9EAD6F14-564D-BA20-6F98-820E96A12D7F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27" name="Ellipse 326">
                    <a:extLst>
                      <a:ext uri="{FF2B5EF4-FFF2-40B4-BE49-F238E27FC236}">
                        <a16:creationId xmlns:a16="http://schemas.microsoft.com/office/drawing/2014/main" id="{8E89CEFA-AC18-86AC-E424-32C2BA119484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8" name="Ellipse 327">
                    <a:extLst>
                      <a:ext uri="{FF2B5EF4-FFF2-40B4-BE49-F238E27FC236}">
                        <a16:creationId xmlns:a16="http://schemas.microsoft.com/office/drawing/2014/main" id="{52C16845-4B6A-EBDC-8031-CFF47F30805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9" name="Ellipse 328">
                    <a:extLst>
                      <a:ext uri="{FF2B5EF4-FFF2-40B4-BE49-F238E27FC236}">
                        <a16:creationId xmlns:a16="http://schemas.microsoft.com/office/drawing/2014/main" id="{6ADDD76F-E239-2B07-EFC8-80F5825E1D0F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0" name="Ellipse 329">
                    <a:extLst>
                      <a:ext uri="{FF2B5EF4-FFF2-40B4-BE49-F238E27FC236}">
                        <a16:creationId xmlns:a16="http://schemas.microsoft.com/office/drawing/2014/main" id="{CEE4F691-B9D6-D2CE-B33B-31272BBCA0D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31" name="Rechteck 330">
                    <a:extLst>
                      <a:ext uri="{FF2B5EF4-FFF2-40B4-BE49-F238E27FC236}">
                        <a16:creationId xmlns:a16="http://schemas.microsoft.com/office/drawing/2014/main" id="{08EA3F8E-B4D5-3700-5BE8-F941E28E52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2" name="Rechteck 331">
                    <a:extLst>
                      <a:ext uri="{FF2B5EF4-FFF2-40B4-BE49-F238E27FC236}">
                        <a16:creationId xmlns:a16="http://schemas.microsoft.com/office/drawing/2014/main" id="{0E2D5234-6C1B-A683-47C5-228100FA7315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3" name="Rechteck 332">
                    <a:extLst>
                      <a:ext uri="{FF2B5EF4-FFF2-40B4-BE49-F238E27FC236}">
                        <a16:creationId xmlns:a16="http://schemas.microsoft.com/office/drawing/2014/main" id="{01116DB4-AE81-6125-5BDD-92C06AAC2F57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334" name="Rechteck 333">
                    <a:extLst>
                      <a:ext uri="{FF2B5EF4-FFF2-40B4-BE49-F238E27FC236}">
                        <a16:creationId xmlns:a16="http://schemas.microsoft.com/office/drawing/2014/main" id="{551B661A-5B83-6F7F-6878-B08D0A105D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335" name="Gerader Verbinder 334">
                    <a:extLst>
                      <a:ext uri="{FF2B5EF4-FFF2-40B4-BE49-F238E27FC236}">
                        <a16:creationId xmlns:a16="http://schemas.microsoft.com/office/drawing/2014/main" id="{9FEEE41A-B892-49A0-F5C3-95B655C041BE}"/>
                      </a:ext>
                    </a:extLst>
                  </p:cNvPr>
                  <p:cNvCxnSpPr>
                    <a:cxnSpLocks/>
                    <a:stCxn id="327" idx="3"/>
                    <a:endCxn id="327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Gerader Verbinder 335">
                    <a:extLst>
                      <a:ext uri="{FF2B5EF4-FFF2-40B4-BE49-F238E27FC236}">
                        <a16:creationId xmlns:a16="http://schemas.microsoft.com/office/drawing/2014/main" id="{629BA29E-A867-2B2B-4DB9-BAD95FAB1FBC}"/>
                      </a:ext>
                    </a:extLst>
                  </p:cNvPr>
                  <p:cNvCxnSpPr>
                    <a:cxnSpLocks/>
                    <a:stCxn id="328" idx="1"/>
                    <a:endCxn id="328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Gerader Verbinder 336">
                    <a:extLst>
                      <a:ext uri="{FF2B5EF4-FFF2-40B4-BE49-F238E27FC236}">
                        <a16:creationId xmlns:a16="http://schemas.microsoft.com/office/drawing/2014/main" id="{F54DED01-B95C-CEA4-4DFA-C3443DD34F6E}"/>
                      </a:ext>
                    </a:extLst>
                  </p:cNvPr>
                  <p:cNvCxnSpPr>
                    <a:cxnSpLocks/>
                    <a:stCxn id="329" idx="2"/>
                    <a:endCxn id="329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Gerader Verbinder 337">
                    <a:extLst>
                      <a:ext uri="{FF2B5EF4-FFF2-40B4-BE49-F238E27FC236}">
                        <a16:creationId xmlns:a16="http://schemas.microsoft.com/office/drawing/2014/main" id="{B538788B-6E1A-37E8-66B4-0D94C58ADF92}"/>
                      </a:ext>
                    </a:extLst>
                  </p:cNvPr>
                  <p:cNvCxnSpPr>
                    <a:cxnSpLocks/>
                    <a:stCxn id="330" idx="4"/>
                    <a:endCxn id="330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3" name="Gruppieren 232">
                  <a:extLst>
                    <a:ext uri="{FF2B5EF4-FFF2-40B4-BE49-F238E27FC236}">
                      <a16:creationId xmlns:a16="http://schemas.microsoft.com/office/drawing/2014/main" id="{1BD40DC5-29F6-9202-634B-3C1713B255C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93A0DBCD-D953-6DC3-9EFE-D7AB5430432E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09539E31-FE36-1058-E82D-52CA7A4EA141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711EC68D-34E6-F47B-D312-B81F23DBDA20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34" name="Textfeld 233">
                  <a:extLst>
                    <a:ext uri="{FF2B5EF4-FFF2-40B4-BE49-F238E27FC236}">
                      <a16:creationId xmlns:a16="http://schemas.microsoft.com/office/drawing/2014/main" id="{77848A28-06AB-D8F0-A8E1-02FBDCF1D0F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5" name="Textfeld 234">
                  <a:extLst>
                    <a:ext uri="{FF2B5EF4-FFF2-40B4-BE49-F238E27FC236}">
                      <a16:creationId xmlns:a16="http://schemas.microsoft.com/office/drawing/2014/main" id="{BF9028F2-F434-4742-266C-ABA530944603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6" name="Textfeld 235">
                  <a:extLst>
                    <a:ext uri="{FF2B5EF4-FFF2-40B4-BE49-F238E27FC236}">
                      <a16:creationId xmlns:a16="http://schemas.microsoft.com/office/drawing/2014/main" id="{D9A0F46C-1DF9-3F7C-FD4C-C299003BC6B9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237" name="Textfeld 236">
                  <a:extLst>
                    <a:ext uri="{FF2B5EF4-FFF2-40B4-BE49-F238E27FC236}">
                      <a16:creationId xmlns:a16="http://schemas.microsoft.com/office/drawing/2014/main" id="{6491201C-547C-65F2-DBF2-FBEBA15515E2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238" name="Textfeld 237">
                  <a:extLst>
                    <a:ext uri="{FF2B5EF4-FFF2-40B4-BE49-F238E27FC236}">
                      <a16:creationId xmlns:a16="http://schemas.microsoft.com/office/drawing/2014/main" id="{A7F60110-9D72-E4A8-C481-BAD638784E9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239" name="Gruppieren 238">
                  <a:extLst>
                    <a:ext uri="{FF2B5EF4-FFF2-40B4-BE49-F238E27FC236}">
                      <a16:creationId xmlns:a16="http://schemas.microsoft.com/office/drawing/2014/main" id="{8754EF56-BC0C-8FE6-6AC6-7E407B66F2C8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661" name="Ellipse 660">
                    <a:extLst>
                      <a:ext uri="{FF2B5EF4-FFF2-40B4-BE49-F238E27FC236}">
                        <a16:creationId xmlns:a16="http://schemas.microsoft.com/office/drawing/2014/main" id="{33CCC432-A465-42BC-3579-B7A39FD96707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Ellipse 667">
                    <a:extLst>
                      <a:ext uri="{FF2B5EF4-FFF2-40B4-BE49-F238E27FC236}">
                        <a16:creationId xmlns:a16="http://schemas.microsoft.com/office/drawing/2014/main" id="{8142F610-A5AE-6284-025A-ED2CFB32A62A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Ellipse 687">
                    <a:extLst>
                      <a:ext uri="{FF2B5EF4-FFF2-40B4-BE49-F238E27FC236}">
                        <a16:creationId xmlns:a16="http://schemas.microsoft.com/office/drawing/2014/main" id="{7939206A-0C33-CC14-3BAD-344464981418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Textfeld 319">
                    <a:extLst>
                      <a:ext uri="{FF2B5EF4-FFF2-40B4-BE49-F238E27FC236}">
                        <a16:creationId xmlns:a16="http://schemas.microsoft.com/office/drawing/2014/main" id="{85586899-1CB3-9562-9601-2CA6ED0A58CE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321" name="Textfeld 320">
                    <a:extLst>
                      <a:ext uri="{FF2B5EF4-FFF2-40B4-BE49-F238E27FC236}">
                        <a16:creationId xmlns:a16="http://schemas.microsoft.com/office/drawing/2014/main" id="{80FA3F07-6F32-CF9E-7663-9A43B42DA0FA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322" name="Textfeld 321">
                    <a:extLst>
                      <a:ext uri="{FF2B5EF4-FFF2-40B4-BE49-F238E27FC236}">
                        <a16:creationId xmlns:a16="http://schemas.microsoft.com/office/drawing/2014/main" id="{BDBBCD36-FCC3-A09C-597F-39DD7B0426E9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240" name="Textfeld 239">
                  <a:extLst>
                    <a:ext uri="{FF2B5EF4-FFF2-40B4-BE49-F238E27FC236}">
                      <a16:creationId xmlns:a16="http://schemas.microsoft.com/office/drawing/2014/main" id="{47C8970A-243F-E732-FE55-F51214744F8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241" name="Rechteck: abgerundete Ecken 240">
                  <a:extLst>
                    <a:ext uri="{FF2B5EF4-FFF2-40B4-BE49-F238E27FC236}">
                      <a16:creationId xmlns:a16="http://schemas.microsoft.com/office/drawing/2014/main" id="{014CF606-9182-F43A-6925-80226843BF6C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2" name="Rechteck: abgerundete Ecken 241">
                  <a:extLst>
                    <a:ext uri="{FF2B5EF4-FFF2-40B4-BE49-F238E27FC236}">
                      <a16:creationId xmlns:a16="http://schemas.microsoft.com/office/drawing/2014/main" id="{44BED4D5-9CD8-16AB-934E-5DD8F9F30D08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3" name="Gruppieren 242">
                  <a:extLst>
                    <a:ext uri="{FF2B5EF4-FFF2-40B4-BE49-F238E27FC236}">
                      <a16:creationId xmlns:a16="http://schemas.microsoft.com/office/drawing/2014/main" id="{CAECE750-F544-08BB-78A4-6C36B4443B27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254" name="Rechteck: abgerundete Ecken 253">
                    <a:extLst>
                      <a:ext uri="{FF2B5EF4-FFF2-40B4-BE49-F238E27FC236}">
                        <a16:creationId xmlns:a16="http://schemas.microsoft.com/office/drawing/2014/main" id="{E24832FF-DAFF-E8B0-A770-951CD490F7F9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Textfeld 254">
                    <a:extLst>
                      <a:ext uri="{FF2B5EF4-FFF2-40B4-BE49-F238E27FC236}">
                        <a16:creationId xmlns:a16="http://schemas.microsoft.com/office/drawing/2014/main" id="{60DE9866-608A-F911-FA9B-38411416288C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244" name="Gruppieren 243">
                  <a:extLst>
                    <a:ext uri="{FF2B5EF4-FFF2-40B4-BE49-F238E27FC236}">
                      <a16:creationId xmlns:a16="http://schemas.microsoft.com/office/drawing/2014/main" id="{65C086CB-C581-8FE5-D0D2-4E2D2C9AE8E3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248" name="Rechteck 247">
                    <a:extLst>
                      <a:ext uri="{FF2B5EF4-FFF2-40B4-BE49-F238E27FC236}">
                        <a16:creationId xmlns:a16="http://schemas.microsoft.com/office/drawing/2014/main" id="{78DDCA87-91A7-9BE2-F544-045F3008461B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49" name="Ellipse 248">
                    <a:extLst>
                      <a:ext uri="{FF2B5EF4-FFF2-40B4-BE49-F238E27FC236}">
                        <a16:creationId xmlns:a16="http://schemas.microsoft.com/office/drawing/2014/main" id="{C8FEDBC0-4EE1-2614-DAC6-3ECFC6BB0293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Ellipse 249">
                    <a:extLst>
                      <a:ext uri="{FF2B5EF4-FFF2-40B4-BE49-F238E27FC236}">
                        <a16:creationId xmlns:a16="http://schemas.microsoft.com/office/drawing/2014/main" id="{931789BD-4082-A2BF-6788-A5E50BE06651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027CC4EC-8C5C-2554-75D3-7AE889556334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FD4BB4EC-6102-193C-E8B7-9BC009DEB251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245" name="Rechteck: abgerundete Ecken 244">
                  <a:extLst>
                    <a:ext uri="{FF2B5EF4-FFF2-40B4-BE49-F238E27FC236}">
                      <a16:creationId xmlns:a16="http://schemas.microsoft.com/office/drawing/2014/main" id="{1ECCD721-2281-375D-8FAB-1016E4F42F3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6" name="Rechteck: abgerundete Ecken 245">
                  <a:extLst>
                    <a:ext uri="{FF2B5EF4-FFF2-40B4-BE49-F238E27FC236}">
                      <a16:creationId xmlns:a16="http://schemas.microsoft.com/office/drawing/2014/main" id="{CBB7478E-2F1D-F29E-1F20-A94507982AAD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B63E435F-5F69-D41B-53F6-24D0C1DB8226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44986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9" name="Gerader Verbinder 498">
            <a:extLst>
              <a:ext uri="{FF2B5EF4-FFF2-40B4-BE49-F238E27FC236}">
                <a16:creationId xmlns:a16="http://schemas.microsoft.com/office/drawing/2014/main" id="{B6760B97-8575-40CC-AE36-B67E0D6020C6}"/>
              </a:ext>
            </a:extLst>
          </p:cNvPr>
          <p:cNvCxnSpPr/>
          <p:nvPr/>
        </p:nvCxnSpPr>
        <p:spPr>
          <a:xfrm flipH="1" flipV="1">
            <a:off x="29866" y="591435"/>
            <a:ext cx="10070608" cy="22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7" name="Rechteck 886">
            <a:extLst>
              <a:ext uri="{FF2B5EF4-FFF2-40B4-BE49-F238E27FC236}">
                <a16:creationId xmlns:a16="http://schemas.microsoft.com/office/drawing/2014/main" id="{0936C8BF-5452-2854-730A-46D78FED301E}"/>
              </a:ext>
            </a:extLst>
          </p:cNvPr>
          <p:cNvSpPr/>
          <p:nvPr/>
        </p:nvSpPr>
        <p:spPr>
          <a:xfrm>
            <a:off x="0" y="104775"/>
            <a:ext cx="9794919" cy="566379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72" name="Gerader Verbinder 871">
            <a:extLst>
              <a:ext uri="{FF2B5EF4-FFF2-40B4-BE49-F238E27FC236}">
                <a16:creationId xmlns:a16="http://schemas.microsoft.com/office/drawing/2014/main" id="{D4CC94E6-3A64-EBD7-DBEA-CC4592F86CC9}"/>
              </a:ext>
            </a:extLst>
          </p:cNvPr>
          <p:cNvCxnSpPr>
            <a:cxnSpLocks/>
            <a:stCxn id="381" idx="0"/>
            <a:endCxn id="381" idx="2"/>
          </p:cNvCxnSpPr>
          <p:nvPr/>
        </p:nvCxnSpPr>
        <p:spPr>
          <a:xfrm>
            <a:off x="7292177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Gerader Verbinder 873">
            <a:extLst>
              <a:ext uri="{FF2B5EF4-FFF2-40B4-BE49-F238E27FC236}">
                <a16:creationId xmlns:a16="http://schemas.microsoft.com/office/drawing/2014/main" id="{90C2699E-E626-DBD3-E105-45E503E5FA92}"/>
              </a:ext>
            </a:extLst>
          </p:cNvPr>
          <p:cNvCxnSpPr>
            <a:cxnSpLocks/>
            <a:stCxn id="252" idx="0"/>
            <a:endCxn id="252" idx="2"/>
          </p:cNvCxnSpPr>
          <p:nvPr/>
        </p:nvCxnSpPr>
        <p:spPr>
          <a:xfrm>
            <a:off x="2508522" y="243393"/>
            <a:ext cx="0" cy="51963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9" name="Gruppieren 888">
            <a:extLst>
              <a:ext uri="{FF2B5EF4-FFF2-40B4-BE49-F238E27FC236}">
                <a16:creationId xmlns:a16="http://schemas.microsoft.com/office/drawing/2014/main" id="{2E249344-3560-C986-9AF3-04CA84145866}"/>
              </a:ext>
            </a:extLst>
          </p:cNvPr>
          <p:cNvGrpSpPr/>
          <p:nvPr/>
        </p:nvGrpSpPr>
        <p:grpSpPr>
          <a:xfrm>
            <a:off x="5065170" y="243393"/>
            <a:ext cx="4454013" cy="5196304"/>
            <a:chOff x="5065170" y="243393"/>
            <a:chExt cx="4454013" cy="5196304"/>
          </a:xfrm>
        </p:grpSpPr>
        <p:sp>
          <p:nvSpPr>
            <p:cNvPr id="381" name="Rechteck 380">
              <a:extLst>
                <a:ext uri="{FF2B5EF4-FFF2-40B4-BE49-F238E27FC236}">
                  <a16:creationId xmlns:a16="http://schemas.microsoft.com/office/drawing/2014/main" id="{7AF31CF0-DF37-E679-EA4A-7C595CAF8470}"/>
                </a:ext>
              </a:extLst>
            </p:cNvPr>
            <p:cNvSpPr/>
            <p:nvPr/>
          </p:nvSpPr>
          <p:spPr>
            <a:xfrm>
              <a:off x="5065170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86" name="Gruppieren 885">
              <a:extLst>
                <a:ext uri="{FF2B5EF4-FFF2-40B4-BE49-F238E27FC236}">
                  <a16:creationId xmlns:a16="http://schemas.microsoft.com/office/drawing/2014/main" id="{0D4AD0E4-750D-71AC-8DCB-9CCB060ACA62}"/>
                </a:ext>
              </a:extLst>
            </p:cNvPr>
            <p:cNvGrpSpPr/>
            <p:nvPr/>
          </p:nvGrpSpPr>
          <p:grpSpPr>
            <a:xfrm>
              <a:off x="5421288" y="255405"/>
              <a:ext cx="3466968" cy="4863247"/>
              <a:chOff x="5421288" y="255405"/>
              <a:chExt cx="3466968" cy="4863247"/>
            </a:xfrm>
          </p:grpSpPr>
          <p:sp>
            <p:nvSpPr>
              <p:cNvPr id="225" name="Textfeld 224">
                <a:extLst>
                  <a:ext uri="{FF2B5EF4-FFF2-40B4-BE49-F238E27FC236}">
                    <a16:creationId xmlns:a16="http://schemas.microsoft.com/office/drawing/2014/main" id="{18530C8C-4C76-E2A2-88AF-27093A8ACBEE}"/>
                  </a:ext>
                </a:extLst>
              </p:cNvPr>
              <p:cNvSpPr txBox="1"/>
              <p:nvPr/>
            </p:nvSpPr>
            <p:spPr>
              <a:xfrm>
                <a:off x="6034353" y="255405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F1</a:t>
                </a:r>
              </a:p>
            </p:txBody>
          </p:sp>
          <p:sp>
            <p:nvSpPr>
              <p:cNvPr id="226" name="Textfeld 225">
                <a:extLst>
                  <a:ext uri="{FF2B5EF4-FFF2-40B4-BE49-F238E27FC236}">
                    <a16:creationId xmlns:a16="http://schemas.microsoft.com/office/drawing/2014/main" id="{4D2CF59C-21A6-3073-E6C0-B7EAEBB19460}"/>
                  </a:ext>
                </a:extLst>
              </p:cNvPr>
              <p:cNvSpPr txBox="1"/>
              <p:nvPr/>
            </p:nvSpPr>
            <p:spPr>
              <a:xfrm>
                <a:off x="8227765" y="258964"/>
                <a:ext cx="3337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200" dirty="0"/>
                  <a:t>F2</a:t>
                </a:r>
              </a:p>
            </p:txBody>
          </p:sp>
          <p:grpSp>
            <p:nvGrpSpPr>
              <p:cNvPr id="885" name="Gruppieren 884">
                <a:extLst>
                  <a:ext uri="{FF2B5EF4-FFF2-40B4-BE49-F238E27FC236}">
                    <a16:creationId xmlns:a16="http://schemas.microsoft.com/office/drawing/2014/main" id="{4D2AE1D0-0880-71FB-69EE-CD4BA6BDA795}"/>
                  </a:ext>
                </a:extLst>
              </p:cNvPr>
              <p:cNvGrpSpPr/>
              <p:nvPr/>
            </p:nvGrpSpPr>
            <p:grpSpPr>
              <a:xfrm>
                <a:off x="5421288" y="389811"/>
                <a:ext cx="3466968" cy="4728841"/>
                <a:chOff x="5421288" y="389811"/>
                <a:chExt cx="3466968" cy="4728841"/>
              </a:xfrm>
            </p:grpSpPr>
            <p:sp>
              <p:nvSpPr>
                <p:cNvPr id="208" name="Rechteck 207">
                  <a:extLst>
                    <a:ext uri="{FF2B5EF4-FFF2-40B4-BE49-F238E27FC236}">
                      <a16:creationId xmlns:a16="http://schemas.microsoft.com/office/drawing/2014/main" id="{73BE0DF1-1CDB-F1AD-A487-6AA00CCF2B67}"/>
                    </a:ext>
                  </a:extLst>
                </p:cNvPr>
                <p:cNvSpPr/>
                <p:nvPr/>
              </p:nvSpPr>
              <p:spPr>
                <a:xfrm>
                  <a:off x="5744792" y="608313"/>
                  <a:ext cx="3077803" cy="2627243"/>
                </a:xfrm>
                <a:prstGeom prst="rect">
                  <a:avLst/>
                </a:prstGeom>
                <a:solidFill>
                  <a:srgbClr val="FFFF00">
                    <a:alpha val="55000"/>
                  </a:srgbClr>
                </a:solidFill>
                <a:ln w="127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grpSp>
              <p:nvGrpSpPr>
                <p:cNvPr id="209" name="Gruppieren 208">
                  <a:extLst>
                    <a:ext uri="{FF2B5EF4-FFF2-40B4-BE49-F238E27FC236}">
                      <a16:creationId xmlns:a16="http://schemas.microsoft.com/office/drawing/2014/main" id="{B106057A-61E6-9D6F-EA27-5C9221B1FF53}"/>
                    </a:ext>
                  </a:extLst>
                </p:cNvPr>
                <p:cNvGrpSpPr/>
                <p:nvPr/>
              </p:nvGrpSpPr>
              <p:grpSpPr>
                <a:xfrm rot="5400000">
                  <a:off x="847465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80" name="Rechteck 379">
                    <a:extLst>
                      <a:ext uri="{FF2B5EF4-FFF2-40B4-BE49-F238E27FC236}">
                        <a16:creationId xmlns:a16="http://schemas.microsoft.com/office/drawing/2014/main" id="{44387B66-B08E-55B6-1D4D-B9A43F63BFF8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82" name="Gruppieren 381">
                    <a:extLst>
                      <a:ext uri="{FF2B5EF4-FFF2-40B4-BE49-F238E27FC236}">
                        <a16:creationId xmlns:a16="http://schemas.microsoft.com/office/drawing/2014/main" id="{EF7AD1C4-9A51-602C-49F3-09DD82D302E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862" name="Rechteck 861">
                      <a:extLst>
                        <a:ext uri="{FF2B5EF4-FFF2-40B4-BE49-F238E27FC236}">
                          <a16:creationId xmlns:a16="http://schemas.microsoft.com/office/drawing/2014/main" id="{EEBE05EB-B205-E091-A5C5-04547C7ED2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863" name="Rechteck 862">
                      <a:extLst>
                        <a:ext uri="{FF2B5EF4-FFF2-40B4-BE49-F238E27FC236}">
                          <a16:creationId xmlns:a16="http://schemas.microsoft.com/office/drawing/2014/main" id="{2CE82CFB-8A8D-8664-DCCB-89382FC225D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83" name="Rechteck 382">
                    <a:extLst>
                      <a:ext uri="{FF2B5EF4-FFF2-40B4-BE49-F238E27FC236}">
                        <a16:creationId xmlns:a16="http://schemas.microsoft.com/office/drawing/2014/main" id="{0DDAEBDA-416C-6BEE-9506-F90933CE8D8E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61" name="Rechteck 860">
                    <a:extLst>
                      <a:ext uri="{FF2B5EF4-FFF2-40B4-BE49-F238E27FC236}">
                        <a16:creationId xmlns:a16="http://schemas.microsoft.com/office/drawing/2014/main" id="{BDB1452A-9927-6AC9-9243-CECDF0CC6BBA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0" name="Gruppieren 209">
                  <a:extLst>
                    <a:ext uri="{FF2B5EF4-FFF2-40B4-BE49-F238E27FC236}">
                      <a16:creationId xmlns:a16="http://schemas.microsoft.com/office/drawing/2014/main" id="{66376E94-1262-84B2-0A6F-0F2C636D0B7F}"/>
                    </a:ext>
                  </a:extLst>
                </p:cNvPr>
                <p:cNvGrpSpPr/>
                <p:nvPr/>
              </p:nvGrpSpPr>
              <p:grpSpPr>
                <a:xfrm rot="5400000">
                  <a:off x="7953077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74" name="Rechteck 373">
                    <a:extLst>
                      <a:ext uri="{FF2B5EF4-FFF2-40B4-BE49-F238E27FC236}">
                        <a16:creationId xmlns:a16="http://schemas.microsoft.com/office/drawing/2014/main" id="{D6B4634A-CA15-3D17-0CFE-24003A464CF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75" name="Gruppieren 374">
                    <a:extLst>
                      <a:ext uri="{FF2B5EF4-FFF2-40B4-BE49-F238E27FC236}">
                        <a16:creationId xmlns:a16="http://schemas.microsoft.com/office/drawing/2014/main" id="{B198DFB6-2843-D81F-D546-A8401C5CB309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8" name="Rechteck 377">
                      <a:extLst>
                        <a:ext uri="{FF2B5EF4-FFF2-40B4-BE49-F238E27FC236}">
                          <a16:creationId xmlns:a16="http://schemas.microsoft.com/office/drawing/2014/main" id="{7E3AD842-B0E2-A64B-8C87-9C19C38B02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9" name="Rechteck 378">
                      <a:extLst>
                        <a:ext uri="{FF2B5EF4-FFF2-40B4-BE49-F238E27FC236}">
                          <a16:creationId xmlns:a16="http://schemas.microsoft.com/office/drawing/2014/main" id="{182C1879-540D-9F83-D7C5-4E46948CD72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6" name="Rechteck 375">
                    <a:extLst>
                      <a:ext uri="{FF2B5EF4-FFF2-40B4-BE49-F238E27FC236}">
                        <a16:creationId xmlns:a16="http://schemas.microsoft.com/office/drawing/2014/main" id="{38326334-69A8-C467-43AA-A5548050EFD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7" name="Rechteck 376">
                    <a:extLst>
                      <a:ext uri="{FF2B5EF4-FFF2-40B4-BE49-F238E27FC236}">
                        <a16:creationId xmlns:a16="http://schemas.microsoft.com/office/drawing/2014/main" id="{139518D1-B672-8973-DD0D-D544BD655FE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1" name="Gruppieren 210">
                  <a:extLst>
                    <a:ext uri="{FF2B5EF4-FFF2-40B4-BE49-F238E27FC236}">
                      <a16:creationId xmlns:a16="http://schemas.microsoft.com/office/drawing/2014/main" id="{40377F04-EDAE-4249-7B49-105D13EEB0C0}"/>
                    </a:ext>
                  </a:extLst>
                </p:cNvPr>
                <p:cNvGrpSpPr/>
                <p:nvPr/>
              </p:nvGrpSpPr>
              <p:grpSpPr>
                <a:xfrm rot="5400000">
                  <a:off x="7621766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8" name="Rechteck 367">
                    <a:extLst>
                      <a:ext uri="{FF2B5EF4-FFF2-40B4-BE49-F238E27FC236}">
                        <a16:creationId xmlns:a16="http://schemas.microsoft.com/office/drawing/2014/main" id="{CF398754-0014-1E39-9A20-CE3D3EAF1CD2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9" name="Gruppieren 368">
                    <a:extLst>
                      <a:ext uri="{FF2B5EF4-FFF2-40B4-BE49-F238E27FC236}">
                        <a16:creationId xmlns:a16="http://schemas.microsoft.com/office/drawing/2014/main" id="{ABA0FD5E-9A88-A018-8A91-B7E667FE94D8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72" name="Rechteck 371">
                      <a:extLst>
                        <a:ext uri="{FF2B5EF4-FFF2-40B4-BE49-F238E27FC236}">
                          <a16:creationId xmlns:a16="http://schemas.microsoft.com/office/drawing/2014/main" id="{B82FC72A-14F5-B4BE-9CC6-D56CAB11EA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73" name="Rechteck 372">
                      <a:extLst>
                        <a:ext uri="{FF2B5EF4-FFF2-40B4-BE49-F238E27FC236}">
                          <a16:creationId xmlns:a16="http://schemas.microsoft.com/office/drawing/2014/main" id="{32AF3DF9-C712-43F0-34F6-4695FAEE0AD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70" name="Rechteck 369">
                    <a:extLst>
                      <a:ext uri="{FF2B5EF4-FFF2-40B4-BE49-F238E27FC236}">
                        <a16:creationId xmlns:a16="http://schemas.microsoft.com/office/drawing/2014/main" id="{FFEB723B-EA6D-7042-41B9-F0C899963B6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71" name="Rechteck 370">
                    <a:extLst>
                      <a:ext uri="{FF2B5EF4-FFF2-40B4-BE49-F238E27FC236}">
                        <a16:creationId xmlns:a16="http://schemas.microsoft.com/office/drawing/2014/main" id="{174F4371-9B84-C73E-2268-076AB5B86966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2" name="Gruppieren 211">
                  <a:extLst>
                    <a:ext uri="{FF2B5EF4-FFF2-40B4-BE49-F238E27FC236}">
                      <a16:creationId xmlns:a16="http://schemas.microsoft.com/office/drawing/2014/main" id="{46186C0E-4B1C-EFF3-BAA8-5BB8457CB93E}"/>
                    </a:ext>
                  </a:extLst>
                </p:cNvPr>
                <p:cNvGrpSpPr/>
                <p:nvPr/>
              </p:nvGrpSpPr>
              <p:grpSpPr>
                <a:xfrm rot="5400000">
                  <a:off x="7290455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62" name="Rechteck 361">
                    <a:extLst>
                      <a:ext uri="{FF2B5EF4-FFF2-40B4-BE49-F238E27FC236}">
                        <a16:creationId xmlns:a16="http://schemas.microsoft.com/office/drawing/2014/main" id="{001BD035-6D62-60B6-6199-AF1862B0926A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63" name="Gruppieren 362">
                    <a:extLst>
                      <a:ext uri="{FF2B5EF4-FFF2-40B4-BE49-F238E27FC236}">
                        <a16:creationId xmlns:a16="http://schemas.microsoft.com/office/drawing/2014/main" id="{14878A4C-6C72-A045-CD59-B490EF403787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6" name="Rechteck 365">
                      <a:extLst>
                        <a:ext uri="{FF2B5EF4-FFF2-40B4-BE49-F238E27FC236}">
                          <a16:creationId xmlns:a16="http://schemas.microsoft.com/office/drawing/2014/main" id="{3558B23F-D96A-1153-E941-AD7D9656BE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7" name="Rechteck 366">
                      <a:extLst>
                        <a:ext uri="{FF2B5EF4-FFF2-40B4-BE49-F238E27FC236}">
                          <a16:creationId xmlns:a16="http://schemas.microsoft.com/office/drawing/2014/main" id="{3108B3B5-3D83-2AED-9DAD-09A9DD03CBF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64" name="Rechteck 363">
                    <a:extLst>
                      <a:ext uri="{FF2B5EF4-FFF2-40B4-BE49-F238E27FC236}">
                        <a16:creationId xmlns:a16="http://schemas.microsoft.com/office/drawing/2014/main" id="{0649EE53-BB24-97D3-47E8-CD889939A26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65" name="Rechteck 364">
                    <a:extLst>
                      <a:ext uri="{FF2B5EF4-FFF2-40B4-BE49-F238E27FC236}">
                        <a16:creationId xmlns:a16="http://schemas.microsoft.com/office/drawing/2014/main" id="{3795208C-0FE5-ED7A-4C71-B0AB43FADBB1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3" name="Gruppieren 212">
                  <a:extLst>
                    <a:ext uri="{FF2B5EF4-FFF2-40B4-BE49-F238E27FC236}">
                      <a16:creationId xmlns:a16="http://schemas.microsoft.com/office/drawing/2014/main" id="{E0AFAC53-D567-6585-CD08-1BC71AFDF8E5}"/>
                    </a:ext>
                  </a:extLst>
                </p:cNvPr>
                <p:cNvGrpSpPr/>
                <p:nvPr/>
              </p:nvGrpSpPr>
              <p:grpSpPr>
                <a:xfrm rot="5400000">
                  <a:off x="6959144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6" name="Rechteck 355">
                    <a:extLst>
                      <a:ext uri="{FF2B5EF4-FFF2-40B4-BE49-F238E27FC236}">
                        <a16:creationId xmlns:a16="http://schemas.microsoft.com/office/drawing/2014/main" id="{B4FA2D47-5B5A-C3A9-93ED-B42A0AD04EC3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7" name="Gruppieren 356">
                    <a:extLst>
                      <a:ext uri="{FF2B5EF4-FFF2-40B4-BE49-F238E27FC236}">
                        <a16:creationId xmlns:a16="http://schemas.microsoft.com/office/drawing/2014/main" id="{83C17A66-F896-56B4-F14A-0C7C84B933BB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60" name="Rechteck 359">
                      <a:extLst>
                        <a:ext uri="{FF2B5EF4-FFF2-40B4-BE49-F238E27FC236}">
                          <a16:creationId xmlns:a16="http://schemas.microsoft.com/office/drawing/2014/main" id="{E05B4D0F-F2EC-4251-2759-751B0B5301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61" name="Rechteck 360">
                      <a:extLst>
                        <a:ext uri="{FF2B5EF4-FFF2-40B4-BE49-F238E27FC236}">
                          <a16:creationId xmlns:a16="http://schemas.microsoft.com/office/drawing/2014/main" id="{D6B8142A-C2EC-EEAC-378C-DF8FDCB54CA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8" name="Rechteck 357">
                    <a:extLst>
                      <a:ext uri="{FF2B5EF4-FFF2-40B4-BE49-F238E27FC236}">
                        <a16:creationId xmlns:a16="http://schemas.microsoft.com/office/drawing/2014/main" id="{8A73B02E-1DFE-B0C8-3969-A6892BD0E36B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9" name="Rechteck 358">
                    <a:extLst>
                      <a:ext uri="{FF2B5EF4-FFF2-40B4-BE49-F238E27FC236}">
                        <a16:creationId xmlns:a16="http://schemas.microsoft.com/office/drawing/2014/main" id="{0D5312A2-02C9-B054-13A7-6F3697C9E45D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4" name="Gruppieren 213">
                  <a:extLst>
                    <a:ext uri="{FF2B5EF4-FFF2-40B4-BE49-F238E27FC236}">
                      <a16:creationId xmlns:a16="http://schemas.microsoft.com/office/drawing/2014/main" id="{E2643C8D-9F80-163D-F862-51AE6992BAC5}"/>
                    </a:ext>
                  </a:extLst>
                </p:cNvPr>
                <p:cNvGrpSpPr/>
                <p:nvPr/>
              </p:nvGrpSpPr>
              <p:grpSpPr>
                <a:xfrm rot="5400000">
                  <a:off x="6627833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50" name="Rechteck 349">
                    <a:extLst>
                      <a:ext uri="{FF2B5EF4-FFF2-40B4-BE49-F238E27FC236}">
                        <a16:creationId xmlns:a16="http://schemas.microsoft.com/office/drawing/2014/main" id="{ED1D0EE7-4C60-F411-559C-3EB4615F78F9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51" name="Gruppieren 350">
                    <a:extLst>
                      <a:ext uri="{FF2B5EF4-FFF2-40B4-BE49-F238E27FC236}">
                        <a16:creationId xmlns:a16="http://schemas.microsoft.com/office/drawing/2014/main" id="{00C5A0D7-569A-E7B4-BA3A-618CCD2FF26E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54" name="Rechteck 353">
                      <a:extLst>
                        <a:ext uri="{FF2B5EF4-FFF2-40B4-BE49-F238E27FC236}">
                          <a16:creationId xmlns:a16="http://schemas.microsoft.com/office/drawing/2014/main" id="{610B8710-D865-ECA6-BEBE-81BB0ED003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55" name="Rechteck 354">
                      <a:extLst>
                        <a:ext uri="{FF2B5EF4-FFF2-40B4-BE49-F238E27FC236}">
                          <a16:creationId xmlns:a16="http://schemas.microsoft.com/office/drawing/2014/main" id="{7325EA68-31F1-8E8E-EF63-A0AF0C48C5D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52" name="Rechteck 351">
                    <a:extLst>
                      <a:ext uri="{FF2B5EF4-FFF2-40B4-BE49-F238E27FC236}">
                        <a16:creationId xmlns:a16="http://schemas.microsoft.com/office/drawing/2014/main" id="{EC3B538E-CA21-B298-6318-805055DC2799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53" name="Rechteck 352">
                    <a:extLst>
                      <a:ext uri="{FF2B5EF4-FFF2-40B4-BE49-F238E27FC236}">
                        <a16:creationId xmlns:a16="http://schemas.microsoft.com/office/drawing/2014/main" id="{6BABAA9F-D533-3DC6-9D0A-A2D287CEFB7E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grpSp>
              <p:nvGrpSpPr>
                <p:cNvPr id="215" name="Gruppieren 214">
                  <a:extLst>
                    <a:ext uri="{FF2B5EF4-FFF2-40B4-BE49-F238E27FC236}">
                      <a16:creationId xmlns:a16="http://schemas.microsoft.com/office/drawing/2014/main" id="{49DC7983-8B90-D9DC-3735-23AAFB205B4D}"/>
                    </a:ext>
                  </a:extLst>
                </p:cNvPr>
                <p:cNvGrpSpPr/>
                <p:nvPr/>
              </p:nvGrpSpPr>
              <p:grpSpPr>
                <a:xfrm rot="5400000">
                  <a:off x="6296522" y="712159"/>
                  <a:ext cx="343998" cy="255825"/>
                  <a:chOff x="7585604" y="3312027"/>
                  <a:chExt cx="343998" cy="255825"/>
                </a:xfrm>
              </p:grpSpPr>
              <p:sp>
                <p:nvSpPr>
                  <p:cNvPr id="344" name="Rechteck 343">
                    <a:extLst>
                      <a:ext uri="{FF2B5EF4-FFF2-40B4-BE49-F238E27FC236}">
                        <a16:creationId xmlns:a16="http://schemas.microsoft.com/office/drawing/2014/main" id="{80A3BE27-87CB-8002-3FE3-AF7D72D3C12C}"/>
                      </a:ext>
                    </a:extLst>
                  </p:cNvPr>
                  <p:cNvSpPr/>
                  <p:nvPr/>
                </p:nvSpPr>
                <p:spPr>
                  <a:xfrm>
                    <a:off x="7585605" y="3312027"/>
                    <a:ext cx="343997" cy="25582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345" name="Gruppieren 344">
                    <a:extLst>
                      <a:ext uri="{FF2B5EF4-FFF2-40B4-BE49-F238E27FC236}">
                        <a16:creationId xmlns:a16="http://schemas.microsoft.com/office/drawing/2014/main" id="{CC114BC2-6252-FD6A-40E8-A58EC7843A13}"/>
                      </a:ext>
                    </a:extLst>
                  </p:cNvPr>
                  <p:cNvGrpSpPr/>
                  <p:nvPr/>
                </p:nvGrpSpPr>
                <p:grpSpPr>
                  <a:xfrm>
                    <a:off x="7585604" y="3453153"/>
                    <a:ext cx="343998" cy="114699"/>
                    <a:chOff x="7599557" y="3453153"/>
                    <a:chExt cx="343998" cy="114699"/>
                  </a:xfrm>
                  <a:solidFill>
                    <a:schemeClr val="bg1"/>
                  </a:solidFill>
                </p:grpSpPr>
                <p:sp>
                  <p:nvSpPr>
                    <p:cNvPr id="348" name="Rechteck 347">
                      <a:extLst>
                        <a:ext uri="{FF2B5EF4-FFF2-40B4-BE49-F238E27FC236}">
                          <a16:creationId xmlns:a16="http://schemas.microsoft.com/office/drawing/2014/main" id="{4A43DD44-3F89-CE04-7D36-BD2B20C89C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99557" y="3453153"/>
                      <a:ext cx="343998" cy="50997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sp>
                  <p:nvSpPr>
                    <p:cNvPr id="349" name="Rechteck 348">
                      <a:extLst>
                        <a:ext uri="{FF2B5EF4-FFF2-40B4-BE49-F238E27FC236}">
                          <a16:creationId xmlns:a16="http://schemas.microsoft.com/office/drawing/2014/main" id="{1CF3500E-FC14-E01D-E22B-860387F27D0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735267" y="3513142"/>
                      <a:ext cx="63701" cy="45719"/>
                    </a:xfrm>
                    <a:prstGeom prst="rect">
                      <a:avLst/>
                    </a:prstGeom>
                    <a:grpFill/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</p:grpSp>
              <p:sp>
                <p:nvSpPr>
                  <p:cNvPr id="346" name="Rechteck 345">
                    <a:extLst>
                      <a:ext uri="{FF2B5EF4-FFF2-40B4-BE49-F238E27FC236}">
                        <a16:creationId xmlns:a16="http://schemas.microsoft.com/office/drawing/2014/main" id="{5A2CE477-AA5A-420E-EF44-C2BF0C6792CA}"/>
                      </a:ext>
                    </a:extLst>
                  </p:cNvPr>
                  <p:cNvSpPr/>
                  <p:nvPr/>
                </p:nvSpPr>
                <p:spPr>
                  <a:xfrm>
                    <a:off x="7790605" y="3413534"/>
                    <a:ext cx="45720" cy="54469"/>
                  </a:xfrm>
                  <a:prstGeom prst="rect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47" name="Rechteck 346">
                    <a:extLst>
                      <a:ext uri="{FF2B5EF4-FFF2-40B4-BE49-F238E27FC236}">
                        <a16:creationId xmlns:a16="http://schemas.microsoft.com/office/drawing/2014/main" id="{0538596D-AB42-4BD6-CB58-DFD82968F358}"/>
                      </a:ext>
                    </a:extLst>
                  </p:cNvPr>
                  <p:cNvSpPr/>
                  <p:nvPr/>
                </p:nvSpPr>
                <p:spPr>
                  <a:xfrm>
                    <a:off x="7674468" y="3413534"/>
                    <a:ext cx="45720" cy="54469"/>
                  </a:xfrm>
                  <a:prstGeom prst="rect">
                    <a:avLst/>
                  </a:prstGeom>
                  <a:solidFill>
                    <a:srgbClr val="92D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216" name="Textfeld 215">
                  <a:extLst>
                    <a:ext uri="{FF2B5EF4-FFF2-40B4-BE49-F238E27FC236}">
                      <a16:creationId xmlns:a16="http://schemas.microsoft.com/office/drawing/2014/main" id="{C46C6801-239D-0612-6AB6-C30FCF88ECE1}"/>
                    </a:ext>
                  </a:extLst>
                </p:cNvPr>
                <p:cNvSpPr txBox="1"/>
                <p:nvPr/>
              </p:nvSpPr>
              <p:spPr>
                <a:xfrm>
                  <a:off x="629488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217" name="Textfeld 216">
                  <a:extLst>
                    <a:ext uri="{FF2B5EF4-FFF2-40B4-BE49-F238E27FC236}">
                      <a16:creationId xmlns:a16="http://schemas.microsoft.com/office/drawing/2014/main" id="{76B5D73B-776A-0F3D-C7B1-F9893BE62ADE}"/>
                    </a:ext>
                  </a:extLst>
                </p:cNvPr>
                <p:cNvSpPr txBox="1"/>
                <p:nvPr/>
              </p:nvSpPr>
              <p:spPr>
                <a:xfrm>
                  <a:off x="6618399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218" name="Textfeld 217">
                  <a:extLst>
                    <a:ext uri="{FF2B5EF4-FFF2-40B4-BE49-F238E27FC236}">
                      <a16:creationId xmlns:a16="http://schemas.microsoft.com/office/drawing/2014/main" id="{8CD3339F-EC55-D489-1198-7C5205B8A209}"/>
                    </a:ext>
                  </a:extLst>
                </p:cNvPr>
                <p:cNvSpPr txBox="1"/>
                <p:nvPr/>
              </p:nvSpPr>
              <p:spPr>
                <a:xfrm>
                  <a:off x="6951794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219" name="Textfeld 218">
                  <a:extLst>
                    <a:ext uri="{FF2B5EF4-FFF2-40B4-BE49-F238E27FC236}">
                      <a16:creationId xmlns:a16="http://schemas.microsoft.com/office/drawing/2014/main" id="{4EEDFD49-8DA6-132E-FE21-4DB24EAF09AF}"/>
                    </a:ext>
                  </a:extLst>
                </p:cNvPr>
                <p:cNvSpPr txBox="1"/>
                <p:nvPr/>
              </p:nvSpPr>
              <p:spPr>
                <a:xfrm>
                  <a:off x="7275128" y="389811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220" name="Textfeld 219">
                  <a:extLst>
                    <a:ext uri="{FF2B5EF4-FFF2-40B4-BE49-F238E27FC236}">
                      <a16:creationId xmlns:a16="http://schemas.microsoft.com/office/drawing/2014/main" id="{F513D8D1-D373-5EC3-C296-95B0F9A0BBDC}"/>
                    </a:ext>
                  </a:extLst>
                </p:cNvPr>
                <p:cNvSpPr txBox="1"/>
                <p:nvPr/>
              </p:nvSpPr>
              <p:spPr>
                <a:xfrm>
                  <a:off x="7591493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221" name="Textfeld 220">
                  <a:extLst>
                    <a:ext uri="{FF2B5EF4-FFF2-40B4-BE49-F238E27FC236}">
                      <a16:creationId xmlns:a16="http://schemas.microsoft.com/office/drawing/2014/main" id="{2E560F30-2A30-6D95-1BA4-94B91F50C4D4}"/>
                    </a:ext>
                  </a:extLst>
                </p:cNvPr>
                <p:cNvSpPr txBox="1"/>
                <p:nvPr/>
              </p:nvSpPr>
              <p:spPr>
                <a:xfrm>
                  <a:off x="7930605" y="389811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222" name="Textfeld 221">
                  <a:extLst>
                    <a:ext uri="{FF2B5EF4-FFF2-40B4-BE49-F238E27FC236}">
                      <a16:creationId xmlns:a16="http://schemas.microsoft.com/office/drawing/2014/main" id="{60E7D05B-829B-2F16-95A6-70CC77551A4E}"/>
                    </a:ext>
                  </a:extLst>
                </p:cNvPr>
                <p:cNvSpPr txBox="1"/>
                <p:nvPr/>
              </p:nvSpPr>
              <p:spPr>
                <a:xfrm>
                  <a:off x="8470939" y="38981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223" name="Rechteck 222">
                  <a:extLst>
                    <a:ext uri="{FF2B5EF4-FFF2-40B4-BE49-F238E27FC236}">
                      <a16:creationId xmlns:a16="http://schemas.microsoft.com/office/drawing/2014/main" id="{E4869C56-78FC-DBC1-490E-90C328D6AC23}"/>
                    </a:ext>
                  </a:extLst>
                </p:cNvPr>
                <p:cNvSpPr/>
                <p:nvPr/>
              </p:nvSpPr>
              <p:spPr>
                <a:xfrm>
                  <a:off x="8335068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4" name="Rechteck 223">
                  <a:extLst>
                    <a:ext uri="{FF2B5EF4-FFF2-40B4-BE49-F238E27FC236}">
                      <a16:creationId xmlns:a16="http://schemas.microsoft.com/office/drawing/2014/main" id="{57078117-26AC-1015-8550-8364D3A7B655}"/>
                    </a:ext>
                  </a:extLst>
                </p:cNvPr>
                <p:cNvSpPr/>
                <p:nvPr/>
              </p:nvSpPr>
              <p:spPr>
                <a:xfrm>
                  <a:off x="6147230" y="493688"/>
                  <a:ext cx="100670" cy="114625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27" name="Gruppieren 226">
                  <a:extLst>
                    <a:ext uri="{FF2B5EF4-FFF2-40B4-BE49-F238E27FC236}">
                      <a16:creationId xmlns:a16="http://schemas.microsoft.com/office/drawing/2014/main" id="{55AC3087-A893-6EDE-538B-5514D6435C13}"/>
                    </a:ext>
                  </a:extLst>
                </p:cNvPr>
                <p:cNvGrpSpPr/>
                <p:nvPr/>
              </p:nvGrpSpPr>
              <p:grpSpPr>
                <a:xfrm rot="16200000">
                  <a:off x="8335345" y="1879697"/>
                  <a:ext cx="637423" cy="468399"/>
                  <a:chOff x="5360743" y="3212199"/>
                  <a:chExt cx="637423" cy="468399"/>
                </a:xfrm>
              </p:grpSpPr>
              <p:sp>
                <p:nvSpPr>
                  <p:cNvPr id="342" name="Rechteck: abgerundete Ecken 341">
                    <a:extLst>
                      <a:ext uri="{FF2B5EF4-FFF2-40B4-BE49-F238E27FC236}">
                        <a16:creationId xmlns:a16="http://schemas.microsoft.com/office/drawing/2014/main" id="{09A9883A-77CE-FFEE-7B66-A10581BC43E7}"/>
                      </a:ext>
                    </a:extLst>
                  </p:cNvPr>
                  <p:cNvSpPr/>
                  <p:nvPr/>
                </p:nvSpPr>
                <p:spPr>
                  <a:xfrm>
                    <a:off x="5448389" y="3212199"/>
                    <a:ext cx="487812" cy="468399"/>
                  </a:xfrm>
                  <a:prstGeom prst="roundRect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 dirty="0"/>
                  </a:p>
                </p:txBody>
              </p:sp>
              <p:sp>
                <p:nvSpPr>
                  <p:cNvPr id="343" name="Textfeld 342">
                    <a:extLst>
                      <a:ext uri="{FF2B5EF4-FFF2-40B4-BE49-F238E27FC236}">
                        <a16:creationId xmlns:a16="http://schemas.microsoft.com/office/drawing/2014/main" id="{436465B9-8339-0D08-B9CE-CBF7D9ACBD55}"/>
                      </a:ext>
                    </a:extLst>
                  </p:cNvPr>
                  <p:cNvSpPr txBox="1"/>
                  <p:nvPr/>
                </p:nvSpPr>
                <p:spPr>
                  <a:xfrm>
                    <a:off x="5360743" y="3318622"/>
                    <a:ext cx="637423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sp>
              <p:nvSpPr>
                <p:cNvPr id="228" name="Ellipse 227">
                  <a:extLst>
                    <a:ext uri="{FF2B5EF4-FFF2-40B4-BE49-F238E27FC236}">
                      <a16:creationId xmlns:a16="http://schemas.microsoft.com/office/drawing/2014/main" id="{0BCA112E-79F4-0255-0B61-EAA1381DCE56}"/>
                    </a:ext>
                  </a:extLst>
                </p:cNvPr>
                <p:cNvSpPr/>
                <p:nvPr/>
              </p:nvSpPr>
              <p:spPr>
                <a:xfrm>
                  <a:off x="5825229" y="1253228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29" name="Ellipse 228">
                  <a:extLst>
                    <a:ext uri="{FF2B5EF4-FFF2-40B4-BE49-F238E27FC236}">
                      <a16:creationId xmlns:a16="http://schemas.microsoft.com/office/drawing/2014/main" id="{A7648E5B-8F4A-439A-0A2B-6B30C02EF36A}"/>
                    </a:ext>
                  </a:extLst>
                </p:cNvPr>
                <p:cNvSpPr/>
                <p:nvPr/>
              </p:nvSpPr>
              <p:spPr>
                <a:xfrm>
                  <a:off x="8333030" y="1243356"/>
                  <a:ext cx="422671" cy="408304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30" name="Gruppieren 229">
                  <a:extLst>
                    <a:ext uri="{FF2B5EF4-FFF2-40B4-BE49-F238E27FC236}">
                      <a16:creationId xmlns:a16="http://schemas.microsoft.com/office/drawing/2014/main" id="{AFEF2F8E-8CFF-FD9A-DC8B-5BCC71E63284}"/>
                    </a:ext>
                  </a:extLst>
                </p:cNvPr>
                <p:cNvGrpSpPr/>
                <p:nvPr/>
              </p:nvGrpSpPr>
              <p:grpSpPr>
                <a:xfrm>
                  <a:off x="6720361" y="1117366"/>
                  <a:ext cx="1201405" cy="596547"/>
                  <a:chOff x="4322578" y="2401407"/>
                  <a:chExt cx="1201405" cy="596547"/>
                </a:xfrm>
              </p:grpSpPr>
              <p:sp>
                <p:nvSpPr>
                  <p:cNvPr id="337" name="Rechteck 336">
                    <a:extLst>
                      <a:ext uri="{FF2B5EF4-FFF2-40B4-BE49-F238E27FC236}">
                        <a16:creationId xmlns:a16="http://schemas.microsoft.com/office/drawing/2014/main" id="{F71F2BF2-288A-AC16-FFBE-0FFE813A9496}"/>
                      </a:ext>
                    </a:extLst>
                  </p:cNvPr>
                  <p:cNvSpPr/>
                  <p:nvPr/>
                </p:nvSpPr>
                <p:spPr>
                  <a:xfrm>
                    <a:off x="4322578" y="2449453"/>
                    <a:ext cx="1137161" cy="548501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38" name="Grafik 337">
                    <a:extLst>
                      <a:ext uri="{FF2B5EF4-FFF2-40B4-BE49-F238E27FC236}">
                        <a16:creationId xmlns:a16="http://schemas.microsoft.com/office/drawing/2014/main" id="{56CF19D0-5486-3141-8DA4-11FE7BBFBF3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77535" y="2641136"/>
                    <a:ext cx="1009949" cy="301079"/>
                  </a:xfrm>
                  <a:prstGeom prst="rect">
                    <a:avLst/>
                  </a:prstGeom>
                </p:spPr>
              </p:pic>
              <p:cxnSp>
                <p:nvCxnSpPr>
                  <p:cNvPr id="339" name="Gerader Verbinder 338">
                    <a:extLst>
                      <a:ext uri="{FF2B5EF4-FFF2-40B4-BE49-F238E27FC236}">
                        <a16:creationId xmlns:a16="http://schemas.microsoft.com/office/drawing/2014/main" id="{412043E5-9FA1-F121-D5F4-A0DECA850A5E}"/>
                      </a:ext>
                    </a:extLst>
                  </p:cNvPr>
                  <p:cNvCxnSpPr/>
                  <p:nvPr/>
                </p:nvCxnSpPr>
                <p:spPr>
                  <a:xfrm>
                    <a:off x="4322578" y="2562889"/>
                    <a:ext cx="1137161" cy="0"/>
                  </a:xfrm>
                  <a:prstGeom prst="line">
                    <a:avLst/>
                  </a:prstGeom>
                  <a:ln>
                    <a:solidFill>
                      <a:schemeClr val="accent4"/>
                    </a:solidFill>
                  </a:ln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0" name="Textfeld 339">
                    <a:extLst>
                      <a:ext uri="{FF2B5EF4-FFF2-40B4-BE49-F238E27FC236}">
                        <a16:creationId xmlns:a16="http://schemas.microsoft.com/office/drawing/2014/main" id="{947CC866-F435-104E-7251-247D64CF5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667378" y="2401407"/>
                    <a:ext cx="447559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online</a:t>
                    </a:r>
                  </a:p>
                </p:txBody>
              </p:sp>
              <p:sp>
                <p:nvSpPr>
                  <p:cNvPr id="341" name="Textfeld 340">
                    <a:extLst>
                      <a:ext uri="{FF2B5EF4-FFF2-40B4-BE49-F238E27FC236}">
                        <a16:creationId xmlns:a16="http://schemas.microsoft.com/office/drawing/2014/main" id="{939B0A94-D8D1-5747-0276-5A000C8D204C}"/>
                      </a:ext>
                    </a:extLst>
                  </p:cNvPr>
                  <p:cNvSpPr txBox="1"/>
                  <p:nvPr/>
                </p:nvSpPr>
                <p:spPr>
                  <a:xfrm>
                    <a:off x="5235122" y="2401407"/>
                    <a:ext cx="288861" cy="2154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800" dirty="0">
                        <a:solidFill>
                          <a:schemeClr val="accent4"/>
                        </a:solidFill>
                      </a:rPr>
                      <a:t>K1</a:t>
                    </a:r>
                  </a:p>
                </p:txBody>
              </p:sp>
            </p:grpSp>
            <p:pic>
              <p:nvPicPr>
                <p:cNvPr id="231" name="Grafik 230">
                  <a:extLst>
                    <a:ext uri="{FF2B5EF4-FFF2-40B4-BE49-F238E27FC236}">
                      <a16:creationId xmlns:a16="http://schemas.microsoft.com/office/drawing/2014/main" id="{1702A186-ABC1-466D-D757-ED613765A2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847573" y="2747705"/>
                  <a:ext cx="1009949" cy="301079"/>
                </a:xfrm>
                <a:prstGeom prst="rect">
                  <a:avLst/>
                </a:prstGeom>
              </p:spPr>
            </p:pic>
            <p:cxnSp>
              <p:nvCxnSpPr>
                <p:cNvPr id="232" name="Gerader Verbinder 231">
                  <a:extLst>
                    <a:ext uri="{FF2B5EF4-FFF2-40B4-BE49-F238E27FC236}">
                      <a16:creationId xmlns:a16="http://schemas.microsoft.com/office/drawing/2014/main" id="{B78C3174-C4E7-4A36-284D-DABAF780D7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Gerader Verbinder 232">
                  <a:extLst>
                    <a:ext uri="{FF2B5EF4-FFF2-40B4-BE49-F238E27FC236}">
                      <a16:creationId xmlns:a16="http://schemas.microsoft.com/office/drawing/2014/main" id="{3C0DBBF6-4CE5-ABB0-76C2-6C455FD463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17578" y="2039467"/>
                  <a:ext cx="0" cy="1024374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Gerader Verbinder 233">
                  <a:extLst>
                    <a:ext uri="{FF2B5EF4-FFF2-40B4-BE49-F238E27FC236}">
                      <a16:creationId xmlns:a16="http://schemas.microsoft.com/office/drawing/2014/main" id="{A338BF9D-164F-BF3A-5086-4613147A72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40609" y="2039467"/>
                  <a:ext cx="1976969" cy="5279"/>
                </a:xfrm>
                <a:prstGeom prst="line">
                  <a:avLst/>
                </a:prstGeom>
                <a:ln w="19050">
                  <a:solidFill>
                    <a:srgbClr val="C9D58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5" name="Ellipse 234">
                  <a:extLst>
                    <a:ext uri="{FF2B5EF4-FFF2-40B4-BE49-F238E27FC236}">
                      <a16:creationId xmlns:a16="http://schemas.microsoft.com/office/drawing/2014/main" id="{3EB0771C-4B27-1A7C-CE88-83A3501BD942}"/>
                    </a:ext>
                  </a:extLst>
                </p:cNvPr>
                <p:cNvSpPr/>
                <p:nvPr/>
              </p:nvSpPr>
              <p:spPr>
                <a:xfrm>
                  <a:off x="67712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6" name="Ellipse 235">
                  <a:extLst>
                    <a:ext uri="{FF2B5EF4-FFF2-40B4-BE49-F238E27FC236}">
                      <a16:creationId xmlns:a16="http://schemas.microsoft.com/office/drawing/2014/main" id="{413EA91E-5937-35FA-5486-B108A941100B}"/>
                    </a:ext>
                  </a:extLst>
                </p:cNvPr>
                <p:cNvSpPr/>
                <p:nvPr/>
              </p:nvSpPr>
              <p:spPr>
                <a:xfrm>
                  <a:off x="70648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7" name="Ellipse 236">
                  <a:extLst>
                    <a:ext uri="{FF2B5EF4-FFF2-40B4-BE49-F238E27FC236}">
                      <a16:creationId xmlns:a16="http://schemas.microsoft.com/office/drawing/2014/main" id="{48DA7FBE-29B6-840F-F4BE-A3651F7B0CB5}"/>
                    </a:ext>
                  </a:extLst>
                </p:cNvPr>
                <p:cNvSpPr/>
                <p:nvPr/>
              </p:nvSpPr>
              <p:spPr>
                <a:xfrm>
                  <a:off x="735835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8" name="Ellipse 237">
                  <a:extLst>
                    <a:ext uri="{FF2B5EF4-FFF2-40B4-BE49-F238E27FC236}">
                      <a16:creationId xmlns:a16="http://schemas.microsoft.com/office/drawing/2014/main" id="{0D8618E6-A03D-2252-8E67-AF90DD7420D2}"/>
                    </a:ext>
                  </a:extLst>
                </p:cNvPr>
                <p:cNvSpPr/>
                <p:nvPr/>
              </p:nvSpPr>
              <p:spPr>
                <a:xfrm>
                  <a:off x="76519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39" name="Ellipse 238">
                  <a:extLst>
                    <a:ext uri="{FF2B5EF4-FFF2-40B4-BE49-F238E27FC236}">
                      <a16:creationId xmlns:a16="http://schemas.microsoft.com/office/drawing/2014/main" id="{CC047727-3596-F0F0-9BF5-F9C5660C0E4B}"/>
                    </a:ext>
                  </a:extLst>
                </p:cNvPr>
                <p:cNvSpPr/>
                <p:nvPr/>
              </p:nvSpPr>
              <p:spPr>
                <a:xfrm>
                  <a:off x="6477700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0" name="Ellipse 239">
                  <a:extLst>
                    <a:ext uri="{FF2B5EF4-FFF2-40B4-BE49-F238E27FC236}">
                      <a16:creationId xmlns:a16="http://schemas.microsoft.com/office/drawing/2014/main" id="{332F8530-1A8C-EF86-7D65-A130002D9378}"/>
                    </a:ext>
                  </a:extLst>
                </p:cNvPr>
                <p:cNvSpPr/>
                <p:nvPr/>
              </p:nvSpPr>
              <p:spPr>
                <a:xfrm>
                  <a:off x="7945448" y="218829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41" name="Textfeld 240">
                  <a:extLst>
                    <a:ext uri="{FF2B5EF4-FFF2-40B4-BE49-F238E27FC236}">
                      <a16:creationId xmlns:a16="http://schemas.microsoft.com/office/drawing/2014/main" id="{61661D55-D2E6-52AF-52E0-12713CDFF35D}"/>
                    </a:ext>
                  </a:extLst>
                </p:cNvPr>
                <p:cNvSpPr txBox="1"/>
                <p:nvPr/>
              </p:nvSpPr>
              <p:spPr>
                <a:xfrm rot="16200000">
                  <a:off x="6243296" y="2409762"/>
                  <a:ext cx="56310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RESET</a:t>
                  </a:r>
                </a:p>
              </p:txBody>
            </p:sp>
            <p:sp>
              <p:nvSpPr>
                <p:cNvPr id="242" name="Textfeld 241">
                  <a:extLst>
                    <a:ext uri="{FF2B5EF4-FFF2-40B4-BE49-F238E27FC236}">
                      <a16:creationId xmlns:a16="http://schemas.microsoft.com/office/drawing/2014/main" id="{E74C09A9-C43F-8AF1-F531-A69F3A885A47}"/>
                    </a:ext>
                  </a:extLst>
                </p:cNvPr>
                <p:cNvSpPr txBox="1"/>
                <p:nvPr/>
              </p:nvSpPr>
              <p:spPr>
                <a:xfrm rot="16200000">
                  <a:off x="665739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S1</a:t>
                  </a:r>
                </a:p>
              </p:txBody>
            </p:sp>
            <p:sp>
              <p:nvSpPr>
                <p:cNvPr id="243" name="Textfeld 242">
                  <a:extLst>
                    <a:ext uri="{FF2B5EF4-FFF2-40B4-BE49-F238E27FC236}">
                      <a16:creationId xmlns:a16="http://schemas.microsoft.com/office/drawing/2014/main" id="{B14AE209-C8DE-3C51-97B5-9A3946DCFA72}"/>
                    </a:ext>
                  </a:extLst>
                </p:cNvPr>
                <p:cNvSpPr txBox="1"/>
                <p:nvPr/>
              </p:nvSpPr>
              <p:spPr>
                <a:xfrm rot="16200000">
                  <a:off x="6951460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S2</a:t>
                  </a:r>
                </a:p>
              </p:txBody>
            </p:sp>
            <p:sp>
              <p:nvSpPr>
                <p:cNvPr id="244" name="Textfeld 243">
                  <a:extLst>
                    <a:ext uri="{FF2B5EF4-FFF2-40B4-BE49-F238E27FC236}">
                      <a16:creationId xmlns:a16="http://schemas.microsoft.com/office/drawing/2014/main" id="{FEA2B4F4-D84E-673C-B406-ED6EC4260705}"/>
                    </a:ext>
                  </a:extLst>
                </p:cNvPr>
                <p:cNvSpPr txBox="1"/>
                <p:nvPr/>
              </p:nvSpPr>
              <p:spPr>
                <a:xfrm rot="16200000">
                  <a:off x="7249185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S3</a:t>
                  </a:r>
                </a:p>
              </p:txBody>
            </p:sp>
            <p:sp>
              <p:nvSpPr>
                <p:cNvPr id="245" name="Textfeld 244">
                  <a:extLst>
                    <a:ext uri="{FF2B5EF4-FFF2-40B4-BE49-F238E27FC236}">
                      <a16:creationId xmlns:a16="http://schemas.microsoft.com/office/drawing/2014/main" id="{0491FA44-0149-E571-36DD-D32FB41CC72C}"/>
                    </a:ext>
                  </a:extLst>
                </p:cNvPr>
                <p:cNvSpPr txBox="1"/>
                <p:nvPr/>
              </p:nvSpPr>
              <p:spPr>
                <a:xfrm rot="16200000">
                  <a:off x="7548548" y="2286846"/>
                  <a:ext cx="33374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S4</a:t>
                  </a:r>
                </a:p>
              </p:txBody>
            </p:sp>
            <p:sp>
              <p:nvSpPr>
                <p:cNvPr id="246" name="Textfeld 245">
                  <a:extLst>
                    <a:ext uri="{FF2B5EF4-FFF2-40B4-BE49-F238E27FC236}">
                      <a16:creationId xmlns:a16="http://schemas.microsoft.com/office/drawing/2014/main" id="{303A2123-D004-DC53-4362-6421A790EAC4}"/>
                    </a:ext>
                  </a:extLst>
                </p:cNvPr>
                <p:cNvSpPr txBox="1"/>
                <p:nvPr/>
              </p:nvSpPr>
              <p:spPr>
                <a:xfrm rot="16200000">
                  <a:off x="7809526" y="2317967"/>
                  <a:ext cx="3866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ON</a:t>
                  </a:r>
                </a:p>
              </p:txBody>
            </p:sp>
            <p:sp>
              <p:nvSpPr>
                <p:cNvPr id="247" name="Textfeld 246">
                  <a:extLst>
                    <a:ext uri="{FF2B5EF4-FFF2-40B4-BE49-F238E27FC236}">
                      <a16:creationId xmlns:a16="http://schemas.microsoft.com/office/drawing/2014/main" id="{216F39F8-F3DD-0A6F-1314-26A000FCA87E}"/>
                    </a:ext>
                  </a:extLst>
                </p:cNvPr>
                <p:cNvSpPr txBox="1"/>
                <p:nvPr/>
              </p:nvSpPr>
              <p:spPr>
                <a:xfrm>
                  <a:off x="5873561" y="1316438"/>
                  <a:ext cx="31290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J1</a:t>
                  </a:r>
                </a:p>
              </p:txBody>
            </p:sp>
            <p:sp>
              <p:nvSpPr>
                <p:cNvPr id="248" name="Textfeld 247">
                  <a:extLst>
                    <a:ext uri="{FF2B5EF4-FFF2-40B4-BE49-F238E27FC236}">
                      <a16:creationId xmlns:a16="http://schemas.microsoft.com/office/drawing/2014/main" id="{C4831A90-9521-0FBA-7489-782C30C6DAFA}"/>
                    </a:ext>
                  </a:extLst>
                </p:cNvPr>
                <p:cNvSpPr txBox="1"/>
                <p:nvPr/>
              </p:nvSpPr>
              <p:spPr>
                <a:xfrm>
                  <a:off x="8406096" y="1299684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J2</a:t>
                  </a:r>
                </a:p>
              </p:txBody>
            </p:sp>
            <p:sp>
              <p:nvSpPr>
                <p:cNvPr id="335" name="Textfeld 334">
                  <a:extLst>
                    <a:ext uri="{FF2B5EF4-FFF2-40B4-BE49-F238E27FC236}">
                      <a16:creationId xmlns:a16="http://schemas.microsoft.com/office/drawing/2014/main" id="{2DA025AE-07BF-CDA5-55A1-547263332F02}"/>
                    </a:ext>
                  </a:extLst>
                </p:cNvPr>
                <p:cNvSpPr txBox="1"/>
                <p:nvPr/>
              </p:nvSpPr>
              <p:spPr>
                <a:xfrm rot="16200000">
                  <a:off x="5163493" y="2291751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sp>
              <p:nvSpPr>
                <p:cNvPr id="336" name="Rechteck 335">
                  <a:extLst>
                    <a:ext uri="{FF2B5EF4-FFF2-40B4-BE49-F238E27FC236}">
                      <a16:creationId xmlns:a16="http://schemas.microsoft.com/office/drawing/2014/main" id="{19BAD8A0-042E-399C-40AA-CD82565E4DE3}"/>
                    </a:ext>
                  </a:extLst>
                </p:cNvPr>
                <p:cNvSpPr/>
                <p:nvPr/>
              </p:nvSpPr>
              <p:spPr>
                <a:xfrm rot="16200000">
                  <a:off x="5139635" y="2431855"/>
                  <a:ext cx="1137161" cy="73152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64" name="Textfeld 863">
                  <a:extLst>
                    <a:ext uri="{FF2B5EF4-FFF2-40B4-BE49-F238E27FC236}">
                      <a16:creationId xmlns:a16="http://schemas.microsoft.com/office/drawing/2014/main" id="{AE8A8294-8686-2220-D7FE-0C57D13AF600}"/>
                    </a:ext>
                  </a:extLst>
                </p:cNvPr>
                <p:cNvSpPr txBox="1"/>
                <p:nvPr/>
              </p:nvSpPr>
              <p:spPr>
                <a:xfrm>
                  <a:off x="6908268" y="3492010"/>
                  <a:ext cx="79258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de-DE" sz="1200" dirty="0"/>
                    <a:t>Extension</a:t>
                  </a:r>
                </a:p>
              </p:txBody>
            </p:sp>
            <p:grpSp>
              <p:nvGrpSpPr>
                <p:cNvPr id="884" name="Gruppieren 883">
                  <a:extLst>
                    <a:ext uri="{FF2B5EF4-FFF2-40B4-BE49-F238E27FC236}">
                      <a16:creationId xmlns:a16="http://schemas.microsoft.com/office/drawing/2014/main" id="{CC6FF625-97BD-AB50-E984-5BB6910807BD}"/>
                    </a:ext>
                  </a:extLst>
                </p:cNvPr>
                <p:cNvGrpSpPr/>
                <p:nvPr/>
              </p:nvGrpSpPr>
              <p:grpSpPr>
                <a:xfrm>
                  <a:off x="6515396" y="3731156"/>
                  <a:ext cx="1550821" cy="1387496"/>
                  <a:chOff x="6530636" y="3731156"/>
                  <a:chExt cx="1550821" cy="1387496"/>
                </a:xfrm>
              </p:grpSpPr>
              <p:sp>
                <p:nvSpPr>
                  <p:cNvPr id="249" name="Rechteck 248">
                    <a:extLst>
                      <a:ext uri="{FF2B5EF4-FFF2-40B4-BE49-F238E27FC236}">
                        <a16:creationId xmlns:a16="http://schemas.microsoft.com/office/drawing/2014/main" id="{624B9909-1223-D073-6726-364A36B83B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643684" y="4241037"/>
                    <a:ext cx="1333173" cy="374456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 w="317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0" name="Rechteck 249">
                    <a:extLst>
                      <a:ext uri="{FF2B5EF4-FFF2-40B4-BE49-F238E27FC236}">
                        <a16:creationId xmlns:a16="http://schemas.microsoft.com/office/drawing/2014/main" id="{550769C1-0654-1691-1268-D60ED6B61C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813981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1" name="Rechteck 250">
                    <a:extLst>
                      <a:ext uri="{FF2B5EF4-FFF2-40B4-BE49-F238E27FC236}">
                        <a16:creationId xmlns:a16="http://schemas.microsoft.com/office/drawing/2014/main" id="{B0A3B221-587A-9B0B-C8C5-8C1BE88F6E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399785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3" name="Rechteck 252">
                    <a:extLst>
                      <a:ext uri="{FF2B5EF4-FFF2-40B4-BE49-F238E27FC236}">
                        <a16:creationId xmlns:a16="http://schemas.microsoft.com/office/drawing/2014/main" id="{E7F5FC2E-81ED-791E-8F17-36D4E5BB549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18172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4" name="Rechteck 253">
                    <a:extLst>
                      <a:ext uri="{FF2B5EF4-FFF2-40B4-BE49-F238E27FC236}">
                        <a16:creationId xmlns:a16="http://schemas.microsoft.com/office/drawing/2014/main" id="{974FD8E9-6E6E-39A0-1CE6-8AF57CFBADB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36559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55" name="Rechteck 254">
                    <a:extLst>
                      <a:ext uri="{FF2B5EF4-FFF2-40B4-BE49-F238E27FC236}">
                        <a16:creationId xmlns:a16="http://schemas.microsoft.com/office/drawing/2014/main" id="{2762BF88-F1EC-C3AD-4092-25794CF0B02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54946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1" name="Rechteck 660">
                    <a:extLst>
                      <a:ext uri="{FF2B5EF4-FFF2-40B4-BE49-F238E27FC236}">
                        <a16:creationId xmlns:a16="http://schemas.microsoft.com/office/drawing/2014/main" id="{5801CFDC-04CA-D600-A52C-EA16D2D6A12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73333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8" name="Rechteck 667">
                    <a:extLst>
                      <a:ext uri="{FF2B5EF4-FFF2-40B4-BE49-F238E27FC236}">
                        <a16:creationId xmlns:a16="http://schemas.microsoft.com/office/drawing/2014/main" id="{419B850E-92EF-5DD4-3D1C-60E385532F9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346538" y="491720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88" name="Rechteck 687">
                    <a:extLst>
                      <a:ext uri="{FF2B5EF4-FFF2-40B4-BE49-F238E27FC236}">
                        <a16:creationId xmlns:a16="http://schemas.microsoft.com/office/drawing/2014/main" id="{333B04AA-C202-9DD6-BA05-2A9871EC112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814622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0" name="Rechteck 319">
                    <a:extLst>
                      <a:ext uri="{FF2B5EF4-FFF2-40B4-BE49-F238E27FC236}">
                        <a16:creationId xmlns:a16="http://schemas.microsoft.com/office/drawing/2014/main" id="{2877E1F7-5161-A95C-2651-745D8564D3D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3998493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1" name="Rechteck 320">
                    <a:extLst>
                      <a:ext uri="{FF2B5EF4-FFF2-40B4-BE49-F238E27FC236}">
                        <a16:creationId xmlns:a16="http://schemas.microsoft.com/office/drawing/2014/main" id="{B85CC8ED-D7AB-613E-483A-09D83965D3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182364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2" name="Rechteck 321">
                    <a:extLst>
                      <a:ext uri="{FF2B5EF4-FFF2-40B4-BE49-F238E27FC236}">
                        <a16:creationId xmlns:a16="http://schemas.microsoft.com/office/drawing/2014/main" id="{20F2FE7A-EF09-8A3C-73B0-B7E91A2E3B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361155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3" name="Rechteck 322">
                    <a:extLst>
                      <a:ext uri="{FF2B5EF4-FFF2-40B4-BE49-F238E27FC236}">
                        <a16:creationId xmlns:a16="http://schemas.microsoft.com/office/drawing/2014/main" id="{3C5C0526-C2ED-7830-1C62-270D56B1549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550106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4" name="Rechteck 323">
                    <a:extLst>
                      <a:ext uri="{FF2B5EF4-FFF2-40B4-BE49-F238E27FC236}">
                        <a16:creationId xmlns:a16="http://schemas.microsoft.com/office/drawing/2014/main" id="{D0074A97-2C1F-9608-1399-C8865ADA3E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73397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5" name="Rechteck 324">
                    <a:extLst>
                      <a:ext uri="{FF2B5EF4-FFF2-40B4-BE49-F238E27FC236}">
                        <a16:creationId xmlns:a16="http://schemas.microsoft.com/office/drawing/2014/main" id="{28EF1D8A-C247-1E0C-43D2-2F912C29F47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7181754" y="4917848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6" name="Rechteck 325">
                    <a:extLst>
                      <a:ext uri="{FF2B5EF4-FFF2-40B4-BE49-F238E27FC236}">
                        <a16:creationId xmlns:a16="http://schemas.microsoft.com/office/drawing/2014/main" id="{859C379A-85B3-A392-E888-4AE946BDDDE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982965" y="4384244"/>
                    <a:ext cx="213360" cy="758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327" name="Textfeld 326">
                    <a:extLst>
                      <a:ext uri="{FF2B5EF4-FFF2-40B4-BE49-F238E27FC236}">
                        <a16:creationId xmlns:a16="http://schemas.microsoft.com/office/drawing/2014/main" id="{52A3CA11-89CF-BC3D-449F-F38D9ECFCD9C}"/>
                      </a:ext>
                    </a:extLst>
                  </p:cNvPr>
                  <p:cNvSpPr txBox="1"/>
                  <p:nvPr/>
                </p:nvSpPr>
                <p:spPr>
                  <a:xfrm>
                    <a:off x="6700169" y="3731156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328" name="Textfeld 327">
                    <a:extLst>
                      <a:ext uri="{FF2B5EF4-FFF2-40B4-BE49-F238E27FC236}">
                        <a16:creationId xmlns:a16="http://schemas.microsoft.com/office/drawing/2014/main" id="{43ABACC2-B34C-5F48-6A43-EF40691F91D0}"/>
                      </a:ext>
                    </a:extLst>
                  </p:cNvPr>
                  <p:cNvSpPr txBox="1"/>
                  <p:nvPr/>
                </p:nvSpPr>
                <p:spPr>
                  <a:xfrm>
                    <a:off x="6530636" y="4106677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3V</a:t>
                    </a:r>
                  </a:p>
                </p:txBody>
              </p:sp>
              <p:sp>
                <p:nvSpPr>
                  <p:cNvPr id="329" name="Textfeld 328">
                    <a:extLst>
                      <a:ext uri="{FF2B5EF4-FFF2-40B4-BE49-F238E27FC236}">
                        <a16:creationId xmlns:a16="http://schemas.microsoft.com/office/drawing/2014/main" id="{CC8FE5FF-02EA-DC39-5997-025A70CC8AB7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106678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3V</a:t>
                    </a:r>
                  </a:p>
                </p:txBody>
              </p:sp>
              <p:sp>
                <p:nvSpPr>
                  <p:cNvPr id="330" name="Textfeld 329">
                    <a:extLst>
                      <a:ext uri="{FF2B5EF4-FFF2-40B4-BE49-F238E27FC236}">
                        <a16:creationId xmlns:a16="http://schemas.microsoft.com/office/drawing/2014/main" id="{ABF2CDDB-A1BE-8D4E-13CC-7A458BD7323A}"/>
                      </a:ext>
                    </a:extLst>
                  </p:cNvPr>
                  <p:cNvSpPr txBox="1"/>
                  <p:nvPr/>
                </p:nvSpPr>
                <p:spPr>
                  <a:xfrm>
                    <a:off x="6538256" y="4841652"/>
                    <a:ext cx="637675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SDA 5V</a:t>
                    </a:r>
                  </a:p>
                </p:txBody>
              </p:sp>
              <p:sp>
                <p:nvSpPr>
                  <p:cNvPr id="331" name="Textfeld 330">
                    <a:extLst>
                      <a:ext uri="{FF2B5EF4-FFF2-40B4-BE49-F238E27FC236}">
                        <a16:creationId xmlns:a16="http://schemas.microsoft.com/office/drawing/2014/main" id="{C6EAD349-D9A7-33FA-4E7D-68F75F863E4C}"/>
                      </a:ext>
                    </a:extLst>
                  </p:cNvPr>
                  <p:cNvSpPr txBox="1"/>
                  <p:nvPr/>
                </p:nvSpPr>
                <p:spPr>
                  <a:xfrm>
                    <a:off x="7449553" y="4841653"/>
                    <a:ext cx="63190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SDC 5V</a:t>
                    </a:r>
                  </a:p>
                </p:txBody>
              </p:sp>
              <p:sp>
                <p:nvSpPr>
                  <p:cNvPr id="332" name="Textfeld 331">
                    <a:extLst>
                      <a:ext uri="{FF2B5EF4-FFF2-40B4-BE49-F238E27FC236}">
                        <a16:creationId xmlns:a16="http://schemas.microsoft.com/office/drawing/2014/main" id="{C418D00B-2B8D-06DD-D069-511E8EADFB8E}"/>
                      </a:ext>
                    </a:extLst>
                  </p:cNvPr>
                  <p:cNvSpPr txBox="1"/>
                  <p:nvPr/>
                </p:nvSpPr>
                <p:spPr>
                  <a:xfrm>
                    <a:off x="6820491" y="428259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3V</a:t>
                    </a:r>
                  </a:p>
                </p:txBody>
              </p:sp>
              <p:sp>
                <p:nvSpPr>
                  <p:cNvPr id="333" name="Textfeld 332">
                    <a:extLst>
                      <a:ext uri="{FF2B5EF4-FFF2-40B4-BE49-F238E27FC236}">
                        <a16:creationId xmlns:a16="http://schemas.microsoft.com/office/drawing/2014/main" id="{F0E4D838-1FC4-DF63-61B4-E3E3481D9D6A}"/>
                      </a:ext>
                    </a:extLst>
                  </p:cNvPr>
                  <p:cNvSpPr txBox="1"/>
                  <p:nvPr/>
                </p:nvSpPr>
                <p:spPr>
                  <a:xfrm>
                    <a:off x="7453457" y="4284085"/>
                    <a:ext cx="349776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5V</a:t>
                    </a:r>
                  </a:p>
                </p:txBody>
              </p:sp>
              <p:sp>
                <p:nvSpPr>
                  <p:cNvPr id="334" name="Textfeld 333">
                    <a:extLst>
                      <a:ext uri="{FF2B5EF4-FFF2-40B4-BE49-F238E27FC236}">
                        <a16:creationId xmlns:a16="http://schemas.microsoft.com/office/drawing/2014/main" id="{7E1EAA0A-28EA-83B6-9362-74FA37D913B7}"/>
                      </a:ext>
                    </a:extLst>
                  </p:cNvPr>
                  <p:cNvSpPr txBox="1"/>
                  <p:nvPr/>
                </p:nvSpPr>
                <p:spPr>
                  <a:xfrm>
                    <a:off x="6693741" y="4466878"/>
                    <a:ext cx="47641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GND</a:t>
                    </a:r>
                  </a:p>
                </p:txBody>
              </p:sp>
              <p:sp>
                <p:nvSpPr>
                  <p:cNvPr id="873" name="Textfeld 872">
                    <a:extLst>
                      <a:ext uri="{FF2B5EF4-FFF2-40B4-BE49-F238E27FC236}">
                        <a16:creationId xmlns:a16="http://schemas.microsoft.com/office/drawing/2014/main" id="{C2AD3027-9DBE-5563-DEEC-36F26B2CDD4C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1" y="3776341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</a:t>
                    </a:r>
                  </a:p>
                </p:txBody>
              </p:sp>
              <p:sp>
                <p:nvSpPr>
                  <p:cNvPr id="875" name="Textfeld 874">
                    <a:extLst>
                      <a:ext uri="{FF2B5EF4-FFF2-40B4-BE49-F238E27FC236}">
                        <a16:creationId xmlns:a16="http://schemas.microsoft.com/office/drawing/2014/main" id="{71180071-4A10-D262-0B17-22B2DEB11300}"/>
                      </a:ext>
                    </a:extLst>
                  </p:cNvPr>
                  <p:cNvSpPr txBox="1"/>
                  <p:nvPr/>
                </p:nvSpPr>
                <p:spPr>
                  <a:xfrm>
                    <a:off x="7116540" y="4136765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5</a:t>
                    </a:r>
                  </a:p>
                </p:txBody>
              </p:sp>
              <p:sp>
                <p:nvSpPr>
                  <p:cNvPr id="876" name="Textfeld 875">
                    <a:extLst>
                      <a:ext uri="{FF2B5EF4-FFF2-40B4-BE49-F238E27FC236}">
                        <a16:creationId xmlns:a16="http://schemas.microsoft.com/office/drawing/2014/main" id="{6E52642D-DDE0-0ECC-5953-BB6CBDFB3DBE}"/>
                      </a:ext>
                    </a:extLst>
                  </p:cNvPr>
                  <p:cNvSpPr txBox="1"/>
                  <p:nvPr/>
                </p:nvSpPr>
                <p:spPr>
                  <a:xfrm>
                    <a:off x="7278815" y="4137202"/>
                    <a:ext cx="229550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6</a:t>
                    </a:r>
                  </a:p>
                </p:txBody>
              </p:sp>
              <p:sp>
                <p:nvSpPr>
                  <p:cNvPr id="879" name="Textfeld 878">
                    <a:extLst>
                      <a:ext uri="{FF2B5EF4-FFF2-40B4-BE49-F238E27FC236}">
                        <a16:creationId xmlns:a16="http://schemas.microsoft.com/office/drawing/2014/main" id="{17EE1863-61F3-1248-5221-011F5ED092D3}"/>
                      </a:ext>
                    </a:extLst>
                  </p:cNvPr>
                  <p:cNvSpPr txBox="1"/>
                  <p:nvPr/>
                </p:nvSpPr>
                <p:spPr>
                  <a:xfrm>
                    <a:off x="7113871" y="4324121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7</a:t>
                    </a:r>
                  </a:p>
                </p:txBody>
              </p:sp>
              <p:sp>
                <p:nvSpPr>
                  <p:cNvPr id="880" name="Textfeld 879">
                    <a:extLst>
                      <a:ext uri="{FF2B5EF4-FFF2-40B4-BE49-F238E27FC236}">
                        <a16:creationId xmlns:a16="http://schemas.microsoft.com/office/drawing/2014/main" id="{7F125831-D0B9-26B5-3F6D-31D5E6BA4260}"/>
                      </a:ext>
                    </a:extLst>
                  </p:cNvPr>
                  <p:cNvSpPr txBox="1"/>
                  <p:nvPr/>
                </p:nvSpPr>
                <p:spPr>
                  <a:xfrm>
                    <a:off x="7273734" y="4320082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8</a:t>
                    </a:r>
                  </a:p>
                </p:txBody>
              </p:sp>
              <p:sp>
                <p:nvSpPr>
                  <p:cNvPr id="881" name="Textfeld 880">
                    <a:extLst>
                      <a:ext uri="{FF2B5EF4-FFF2-40B4-BE49-F238E27FC236}">
                        <a16:creationId xmlns:a16="http://schemas.microsoft.com/office/drawing/2014/main" id="{620118B6-9D04-8A69-9355-27F14F1B649A}"/>
                      </a:ext>
                    </a:extLst>
                  </p:cNvPr>
                  <p:cNvSpPr txBox="1"/>
                  <p:nvPr/>
                </p:nvSpPr>
                <p:spPr>
                  <a:xfrm>
                    <a:off x="7089018" y="4873365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13</a:t>
                    </a:r>
                  </a:p>
                </p:txBody>
              </p:sp>
              <p:sp>
                <p:nvSpPr>
                  <p:cNvPr id="882" name="Textfeld 881">
                    <a:extLst>
                      <a:ext uri="{FF2B5EF4-FFF2-40B4-BE49-F238E27FC236}">
                        <a16:creationId xmlns:a16="http://schemas.microsoft.com/office/drawing/2014/main" id="{3B721DC6-EB2B-035D-17AC-6103B849F975}"/>
                      </a:ext>
                    </a:extLst>
                  </p:cNvPr>
                  <p:cNvSpPr txBox="1"/>
                  <p:nvPr/>
                </p:nvSpPr>
                <p:spPr>
                  <a:xfrm>
                    <a:off x="7251292" y="4873802"/>
                    <a:ext cx="274435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14</a:t>
                    </a:r>
                  </a:p>
                </p:txBody>
              </p:sp>
              <p:sp>
                <p:nvSpPr>
                  <p:cNvPr id="883" name="Textfeld 882">
                    <a:extLst>
                      <a:ext uri="{FF2B5EF4-FFF2-40B4-BE49-F238E27FC236}">
                        <a16:creationId xmlns:a16="http://schemas.microsoft.com/office/drawing/2014/main" id="{81644F94-0827-EA55-2CF7-0777A3BA5DD4}"/>
                      </a:ext>
                    </a:extLst>
                  </p:cNvPr>
                  <p:cNvSpPr txBox="1"/>
                  <p:nvPr/>
                </p:nvSpPr>
                <p:spPr>
                  <a:xfrm>
                    <a:off x="7111459" y="4507994"/>
                    <a:ext cx="229551" cy="20005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700" dirty="0"/>
                      <a:t>9</a:t>
                    </a:r>
                  </a:p>
                </p:txBody>
              </p:sp>
            </p:grpSp>
          </p:grpSp>
        </p:grpSp>
      </p:grpSp>
      <p:grpSp>
        <p:nvGrpSpPr>
          <p:cNvPr id="1052" name="Gruppieren 1051">
            <a:extLst>
              <a:ext uri="{FF2B5EF4-FFF2-40B4-BE49-F238E27FC236}">
                <a16:creationId xmlns:a16="http://schemas.microsoft.com/office/drawing/2014/main" id="{C6674B7E-5FF6-3A19-1B9E-8B7DF6E01F07}"/>
              </a:ext>
            </a:extLst>
          </p:cNvPr>
          <p:cNvGrpSpPr/>
          <p:nvPr/>
        </p:nvGrpSpPr>
        <p:grpSpPr>
          <a:xfrm>
            <a:off x="281515" y="243393"/>
            <a:ext cx="4454013" cy="5196304"/>
            <a:chOff x="281515" y="243393"/>
            <a:chExt cx="4454013" cy="5196304"/>
          </a:xfrm>
        </p:grpSpPr>
        <p:sp>
          <p:nvSpPr>
            <p:cNvPr id="252" name="Rechteck 251">
              <a:extLst>
                <a:ext uri="{FF2B5EF4-FFF2-40B4-BE49-F238E27FC236}">
                  <a16:creationId xmlns:a16="http://schemas.microsoft.com/office/drawing/2014/main" id="{B291F20B-09E6-659B-2667-01EE4610CE13}"/>
                </a:ext>
              </a:extLst>
            </p:cNvPr>
            <p:cNvSpPr/>
            <p:nvPr/>
          </p:nvSpPr>
          <p:spPr>
            <a:xfrm>
              <a:off x="281515" y="243393"/>
              <a:ext cx="4454013" cy="51963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40" name="Gruppieren 939">
              <a:extLst>
                <a:ext uri="{FF2B5EF4-FFF2-40B4-BE49-F238E27FC236}">
                  <a16:creationId xmlns:a16="http://schemas.microsoft.com/office/drawing/2014/main" id="{2E52509B-6869-460E-4272-587557E62B9B}"/>
                </a:ext>
              </a:extLst>
            </p:cNvPr>
            <p:cNvGrpSpPr/>
            <p:nvPr/>
          </p:nvGrpSpPr>
          <p:grpSpPr>
            <a:xfrm>
              <a:off x="414323" y="319564"/>
              <a:ext cx="4194000" cy="4477197"/>
              <a:chOff x="5971601" y="409263"/>
              <a:chExt cx="4194000" cy="4477197"/>
            </a:xfrm>
          </p:grpSpPr>
          <p:sp>
            <p:nvSpPr>
              <p:cNvPr id="941" name="Rechteck 940">
                <a:extLst>
                  <a:ext uri="{FF2B5EF4-FFF2-40B4-BE49-F238E27FC236}">
                    <a16:creationId xmlns:a16="http://schemas.microsoft.com/office/drawing/2014/main" id="{5CA33315-7A2E-F417-0165-6E212D0DB2F2}"/>
                  </a:ext>
                </a:extLst>
              </p:cNvPr>
              <p:cNvSpPr/>
              <p:nvPr/>
            </p:nvSpPr>
            <p:spPr>
              <a:xfrm>
                <a:off x="5971601" y="693987"/>
                <a:ext cx="4194000" cy="4192473"/>
              </a:xfrm>
              <a:prstGeom prst="rect">
                <a:avLst/>
              </a:prstGeom>
              <a:solidFill>
                <a:schemeClr val="bg1">
                  <a:lumMod val="65000"/>
                  <a:alpha val="59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42" name="Rechteck 941">
                <a:extLst>
                  <a:ext uri="{FF2B5EF4-FFF2-40B4-BE49-F238E27FC236}">
                    <a16:creationId xmlns:a16="http://schemas.microsoft.com/office/drawing/2014/main" id="{B79BEBB0-7943-052C-0BB8-0E34404438CE}"/>
                  </a:ext>
                </a:extLst>
              </p:cNvPr>
              <p:cNvSpPr/>
              <p:nvPr/>
            </p:nvSpPr>
            <p:spPr>
              <a:xfrm>
                <a:off x="7790106" y="636732"/>
                <a:ext cx="396783" cy="45719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3" name="Textfeld 942">
                <a:extLst>
                  <a:ext uri="{FF2B5EF4-FFF2-40B4-BE49-F238E27FC236}">
                    <a16:creationId xmlns:a16="http://schemas.microsoft.com/office/drawing/2014/main" id="{E59D4984-F792-9D59-F613-AF6B5744C786}"/>
                  </a:ext>
                </a:extLst>
              </p:cNvPr>
              <p:cNvSpPr txBox="1"/>
              <p:nvPr/>
            </p:nvSpPr>
            <p:spPr>
              <a:xfrm>
                <a:off x="7822933" y="409263"/>
                <a:ext cx="3497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</a:t>
                </a:r>
              </a:p>
            </p:txBody>
          </p:sp>
          <p:sp>
            <p:nvSpPr>
              <p:cNvPr id="944" name="Rechteck: abgerundete Ecken 943">
                <a:extLst>
                  <a:ext uri="{FF2B5EF4-FFF2-40B4-BE49-F238E27FC236}">
                    <a16:creationId xmlns:a16="http://schemas.microsoft.com/office/drawing/2014/main" id="{731D538D-8EE7-E364-759B-500399FCB694}"/>
                  </a:ext>
                </a:extLst>
              </p:cNvPr>
              <p:cNvSpPr/>
              <p:nvPr/>
            </p:nvSpPr>
            <p:spPr>
              <a:xfrm>
                <a:off x="6316428" y="629105"/>
                <a:ext cx="521305" cy="64882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5" name="Textfeld 944">
                <a:extLst>
                  <a:ext uri="{FF2B5EF4-FFF2-40B4-BE49-F238E27FC236}">
                    <a16:creationId xmlns:a16="http://schemas.microsoft.com/office/drawing/2014/main" id="{C0A79CA3-9D33-6663-4B98-3D4677A09599}"/>
                  </a:ext>
                </a:extLst>
              </p:cNvPr>
              <p:cNvSpPr txBox="1"/>
              <p:nvPr/>
            </p:nvSpPr>
            <p:spPr>
              <a:xfrm>
                <a:off x="6340928" y="428129"/>
                <a:ext cx="51072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  <p:grpSp>
            <p:nvGrpSpPr>
              <p:cNvPr id="946" name="Gruppieren 945">
                <a:extLst>
                  <a:ext uri="{FF2B5EF4-FFF2-40B4-BE49-F238E27FC236}">
                    <a16:creationId xmlns:a16="http://schemas.microsoft.com/office/drawing/2014/main" id="{4AC393A0-C41B-8FF1-4014-C599D7C88847}"/>
                  </a:ext>
                </a:extLst>
              </p:cNvPr>
              <p:cNvGrpSpPr/>
              <p:nvPr/>
            </p:nvGrpSpPr>
            <p:grpSpPr>
              <a:xfrm rot="10800000">
                <a:off x="9223669" y="854538"/>
                <a:ext cx="450697" cy="114625"/>
                <a:chOff x="9313353" y="1692829"/>
                <a:chExt cx="450697" cy="114625"/>
              </a:xfrm>
            </p:grpSpPr>
            <p:sp>
              <p:nvSpPr>
                <p:cNvPr id="1048" name="Ellipse 1047">
                  <a:extLst>
                    <a:ext uri="{FF2B5EF4-FFF2-40B4-BE49-F238E27FC236}">
                      <a16:creationId xmlns:a16="http://schemas.microsoft.com/office/drawing/2014/main" id="{2E90E8D3-6F43-3687-9F7F-6D3111A236AB}"/>
                    </a:ext>
                  </a:extLst>
                </p:cNvPr>
                <p:cNvSpPr/>
                <p:nvPr/>
              </p:nvSpPr>
              <p:spPr>
                <a:xfrm>
                  <a:off x="9313353" y="169282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49" name="Ellipse 1048">
                  <a:extLst>
                    <a:ext uri="{FF2B5EF4-FFF2-40B4-BE49-F238E27FC236}">
                      <a16:creationId xmlns:a16="http://schemas.microsoft.com/office/drawing/2014/main" id="{20DFA9ED-8E37-2772-A3BD-810675A574C9}"/>
                    </a:ext>
                  </a:extLst>
                </p:cNvPr>
                <p:cNvSpPr/>
                <p:nvPr/>
              </p:nvSpPr>
              <p:spPr>
                <a:xfrm>
                  <a:off x="9648633" y="169282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47" name="Gruppieren 946">
                <a:extLst>
                  <a:ext uri="{FF2B5EF4-FFF2-40B4-BE49-F238E27FC236}">
                    <a16:creationId xmlns:a16="http://schemas.microsoft.com/office/drawing/2014/main" id="{F184EA87-267F-1016-EFB0-5ABA68CDCA91}"/>
                  </a:ext>
                </a:extLst>
              </p:cNvPr>
              <p:cNvGrpSpPr/>
              <p:nvPr/>
            </p:nvGrpSpPr>
            <p:grpSpPr>
              <a:xfrm>
                <a:off x="6127610" y="2386675"/>
                <a:ext cx="3913852" cy="2435691"/>
                <a:chOff x="6127610" y="2394295"/>
                <a:chExt cx="3913852" cy="2435691"/>
              </a:xfrm>
            </p:grpSpPr>
            <p:sp>
              <p:nvSpPr>
                <p:cNvPr id="996" name="Ellipse 995">
                  <a:extLst>
                    <a:ext uri="{FF2B5EF4-FFF2-40B4-BE49-F238E27FC236}">
                      <a16:creationId xmlns:a16="http://schemas.microsoft.com/office/drawing/2014/main" id="{BB00F5CE-D408-27DA-17BB-2DBF83F94019}"/>
                    </a:ext>
                  </a:extLst>
                </p:cNvPr>
                <p:cNvSpPr/>
                <p:nvPr/>
              </p:nvSpPr>
              <p:spPr>
                <a:xfrm>
                  <a:off x="6136566" y="432762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7" name="Ellipse 996">
                  <a:extLst>
                    <a:ext uri="{FF2B5EF4-FFF2-40B4-BE49-F238E27FC236}">
                      <a16:creationId xmlns:a16="http://schemas.microsoft.com/office/drawing/2014/main" id="{E850679A-1295-91C7-5F50-4B3EE90CA885}"/>
                    </a:ext>
                  </a:extLst>
                </p:cNvPr>
                <p:cNvSpPr/>
                <p:nvPr/>
              </p:nvSpPr>
              <p:spPr>
                <a:xfrm>
                  <a:off x="6136566" y="46323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8" name="Ellipse 997">
                  <a:extLst>
                    <a:ext uri="{FF2B5EF4-FFF2-40B4-BE49-F238E27FC236}">
                      <a16:creationId xmlns:a16="http://schemas.microsoft.com/office/drawing/2014/main" id="{E7C180AE-DF51-56CC-CF82-35A9B2552084}"/>
                    </a:ext>
                  </a:extLst>
                </p:cNvPr>
                <p:cNvSpPr/>
                <p:nvPr/>
              </p:nvSpPr>
              <p:spPr>
                <a:xfrm>
                  <a:off x="6136566" y="371819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9" name="Ellipse 998">
                  <a:extLst>
                    <a:ext uri="{FF2B5EF4-FFF2-40B4-BE49-F238E27FC236}">
                      <a16:creationId xmlns:a16="http://schemas.microsoft.com/office/drawing/2014/main" id="{F5A1C445-0A52-2693-952D-3FAC9BD0C996}"/>
                    </a:ext>
                  </a:extLst>
                </p:cNvPr>
                <p:cNvSpPr/>
                <p:nvPr/>
              </p:nvSpPr>
              <p:spPr>
                <a:xfrm>
                  <a:off x="6136566" y="402291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0" name="Ellipse 999">
                  <a:extLst>
                    <a:ext uri="{FF2B5EF4-FFF2-40B4-BE49-F238E27FC236}">
                      <a16:creationId xmlns:a16="http://schemas.microsoft.com/office/drawing/2014/main" id="{A3305CC5-D2AC-A212-A809-5464E544615E}"/>
                    </a:ext>
                  </a:extLst>
                </p:cNvPr>
                <p:cNvSpPr/>
                <p:nvPr/>
              </p:nvSpPr>
              <p:spPr>
                <a:xfrm>
                  <a:off x="6517566" y="432762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1" name="Ellipse 1000">
                  <a:extLst>
                    <a:ext uri="{FF2B5EF4-FFF2-40B4-BE49-F238E27FC236}">
                      <a16:creationId xmlns:a16="http://schemas.microsoft.com/office/drawing/2014/main" id="{85A81B4B-AA5D-DB11-AA4D-34F0C5A3E562}"/>
                    </a:ext>
                  </a:extLst>
                </p:cNvPr>
                <p:cNvSpPr/>
                <p:nvPr/>
              </p:nvSpPr>
              <p:spPr>
                <a:xfrm>
                  <a:off x="6517566" y="46323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2" name="Ellipse 1001">
                  <a:extLst>
                    <a:ext uri="{FF2B5EF4-FFF2-40B4-BE49-F238E27FC236}">
                      <a16:creationId xmlns:a16="http://schemas.microsoft.com/office/drawing/2014/main" id="{D189DB6A-025B-B85C-19C0-82AA2566388B}"/>
                    </a:ext>
                  </a:extLst>
                </p:cNvPr>
                <p:cNvSpPr/>
                <p:nvPr/>
              </p:nvSpPr>
              <p:spPr>
                <a:xfrm>
                  <a:off x="6517566" y="371819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3" name="Ellipse 1002">
                  <a:extLst>
                    <a:ext uri="{FF2B5EF4-FFF2-40B4-BE49-F238E27FC236}">
                      <a16:creationId xmlns:a16="http://schemas.microsoft.com/office/drawing/2014/main" id="{F674FE79-B9F3-0E1F-EF3B-80A5359F09E0}"/>
                    </a:ext>
                  </a:extLst>
                </p:cNvPr>
                <p:cNvSpPr/>
                <p:nvPr/>
              </p:nvSpPr>
              <p:spPr>
                <a:xfrm>
                  <a:off x="6517566" y="402291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4" name="Ellipse 1003">
                  <a:extLst>
                    <a:ext uri="{FF2B5EF4-FFF2-40B4-BE49-F238E27FC236}">
                      <a16:creationId xmlns:a16="http://schemas.microsoft.com/office/drawing/2014/main" id="{28634783-368C-335A-81C1-EE5B439F50DE}"/>
                    </a:ext>
                  </a:extLst>
                </p:cNvPr>
                <p:cNvSpPr/>
                <p:nvPr/>
              </p:nvSpPr>
              <p:spPr>
                <a:xfrm>
                  <a:off x="6127610" y="3094433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5" name="Ellipse 1004">
                  <a:extLst>
                    <a:ext uri="{FF2B5EF4-FFF2-40B4-BE49-F238E27FC236}">
                      <a16:creationId xmlns:a16="http://schemas.microsoft.com/office/drawing/2014/main" id="{9CBEC98C-2DE7-4FC7-2147-F47F2CE039EF}"/>
                    </a:ext>
                  </a:extLst>
                </p:cNvPr>
                <p:cNvSpPr/>
                <p:nvPr/>
              </p:nvSpPr>
              <p:spPr>
                <a:xfrm>
                  <a:off x="6127610" y="339914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6" name="Ellipse 1005">
                  <a:extLst>
                    <a:ext uri="{FF2B5EF4-FFF2-40B4-BE49-F238E27FC236}">
                      <a16:creationId xmlns:a16="http://schemas.microsoft.com/office/drawing/2014/main" id="{EFAA621B-6EA0-3D01-6131-534ABB8AC87C}"/>
                    </a:ext>
                  </a:extLst>
                </p:cNvPr>
                <p:cNvSpPr/>
                <p:nvPr/>
              </p:nvSpPr>
              <p:spPr>
                <a:xfrm>
                  <a:off x="6127610" y="2485007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7" name="Ellipse 1006">
                  <a:extLst>
                    <a:ext uri="{FF2B5EF4-FFF2-40B4-BE49-F238E27FC236}">
                      <a16:creationId xmlns:a16="http://schemas.microsoft.com/office/drawing/2014/main" id="{5616423B-6699-BD10-573B-8BA021F1B804}"/>
                    </a:ext>
                  </a:extLst>
                </p:cNvPr>
                <p:cNvSpPr/>
                <p:nvPr/>
              </p:nvSpPr>
              <p:spPr>
                <a:xfrm>
                  <a:off x="6127610" y="2789720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8" name="Ellipse 1007">
                  <a:extLst>
                    <a:ext uri="{FF2B5EF4-FFF2-40B4-BE49-F238E27FC236}">
                      <a16:creationId xmlns:a16="http://schemas.microsoft.com/office/drawing/2014/main" id="{753CA988-DC76-816A-FE80-32E6D8D0743F}"/>
                    </a:ext>
                  </a:extLst>
                </p:cNvPr>
                <p:cNvSpPr/>
                <p:nvPr/>
              </p:nvSpPr>
              <p:spPr>
                <a:xfrm>
                  <a:off x="6508610" y="3094433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9" name="Ellipse 1008">
                  <a:extLst>
                    <a:ext uri="{FF2B5EF4-FFF2-40B4-BE49-F238E27FC236}">
                      <a16:creationId xmlns:a16="http://schemas.microsoft.com/office/drawing/2014/main" id="{7C28919D-2991-5579-AE3F-CCD48752636C}"/>
                    </a:ext>
                  </a:extLst>
                </p:cNvPr>
                <p:cNvSpPr/>
                <p:nvPr/>
              </p:nvSpPr>
              <p:spPr>
                <a:xfrm>
                  <a:off x="6508610" y="339914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0" name="Ellipse 1009">
                  <a:extLst>
                    <a:ext uri="{FF2B5EF4-FFF2-40B4-BE49-F238E27FC236}">
                      <a16:creationId xmlns:a16="http://schemas.microsoft.com/office/drawing/2014/main" id="{12E1AB3A-F5A7-4D5B-C406-DCB3AD634879}"/>
                    </a:ext>
                  </a:extLst>
                </p:cNvPr>
                <p:cNvSpPr/>
                <p:nvPr/>
              </p:nvSpPr>
              <p:spPr>
                <a:xfrm>
                  <a:off x="6508610" y="2485007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1" name="Ellipse 1010">
                  <a:extLst>
                    <a:ext uri="{FF2B5EF4-FFF2-40B4-BE49-F238E27FC236}">
                      <a16:creationId xmlns:a16="http://schemas.microsoft.com/office/drawing/2014/main" id="{75D139E0-ABE0-911C-81C1-D0BE7CADCAA6}"/>
                    </a:ext>
                  </a:extLst>
                </p:cNvPr>
                <p:cNvSpPr/>
                <p:nvPr/>
              </p:nvSpPr>
              <p:spPr>
                <a:xfrm>
                  <a:off x="6508610" y="2789720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2" name="Ellipse 1011">
                  <a:extLst>
                    <a:ext uri="{FF2B5EF4-FFF2-40B4-BE49-F238E27FC236}">
                      <a16:creationId xmlns:a16="http://schemas.microsoft.com/office/drawing/2014/main" id="{EB7BEEF4-8EF1-5E7A-9CBE-BAB96CD0F76A}"/>
                    </a:ext>
                  </a:extLst>
                </p:cNvPr>
                <p:cNvSpPr/>
                <p:nvPr/>
              </p:nvSpPr>
              <p:spPr>
                <a:xfrm rot="10800000">
                  <a:off x="9917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3" name="Ellipse 1012">
                  <a:extLst>
                    <a:ext uri="{FF2B5EF4-FFF2-40B4-BE49-F238E27FC236}">
                      <a16:creationId xmlns:a16="http://schemas.microsoft.com/office/drawing/2014/main" id="{A8E1BF8F-28AB-6EF8-2CD3-B8698B83698A}"/>
                    </a:ext>
                  </a:extLst>
                </p:cNvPr>
                <p:cNvSpPr/>
                <p:nvPr/>
              </p:nvSpPr>
              <p:spPr>
                <a:xfrm rot="10800000">
                  <a:off x="9917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4" name="Ellipse 1013">
                  <a:extLst>
                    <a:ext uri="{FF2B5EF4-FFF2-40B4-BE49-F238E27FC236}">
                      <a16:creationId xmlns:a16="http://schemas.microsoft.com/office/drawing/2014/main" id="{EC815B4B-C40F-EB30-3B56-B3AA22E8474B}"/>
                    </a:ext>
                  </a:extLst>
                </p:cNvPr>
                <p:cNvSpPr/>
                <p:nvPr/>
              </p:nvSpPr>
              <p:spPr>
                <a:xfrm rot="10800000">
                  <a:off x="9917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5" name="Ellipse 1014">
                  <a:extLst>
                    <a:ext uri="{FF2B5EF4-FFF2-40B4-BE49-F238E27FC236}">
                      <a16:creationId xmlns:a16="http://schemas.microsoft.com/office/drawing/2014/main" id="{4C5E0385-575F-DD0F-2F1B-E719B790F069}"/>
                    </a:ext>
                  </a:extLst>
                </p:cNvPr>
                <p:cNvSpPr/>
                <p:nvPr/>
              </p:nvSpPr>
              <p:spPr>
                <a:xfrm rot="10800000">
                  <a:off x="9917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6" name="Ellipse 1015">
                  <a:extLst>
                    <a:ext uri="{FF2B5EF4-FFF2-40B4-BE49-F238E27FC236}">
                      <a16:creationId xmlns:a16="http://schemas.microsoft.com/office/drawing/2014/main" id="{E6B2B6C1-1312-8D0C-CBA1-C38D8242E59B}"/>
                    </a:ext>
                  </a:extLst>
                </p:cNvPr>
                <p:cNvSpPr/>
                <p:nvPr/>
              </p:nvSpPr>
              <p:spPr>
                <a:xfrm rot="10800000">
                  <a:off x="9536089" y="2799959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7" name="Ellipse 1016">
                  <a:extLst>
                    <a:ext uri="{FF2B5EF4-FFF2-40B4-BE49-F238E27FC236}">
                      <a16:creationId xmlns:a16="http://schemas.microsoft.com/office/drawing/2014/main" id="{DA3FDB8C-D51E-F490-5DAD-5232A409021E}"/>
                    </a:ext>
                  </a:extLst>
                </p:cNvPr>
                <p:cNvSpPr/>
                <p:nvPr/>
              </p:nvSpPr>
              <p:spPr>
                <a:xfrm rot="10800000">
                  <a:off x="9536089" y="2495246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8" name="Ellipse 1017">
                  <a:extLst>
                    <a:ext uri="{FF2B5EF4-FFF2-40B4-BE49-F238E27FC236}">
                      <a16:creationId xmlns:a16="http://schemas.microsoft.com/office/drawing/2014/main" id="{8930CBD4-EE43-6F53-2BCC-37E1FE0FADFE}"/>
                    </a:ext>
                  </a:extLst>
                </p:cNvPr>
                <p:cNvSpPr/>
                <p:nvPr/>
              </p:nvSpPr>
              <p:spPr>
                <a:xfrm rot="10800000">
                  <a:off x="9536089" y="3409385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9" name="Ellipse 1018">
                  <a:extLst>
                    <a:ext uri="{FF2B5EF4-FFF2-40B4-BE49-F238E27FC236}">
                      <a16:creationId xmlns:a16="http://schemas.microsoft.com/office/drawing/2014/main" id="{9006C932-30EF-2495-34DE-B138F2EC122D}"/>
                    </a:ext>
                  </a:extLst>
                </p:cNvPr>
                <p:cNvSpPr/>
                <p:nvPr/>
              </p:nvSpPr>
              <p:spPr>
                <a:xfrm rot="10800000">
                  <a:off x="9536089" y="3104672"/>
                  <a:ext cx="115417" cy="1146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0" name="Ellipse 1019">
                  <a:extLst>
                    <a:ext uri="{FF2B5EF4-FFF2-40B4-BE49-F238E27FC236}">
                      <a16:creationId xmlns:a16="http://schemas.microsoft.com/office/drawing/2014/main" id="{209B6F8E-0260-D551-C879-AC2C7CBAA345}"/>
                    </a:ext>
                  </a:extLst>
                </p:cNvPr>
                <p:cNvSpPr/>
                <p:nvPr/>
              </p:nvSpPr>
              <p:spPr>
                <a:xfrm rot="10800000">
                  <a:off x="9926045" y="4033149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1" name="Ellipse 1020">
                  <a:extLst>
                    <a:ext uri="{FF2B5EF4-FFF2-40B4-BE49-F238E27FC236}">
                      <a16:creationId xmlns:a16="http://schemas.microsoft.com/office/drawing/2014/main" id="{D32ECA64-F928-B3F2-BC8D-48A530625144}"/>
                    </a:ext>
                  </a:extLst>
                </p:cNvPr>
                <p:cNvSpPr/>
                <p:nvPr/>
              </p:nvSpPr>
              <p:spPr>
                <a:xfrm rot="10800000">
                  <a:off x="9926045" y="37284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2" name="Ellipse 1021">
                  <a:extLst>
                    <a:ext uri="{FF2B5EF4-FFF2-40B4-BE49-F238E27FC236}">
                      <a16:creationId xmlns:a16="http://schemas.microsoft.com/office/drawing/2014/main" id="{A906FF81-896B-1128-7403-5F435892CFD6}"/>
                    </a:ext>
                  </a:extLst>
                </p:cNvPr>
                <p:cNvSpPr/>
                <p:nvPr/>
              </p:nvSpPr>
              <p:spPr>
                <a:xfrm rot="10800000">
                  <a:off x="9926045" y="4642575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3" name="Ellipse 1022">
                  <a:extLst>
                    <a:ext uri="{FF2B5EF4-FFF2-40B4-BE49-F238E27FC236}">
                      <a16:creationId xmlns:a16="http://schemas.microsoft.com/office/drawing/2014/main" id="{D6DB6065-0F58-612C-E748-F6F98F395179}"/>
                    </a:ext>
                  </a:extLst>
                </p:cNvPr>
                <p:cNvSpPr/>
                <p:nvPr/>
              </p:nvSpPr>
              <p:spPr>
                <a:xfrm rot="10800000">
                  <a:off x="9926045" y="4337862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4" name="Ellipse 1023">
                  <a:extLst>
                    <a:ext uri="{FF2B5EF4-FFF2-40B4-BE49-F238E27FC236}">
                      <a16:creationId xmlns:a16="http://schemas.microsoft.com/office/drawing/2014/main" id="{81EE094D-7759-6E05-70A8-67EDFB76FBC0}"/>
                    </a:ext>
                  </a:extLst>
                </p:cNvPr>
                <p:cNvSpPr/>
                <p:nvPr/>
              </p:nvSpPr>
              <p:spPr>
                <a:xfrm rot="10800000">
                  <a:off x="9545045" y="4033149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5" name="Ellipse 1024">
                  <a:extLst>
                    <a:ext uri="{FF2B5EF4-FFF2-40B4-BE49-F238E27FC236}">
                      <a16:creationId xmlns:a16="http://schemas.microsoft.com/office/drawing/2014/main" id="{45742586-5900-D521-4C47-B088C5E0B5A7}"/>
                    </a:ext>
                  </a:extLst>
                </p:cNvPr>
                <p:cNvSpPr/>
                <p:nvPr/>
              </p:nvSpPr>
              <p:spPr>
                <a:xfrm rot="10800000">
                  <a:off x="9545045" y="3728436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6" name="Ellipse 1025">
                  <a:extLst>
                    <a:ext uri="{FF2B5EF4-FFF2-40B4-BE49-F238E27FC236}">
                      <a16:creationId xmlns:a16="http://schemas.microsoft.com/office/drawing/2014/main" id="{A532A599-F7D8-BC7E-D2C8-73525E3673BD}"/>
                    </a:ext>
                  </a:extLst>
                </p:cNvPr>
                <p:cNvSpPr/>
                <p:nvPr/>
              </p:nvSpPr>
              <p:spPr>
                <a:xfrm rot="10800000">
                  <a:off x="9545045" y="4642575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7" name="Ellipse 1026">
                  <a:extLst>
                    <a:ext uri="{FF2B5EF4-FFF2-40B4-BE49-F238E27FC236}">
                      <a16:creationId xmlns:a16="http://schemas.microsoft.com/office/drawing/2014/main" id="{7E63D7E7-A7D2-5EEE-005A-89344BA8C458}"/>
                    </a:ext>
                  </a:extLst>
                </p:cNvPr>
                <p:cNvSpPr/>
                <p:nvPr/>
              </p:nvSpPr>
              <p:spPr>
                <a:xfrm rot="10800000">
                  <a:off x="9545045" y="4337862"/>
                  <a:ext cx="115417" cy="114625"/>
                </a:xfrm>
                <a:prstGeom prst="ellipse">
                  <a:avLst/>
                </a:prstGeom>
                <a:solidFill>
                  <a:srgbClr val="00B050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8" name="Ellipse 1027">
                  <a:extLst>
                    <a:ext uri="{FF2B5EF4-FFF2-40B4-BE49-F238E27FC236}">
                      <a16:creationId xmlns:a16="http://schemas.microsoft.com/office/drawing/2014/main" id="{BB90A9DE-DD4B-CFC5-59C2-8F41475D1095}"/>
                    </a:ext>
                  </a:extLst>
                </p:cNvPr>
                <p:cNvSpPr/>
                <p:nvPr/>
              </p:nvSpPr>
              <p:spPr>
                <a:xfrm>
                  <a:off x="6875706" y="4639136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9" name="Ellipse 1028">
                  <a:extLst>
                    <a:ext uri="{FF2B5EF4-FFF2-40B4-BE49-F238E27FC236}">
                      <a16:creationId xmlns:a16="http://schemas.microsoft.com/office/drawing/2014/main" id="{AF7F6E91-7594-903F-4711-7D5572761867}"/>
                    </a:ext>
                  </a:extLst>
                </p:cNvPr>
                <p:cNvSpPr/>
                <p:nvPr/>
              </p:nvSpPr>
              <p:spPr>
                <a:xfrm>
                  <a:off x="9184294" y="4650574"/>
                  <a:ext cx="115417" cy="114625"/>
                </a:xfrm>
                <a:prstGeom prst="ellipse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30" name="Textfeld 1029">
                  <a:extLst>
                    <a:ext uri="{FF2B5EF4-FFF2-40B4-BE49-F238E27FC236}">
                      <a16:creationId xmlns:a16="http://schemas.microsoft.com/office/drawing/2014/main" id="{5C2C5982-0A2C-D050-FD61-C8353E77054A}"/>
                    </a:ext>
                  </a:extLst>
                </p:cNvPr>
                <p:cNvSpPr txBox="1"/>
                <p:nvPr/>
              </p:nvSpPr>
              <p:spPr>
                <a:xfrm>
                  <a:off x="6762155" y="440516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1" name="Textfeld 1030">
                  <a:extLst>
                    <a:ext uri="{FF2B5EF4-FFF2-40B4-BE49-F238E27FC236}">
                      <a16:creationId xmlns:a16="http://schemas.microsoft.com/office/drawing/2014/main" id="{AF1F835B-3C8F-A543-B9EC-F62C6F09F612}"/>
                    </a:ext>
                  </a:extLst>
                </p:cNvPr>
                <p:cNvSpPr txBox="1"/>
                <p:nvPr/>
              </p:nvSpPr>
              <p:spPr>
                <a:xfrm>
                  <a:off x="9072602" y="4410793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sp>
              <p:nvSpPr>
                <p:cNvPr id="1032" name="Textfeld 1031">
                  <a:extLst>
                    <a:ext uri="{FF2B5EF4-FFF2-40B4-BE49-F238E27FC236}">
                      <a16:creationId xmlns:a16="http://schemas.microsoft.com/office/drawing/2014/main" id="{6F4C8AE3-83D3-AD1B-8A83-CBC4B8A0B075}"/>
                    </a:ext>
                  </a:extLst>
                </p:cNvPr>
                <p:cNvSpPr txBox="1"/>
                <p:nvPr/>
              </p:nvSpPr>
              <p:spPr>
                <a:xfrm>
                  <a:off x="6197025" y="2394295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A1</a:t>
                  </a:r>
                </a:p>
              </p:txBody>
            </p:sp>
            <p:sp>
              <p:nvSpPr>
                <p:cNvPr id="1033" name="Textfeld 1032">
                  <a:extLst>
                    <a:ext uri="{FF2B5EF4-FFF2-40B4-BE49-F238E27FC236}">
                      <a16:creationId xmlns:a16="http://schemas.microsoft.com/office/drawing/2014/main" id="{E26B8EF2-B6BC-16EC-1C36-888C642B0A75}"/>
                    </a:ext>
                  </a:extLst>
                </p:cNvPr>
                <p:cNvSpPr txBox="1"/>
                <p:nvPr/>
              </p:nvSpPr>
              <p:spPr>
                <a:xfrm>
                  <a:off x="6195763" y="269873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A2</a:t>
                  </a:r>
                </a:p>
              </p:txBody>
            </p:sp>
            <p:sp>
              <p:nvSpPr>
                <p:cNvPr id="1034" name="Textfeld 1033">
                  <a:extLst>
                    <a:ext uri="{FF2B5EF4-FFF2-40B4-BE49-F238E27FC236}">
                      <a16:creationId xmlns:a16="http://schemas.microsoft.com/office/drawing/2014/main" id="{1951E9E9-CF84-4838-5B7B-10038633C9AC}"/>
                    </a:ext>
                  </a:extLst>
                </p:cNvPr>
                <p:cNvSpPr txBox="1"/>
                <p:nvPr/>
              </p:nvSpPr>
              <p:spPr>
                <a:xfrm>
                  <a:off x="6195763" y="300317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A3</a:t>
                  </a:r>
                </a:p>
              </p:txBody>
            </p:sp>
            <p:sp>
              <p:nvSpPr>
                <p:cNvPr id="1035" name="Textfeld 1034">
                  <a:extLst>
                    <a:ext uri="{FF2B5EF4-FFF2-40B4-BE49-F238E27FC236}">
                      <a16:creationId xmlns:a16="http://schemas.microsoft.com/office/drawing/2014/main" id="{3EAB87C9-8A81-C7DB-03DD-8FB7769BE5AE}"/>
                    </a:ext>
                  </a:extLst>
                </p:cNvPr>
                <p:cNvSpPr txBox="1"/>
                <p:nvPr/>
              </p:nvSpPr>
              <p:spPr>
                <a:xfrm>
                  <a:off x="6197259" y="3309970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A4</a:t>
                  </a:r>
                </a:p>
              </p:txBody>
            </p:sp>
            <p:sp>
              <p:nvSpPr>
                <p:cNvPr id="1036" name="Textfeld 1035">
                  <a:extLst>
                    <a:ext uri="{FF2B5EF4-FFF2-40B4-BE49-F238E27FC236}">
                      <a16:creationId xmlns:a16="http://schemas.microsoft.com/office/drawing/2014/main" id="{C37A9A5C-B159-7396-752D-4063484E9601}"/>
                    </a:ext>
                  </a:extLst>
                </p:cNvPr>
                <p:cNvSpPr txBox="1"/>
                <p:nvPr/>
              </p:nvSpPr>
              <p:spPr>
                <a:xfrm>
                  <a:off x="6204930" y="362999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A5</a:t>
                  </a:r>
                </a:p>
              </p:txBody>
            </p:sp>
            <p:sp>
              <p:nvSpPr>
                <p:cNvPr id="1037" name="Textfeld 1036">
                  <a:extLst>
                    <a:ext uri="{FF2B5EF4-FFF2-40B4-BE49-F238E27FC236}">
                      <a16:creationId xmlns:a16="http://schemas.microsoft.com/office/drawing/2014/main" id="{53740DBE-D28B-D8CB-676D-33AB159F3EAF}"/>
                    </a:ext>
                  </a:extLst>
                </p:cNvPr>
                <p:cNvSpPr txBox="1"/>
                <p:nvPr/>
              </p:nvSpPr>
              <p:spPr>
                <a:xfrm>
                  <a:off x="6197310" y="3937797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A6</a:t>
                  </a:r>
                </a:p>
              </p:txBody>
            </p:sp>
            <p:sp>
              <p:nvSpPr>
                <p:cNvPr id="1038" name="Textfeld 1037">
                  <a:extLst>
                    <a:ext uri="{FF2B5EF4-FFF2-40B4-BE49-F238E27FC236}">
                      <a16:creationId xmlns:a16="http://schemas.microsoft.com/office/drawing/2014/main" id="{F27DD309-F21E-37E3-E5D2-E44E0A7EE804}"/>
                    </a:ext>
                  </a:extLst>
                </p:cNvPr>
                <p:cNvSpPr txBox="1"/>
                <p:nvPr/>
              </p:nvSpPr>
              <p:spPr>
                <a:xfrm>
                  <a:off x="6204930" y="4245588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A7</a:t>
                  </a:r>
                </a:p>
              </p:txBody>
            </p:sp>
            <p:sp>
              <p:nvSpPr>
                <p:cNvPr id="1039" name="Textfeld 1038">
                  <a:extLst>
                    <a:ext uri="{FF2B5EF4-FFF2-40B4-BE49-F238E27FC236}">
                      <a16:creationId xmlns:a16="http://schemas.microsoft.com/office/drawing/2014/main" id="{69DBA730-D397-8906-DEF6-B8205F796B4C}"/>
                    </a:ext>
                  </a:extLst>
                </p:cNvPr>
                <p:cNvSpPr txBox="1"/>
                <p:nvPr/>
              </p:nvSpPr>
              <p:spPr>
                <a:xfrm>
                  <a:off x="6197025" y="4552476"/>
                  <a:ext cx="35298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A8</a:t>
                  </a:r>
                </a:p>
              </p:txBody>
            </p:sp>
            <p:sp>
              <p:nvSpPr>
                <p:cNvPr id="1040" name="Textfeld 1039">
                  <a:extLst>
                    <a:ext uri="{FF2B5EF4-FFF2-40B4-BE49-F238E27FC236}">
                      <a16:creationId xmlns:a16="http://schemas.microsoft.com/office/drawing/2014/main" id="{AA343051-659E-6EAA-7C38-CB76D97DB6E1}"/>
                    </a:ext>
                  </a:extLst>
                </p:cNvPr>
                <p:cNvSpPr txBox="1"/>
                <p:nvPr/>
              </p:nvSpPr>
              <p:spPr>
                <a:xfrm>
                  <a:off x="9584942" y="2411439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M1</a:t>
                  </a:r>
                </a:p>
              </p:txBody>
            </p:sp>
            <p:sp>
              <p:nvSpPr>
                <p:cNvPr id="1041" name="Textfeld 1040">
                  <a:extLst>
                    <a:ext uri="{FF2B5EF4-FFF2-40B4-BE49-F238E27FC236}">
                      <a16:creationId xmlns:a16="http://schemas.microsoft.com/office/drawing/2014/main" id="{1976EDF7-B89D-EA73-CA50-C5268FAE4C5A}"/>
                    </a:ext>
                  </a:extLst>
                </p:cNvPr>
                <p:cNvSpPr txBox="1"/>
                <p:nvPr/>
              </p:nvSpPr>
              <p:spPr>
                <a:xfrm>
                  <a:off x="9584942" y="2706637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M2</a:t>
                  </a:r>
                </a:p>
              </p:txBody>
            </p:sp>
            <p:sp>
              <p:nvSpPr>
                <p:cNvPr id="1042" name="Textfeld 1041">
                  <a:extLst>
                    <a:ext uri="{FF2B5EF4-FFF2-40B4-BE49-F238E27FC236}">
                      <a16:creationId xmlns:a16="http://schemas.microsoft.com/office/drawing/2014/main" id="{BCDDAD1B-4FE8-7E3E-7AEB-79FD3DC2CCF6}"/>
                    </a:ext>
                  </a:extLst>
                </p:cNvPr>
                <p:cNvSpPr txBox="1"/>
                <p:nvPr/>
              </p:nvSpPr>
              <p:spPr>
                <a:xfrm>
                  <a:off x="9586177" y="3019894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M3</a:t>
                  </a:r>
                </a:p>
              </p:txBody>
            </p:sp>
            <p:sp>
              <p:nvSpPr>
                <p:cNvPr id="1043" name="Textfeld 1042">
                  <a:extLst>
                    <a:ext uri="{FF2B5EF4-FFF2-40B4-BE49-F238E27FC236}">
                      <a16:creationId xmlns:a16="http://schemas.microsoft.com/office/drawing/2014/main" id="{3CA666AE-E82C-F516-6BE6-070927222A0E}"/>
                    </a:ext>
                  </a:extLst>
                </p:cNvPr>
                <p:cNvSpPr txBox="1"/>
                <p:nvPr/>
              </p:nvSpPr>
              <p:spPr>
                <a:xfrm>
                  <a:off x="9587513" y="3317958"/>
                  <a:ext cx="39466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M4</a:t>
                  </a:r>
                </a:p>
              </p:txBody>
            </p:sp>
            <p:sp>
              <p:nvSpPr>
                <p:cNvPr id="1044" name="Textfeld 1043">
                  <a:extLst>
                    <a:ext uri="{FF2B5EF4-FFF2-40B4-BE49-F238E27FC236}">
                      <a16:creationId xmlns:a16="http://schemas.microsoft.com/office/drawing/2014/main" id="{1E816801-F0FD-9251-9297-B587D4184142}"/>
                    </a:ext>
                  </a:extLst>
                </p:cNvPr>
                <p:cNvSpPr txBox="1"/>
                <p:nvPr/>
              </p:nvSpPr>
              <p:spPr>
                <a:xfrm>
                  <a:off x="9614347" y="3645839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C1</a:t>
                  </a:r>
                </a:p>
              </p:txBody>
            </p:sp>
            <p:sp>
              <p:nvSpPr>
                <p:cNvPr id="1045" name="Textfeld 1044">
                  <a:extLst>
                    <a:ext uri="{FF2B5EF4-FFF2-40B4-BE49-F238E27FC236}">
                      <a16:creationId xmlns:a16="http://schemas.microsoft.com/office/drawing/2014/main" id="{43154E4A-B3E1-1959-1B9C-040B6BB8DC5C}"/>
                    </a:ext>
                  </a:extLst>
                </p:cNvPr>
                <p:cNvSpPr txBox="1"/>
                <p:nvPr/>
              </p:nvSpPr>
              <p:spPr>
                <a:xfrm>
                  <a:off x="9614347" y="394233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C2</a:t>
                  </a:r>
                </a:p>
              </p:txBody>
            </p:sp>
            <p:sp>
              <p:nvSpPr>
                <p:cNvPr id="1046" name="Textfeld 1045">
                  <a:extLst>
                    <a:ext uri="{FF2B5EF4-FFF2-40B4-BE49-F238E27FC236}">
                      <a16:creationId xmlns:a16="http://schemas.microsoft.com/office/drawing/2014/main" id="{12920EF3-A825-3C33-98D0-752C727ECBCF}"/>
                    </a:ext>
                  </a:extLst>
                </p:cNvPr>
                <p:cNvSpPr txBox="1"/>
                <p:nvPr/>
              </p:nvSpPr>
              <p:spPr>
                <a:xfrm>
                  <a:off x="9629831" y="4255282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C3</a:t>
                  </a:r>
                </a:p>
              </p:txBody>
            </p:sp>
            <p:sp>
              <p:nvSpPr>
                <p:cNvPr id="1047" name="Textfeld 1046">
                  <a:extLst>
                    <a:ext uri="{FF2B5EF4-FFF2-40B4-BE49-F238E27FC236}">
                      <a16:creationId xmlns:a16="http://schemas.microsoft.com/office/drawing/2014/main" id="{E609273E-8FCF-88F0-5B39-B05C0C283225}"/>
                    </a:ext>
                  </a:extLst>
                </p:cNvPr>
                <p:cNvSpPr txBox="1"/>
                <p:nvPr/>
              </p:nvSpPr>
              <p:spPr>
                <a:xfrm>
                  <a:off x="9629831" y="4552987"/>
                  <a:ext cx="34496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C4</a:t>
                  </a:r>
                </a:p>
              </p:txBody>
            </p:sp>
          </p:grpSp>
          <p:grpSp>
            <p:nvGrpSpPr>
              <p:cNvPr id="948" name="Gruppieren 947">
                <a:extLst>
                  <a:ext uri="{FF2B5EF4-FFF2-40B4-BE49-F238E27FC236}">
                    <a16:creationId xmlns:a16="http://schemas.microsoft.com/office/drawing/2014/main" id="{810ED112-AFE0-E9DB-90AA-B4C9599D702B}"/>
                  </a:ext>
                </a:extLst>
              </p:cNvPr>
              <p:cNvGrpSpPr/>
              <p:nvPr/>
            </p:nvGrpSpPr>
            <p:grpSpPr>
              <a:xfrm>
                <a:off x="7228450" y="2046016"/>
                <a:ext cx="2267167" cy="2838433"/>
                <a:chOff x="9076944" y="725459"/>
                <a:chExt cx="2267167" cy="2838433"/>
              </a:xfrm>
            </p:grpSpPr>
            <p:sp>
              <p:nvSpPr>
                <p:cNvPr id="950" name="Rechteck 949">
                  <a:extLst>
                    <a:ext uri="{FF2B5EF4-FFF2-40B4-BE49-F238E27FC236}">
                      <a16:creationId xmlns:a16="http://schemas.microsoft.com/office/drawing/2014/main" id="{A6C3E334-DA05-F41A-6A8A-21302136FF1D}"/>
                    </a:ext>
                  </a:extLst>
                </p:cNvPr>
                <p:cNvSpPr/>
                <p:nvPr/>
              </p:nvSpPr>
              <p:spPr>
                <a:xfrm>
                  <a:off x="9076944" y="725459"/>
                  <a:ext cx="1650997" cy="2838433"/>
                </a:xfrm>
                <a:prstGeom prst="rect">
                  <a:avLst/>
                </a:prstGeom>
                <a:solidFill>
                  <a:schemeClr val="bg1">
                    <a:lumMod val="65000"/>
                    <a:alpha val="75000"/>
                  </a:schemeClr>
                </a:solidFill>
                <a:ln w="12700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51" name="Gruppieren 950">
                  <a:extLst>
                    <a:ext uri="{FF2B5EF4-FFF2-40B4-BE49-F238E27FC236}">
                      <a16:creationId xmlns:a16="http://schemas.microsoft.com/office/drawing/2014/main" id="{6123BF3E-A5DD-062A-4F5B-8FB2FBA93B69}"/>
                    </a:ext>
                  </a:extLst>
                </p:cNvPr>
                <p:cNvGrpSpPr/>
                <p:nvPr/>
              </p:nvGrpSpPr>
              <p:grpSpPr>
                <a:xfrm rot="10800000">
                  <a:off x="10289934" y="1717601"/>
                  <a:ext cx="433247" cy="720140"/>
                  <a:chOff x="7462666" y="2009937"/>
                  <a:chExt cx="433247" cy="720140"/>
                </a:xfrm>
              </p:grpSpPr>
              <p:sp>
                <p:nvSpPr>
                  <p:cNvPr id="983" name="Rechteck 982">
                    <a:extLst>
                      <a:ext uri="{FF2B5EF4-FFF2-40B4-BE49-F238E27FC236}">
                        <a16:creationId xmlns:a16="http://schemas.microsoft.com/office/drawing/2014/main" id="{071E9195-8851-3AD1-FFE0-EE0FEF09885A}"/>
                      </a:ext>
                    </a:extLst>
                  </p:cNvPr>
                  <p:cNvSpPr/>
                  <p:nvPr/>
                </p:nvSpPr>
                <p:spPr>
                  <a:xfrm>
                    <a:off x="7463913" y="2009937"/>
                    <a:ext cx="432000" cy="72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4" name="Ellipse 983">
                    <a:extLst>
                      <a:ext uri="{FF2B5EF4-FFF2-40B4-BE49-F238E27FC236}">
                        <a16:creationId xmlns:a16="http://schemas.microsoft.com/office/drawing/2014/main" id="{2C239826-AE6A-AC56-6B68-72CA9E7B0CCC}"/>
                      </a:ext>
                    </a:extLst>
                  </p:cNvPr>
                  <p:cNvSpPr/>
                  <p:nvPr/>
                </p:nvSpPr>
                <p:spPr>
                  <a:xfrm>
                    <a:off x="7649823" y="202882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5" name="Ellipse 984">
                    <a:extLst>
                      <a:ext uri="{FF2B5EF4-FFF2-40B4-BE49-F238E27FC236}">
                        <a16:creationId xmlns:a16="http://schemas.microsoft.com/office/drawing/2014/main" id="{6E97BA4B-1C48-21B7-F2AC-D9743C8EE119}"/>
                      </a:ext>
                    </a:extLst>
                  </p:cNvPr>
                  <p:cNvSpPr/>
                  <p:nvPr/>
                </p:nvSpPr>
                <p:spPr>
                  <a:xfrm>
                    <a:off x="7649823" y="220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6" name="Ellipse 985">
                    <a:extLst>
                      <a:ext uri="{FF2B5EF4-FFF2-40B4-BE49-F238E27FC236}">
                        <a16:creationId xmlns:a16="http://schemas.microsoft.com/office/drawing/2014/main" id="{DF5F4545-C3D0-59F6-D8B2-942ADA8AFBCD}"/>
                      </a:ext>
                    </a:extLst>
                  </p:cNvPr>
                  <p:cNvSpPr/>
                  <p:nvPr/>
                </p:nvSpPr>
                <p:spPr>
                  <a:xfrm>
                    <a:off x="7649823" y="2381175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7" name="Ellipse 986">
                    <a:extLst>
                      <a:ext uri="{FF2B5EF4-FFF2-40B4-BE49-F238E27FC236}">
                        <a16:creationId xmlns:a16="http://schemas.microsoft.com/office/drawing/2014/main" id="{55BF8977-28C4-432B-6AA5-CD6B62C202FB}"/>
                      </a:ext>
                    </a:extLst>
                  </p:cNvPr>
                  <p:cNvSpPr/>
                  <p:nvPr/>
                </p:nvSpPr>
                <p:spPr>
                  <a:xfrm>
                    <a:off x="7649823" y="2565000"/>
                    <a:ext cx="144000" cy="144000"/>
                  </a:xfrm>
                  <a:prstGeom prst="ellipse">
                    <a:avLst/>
                  </a:prstGeom>
                  <a:solidFill>
                    <a:schemeClr val="bg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8" name="Rechteck 987">
                    <a:extLst>
                      <a:ext uri="{FF2B5EF4-FFF2-40B4-BE49-F238E27FC236}">
                        <a16:creationId xmlns:a16="http://schemas.microsoft.com/office/drawing/2014/main" id="{B826CF82-91FC-3848-85F0-7A0FB703D5C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01079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89" name="Rechteck 988">
                    <a:extLst>
                      <a:ext uri="{FF2B5EF4-FFF2-40B4-BE49-F238E27FC236}">
                        <a16:creationId xmlns:a16="http://schemas.microsoft.com/office/drawing/2014/main" id="{A8BFE2FC-9D3D-E73C-818D-AC1973A9E8DE}"/>
                      </a:ext>
                    </a:extLst>
                  </p:cNvPr>
                  <p:cNvSpPr/>
                  <p:nvPr/>
                </p:nvSpPr>
                <p:spPr>
                  <a:xfrm>
                    <a:off x="7462666" y="255007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0" name="Rechteck 989">
                    <a:extLst>
                      <a:ext uri="{FF2B5EF4-FFF2-40B4-BE49-F238E27FC236}">
                        <a16:creationId xmlns:a16="http://schemas.microsoft.com/office/drawing/2014/main" id="{8A1C6217-AD34-D47E-EAFF-6EC77C74EB16}"/>
                      </a:ext>
                    </a:extLst>
                  </p:cNvPr>
                  <p:cNvSpPr/>
                  <p:nvPr/>
                </p:nvSpPr>
                <p:spPr>
                  <a:xfrm>
                    <a:off x="7462666" y="237031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91" name="Rechteck 990">
                    <a:extLst>
                      <a:ext uri="{FF2B5EF4-FFF2-40B4-BE49-F238E27FC236}">
                        <a16:creationId xmlns:a16="http://schemas.microsoft.com/office/drawing/2014/main" id="{5E69E47D-7B7A-45B2-A816-809FE1513AD3}"/>
                      </a:ext>
                    </a:extLst>
                  </p:cNvPr>
                  <p:cNvSpPr/>
                  <p:nvPr/>
                </p:nvSpPr>
                <p:spPr>
                  <a:xfrm>
                    <a:off x="7462666" y="2190557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cxnSp>
                <p:nvCxnSpPr>
                  <p:cNvPr id="992" name="Gerader Verbinder 991">
                    <a:extLst>
                      <a:ext uri="{FF2B5EF4-FFF2-40B4-BE49-F238E27FC236}">
                        <a16:creationId xmlns:a16="http://schemas.microsoft.com/office/drawing/2014/main" id="{488FD26F-7B24-9285-81A7-6C551BEAAD3F}"/>
                      </a:ext>
                    </a:extLst>
                  </p:cNvPr>
                  <p:cNvCxnSpPr>
                    <a:cxnSpLocks/>
                    <a:stCxn id="984" idx="3"/>
                    <a:endCxn id="984" idx="7"/>
                  </p:cNvCxnSpPr>
                  <p:nvPr/>
                </p:nvCxnSpPr>
                <p:spPr>
                  <a:xfrm flipV="1">
                    <a:off x="7670911" y="2049913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3" name="Gerader Verbinder 992">
                    <a:extLst>
                      <a:ext uri="{FF2B5EF4-FFF2-40B4-BE49-F238E27FC236}">
                        <a16:creationId xmlns:a16="http://schemas.microsoft.com/office/drawing/2014/main" id="{9B733EE2-1CC2-056A-F5DC-1833B3A047FE}"/>
                      </a:ext>
                    </a:extLst>
                  </p:cNvPr>
                  <p:cNvCxnSpPr>
                    <a:cxnSpLocks/>
                    <a:stCxn id="985" idx="1"/>
                    <a:endCxn id="985" idx="5"/>
                  </p:cNvCxnSpPr>
                  <p:nvPr/>
                </p:nvCxnSpPr>
                <p:spPr>
                  <a:xfrm>
                    <a:off x="7670911" y="2226088"/>
                    <a:ext cx="101824" cy="101824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4" name="Gerader Verbinder 993">
                    <a:extLst>
                      <a:ext uri="{FF2B5EF4-FFF2-40B4-BE49-F238E27FC236}">
                        <a16:creationId xmlns:a16="http://schemas.microsoft.com/office/drawing/2014/main" id="{CE037232-A971-92E3-B86F-85527ACBF8E8}"/>
                      </a:ext>
                    </a:extLst>
                  </p:cNvPr>
                  <p:cNvCxnSpPr>
                    <a:cxnSpLocks/>
                    <a:stCxn id="986" idx="2"/>
                    <a:endCxn id="986" idx="6"/>
                  </p:cNvCxnSpPr>
                  <p:nvPr/>
                </p:nvCxnSpPr>
                <p:spPr>
                  <a:xfrm>
                    <a:off x="7649823" y="2453175"/>
                    <a:ext cx="144000" cy="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5" name="Gerader Verbinder 994">
                    <a:extLst>
                      <a:ext uri="{FF2B5EF4-FFF2-40B4-BE49-F238E27FC236}">
                        <a16:creationId xmlns:a16="http://schemas.microsoft.com/office/drawing/2014/main" id="{CB834F37-21A0-6D49-B29C-DECEA1276B64}"/>
                      </a:ext>
                    </a:extLst>
                  </p:cNvPr>
                  <p:cNvCxnSpPr>
                    <a:cxnSpLocks/>
                    <a:stCxn id="987" idx="4"/>
                    <a:endCxn id="987" idx="0"/>
                  </p:cNvCxnSpPr>
                  <p:nvPr/>
                </p:nvCxnSpPr>
                <p:spPr>
                  <a:xfrm flipV="1">
                    <a:off x="7721823" y="2565000"/>
                    <a:ext cx="0" cy="144000"/>
                  </a:xfrm>
                  <a:prstGeom prst="line">
                    <a:avLst/>
                  </a:prstGeom>
                  <a:ln w="25400">
                    <a:solidFill>
                      <a:schemeClr val="bg1">
                        <a:lumMod val="75000"/>
                      </a:schemeClr>
                    </a:solidFill>
                  </a:ln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52" name="Gruppieren 951">
                  <a:extLst>
                    <a:ext uri="{FF2B5EF4-FFF2-40B4-BE49-F238E27FC236}">
                      <a16:creationId xmlns:a16="http://schemas.microsoft.com/office/drawing/2014/main" id="{5FEF9F70-89BD-C768-FC24-A44E067E51A8}"/>
                    </a:ext>
                  </a:extLst>
                </p:cNvPr>
                <p:cNvGrpSpPr/>
                <p:nvPr/>
              </p:nvGrpSpPr>
              <p:grpSpPr>
                <a:xfrm rot="16200000">
                  <a:off x="9941677" y="2057422"/>
                  <a:ext cx="359745" cy="180000"/>
                  <a:chOff x="7869855" y="3898992"/>
                  <a:chExt cx="359745" cy="180000"/>
                </a:xfrm>
              </p:grpSpPr>
              <p:sp>
                <p:nvSpPr>
                  <p:cNvPr id="980" name="Rechteck 979">
                    <a:extLst>
                      <a:ext uri="{FF2B5EF4-FFF2-40B4-BE49-F238E27FC236}">
                        <a16:creationId xmlns:a16="http://schemas.microsoft.com/office/drawing/2014/main" id="{4003C0A6-F9C5-A025-DB5A-0A55EBEF80D9}"/>
                      </a:ext>
                    </a:extLst>
                  </p:cNvPr>
                  <p:cNvSpPr/>
                  <p:nvPr/>
                </p:nvSpPr>
                <p:spPr>
                  <a:xfrm>
                    <a:off x="7869855" y="3898992"/>
                    <a:ext cx="359745" cy="180000"/>
                  </a:xfrm>
                  <a:prstGeom prst="rect">
                    <a:avLst/>
                  </a:prstGeom>
                  <a:solidFill>
                    <a:schemeClr val="tx1">
                      <a:lumMod val="65000"/>
                      <a:lumOff val="3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1" name="Rechteck 980">
                    <a:extLst>
                      <a:ext uri="{FF2B5EF4-FFF2-40B4-BE49-F238E27FC236}">
                        <a16:creationId xmlns:a16="http://schemas.microsoft.com/office/drawing/2014/main" id="{D7DB1A44-864B-ECBF-6667-FD07E2263AA6}"/>
                      </a:ext>
                    </a:extLst>
                  </p:cNvPr>
                  <p:cNvSpPr/>
                  <p:nvPr/>
                </p:nvSpPr>
                <p:spPr>
                  <a:xfrm>
                    <a:off x="7914640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82" name="Rechteck 981">
                    <a:extLst>
                      <a:ext uri="{FF2B5EF4-FFF2-40B4-BE49-F238E27FC236}">
                        <a16:creationId xmlns:a16="http://schemas.microsoft.com/office/drawing/2014/main" id="{87D22B48-2373-72CD-D01B-ACE470016BAD}"/>
                      </a:ext>
                    </a:extLst>
                  </p:cNvPr>
                  <p:cNvSpPr/>
                  <p:nvPr/>
                </p:nvSpPr>
                <p:spPr>
                  <a:xfrm>
                    <a:off x="8094238" y="3929897"/>
                    <a:ext cx="91440" cy="111825"/>
                  </a:xfrm>
                  <a:prstGeom prst="rect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</p:grpSp>
            <p:sp>
              <p:nvSpPr>
                <p:cNvPr id="953" name="Textfeld 952">
                  <a:extLst>
                    <a:ext uri="{FF2B5EF4-FFF2-40B4-BE49-F238E27FC236}">
                      <a16:creationId xmlns:a16="http://schemas.microsoft.com/office/drawing/2014/main" id="{3B3DA1B7-45D4-426A-E494-B72C61EA76EF}"/>
                    </a:ext>
                  </a:extLst>
                </p:cNvPr>
                <p:cNvSpPr txBox="1"/>
                <p:nvPr/>
              </p:nvSpPr>
              <p:spPr>
                <a:xfrm>
                  <a:off x="10688611" y="2211663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4" name="Textfeld 953">
                  <a:extLst>
                    <a:ext uri="{FF2B5EF4-FFF2-40B4-BE49-F238E27FC236}">
                      <a16:creationId xmlns:a16="http://schemas.microsoft.com/office/drawing/2014/main" id="{11A6D296-19A5-525A-EEE1-F53337B920F9}"/>
                    </a:ext>
                  </a:extLst>
                </p:cNvPr>
                <p:cNvSpPr txBox="1"/>
                <p:nvPr/>
              </p:nvSpPr>
              <p:spPr>
                <a:xfrm>
                  <a:off x="10682199" y="168098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5" name="Textfeld 954">
                  <a:extLst>
                    <a:ext uri="{FF2B5EF4-FFF2-40B4-BE49-F238E27FC236}">
                      <a16:creationId xmlns:a16="http://schemas.microsoft.com/office/drawing/2014/main" id="{5BBF0985-6178-19F8-6F59-78E3D3E0DB33}"/>
                    </a:ext>
                  </a:extLst>
                </p:cNvPr>
                <p:cNvSpPr txBox="1"/>
                <p:nvPr/>
              </p:nvSpPr>
              <p:spPr>
                <a:xfrm>
                  <a:off x="10688611" y="1857442"/>
                  <a:ext cx="65550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RS485B</a:t>
                  </a:r>
                </a:p>
              </p:txBody>
            </p:sp>
            <p:sp>
              <p:nvSpPr>
                <p:cNvPr id="956" name="Textfeld 955">
                  <a:extLst>
                    <a:ext uri="{FF2B5EF4-FFF2-40B4-BE49-F238E27FC236}">
                      <a16:creationId xmlns:a16="http://schemas.microsoft.com/office/drawing/2014/main" id="{47A5C13C-95C5-E4A7-EC6D-A5E9E3AB594A}"/>
                    </a:ext>
                  </a:extLst>
                </p:cNvPr>
                <p:cNvSpPr txBox="1"/>
                <p:nvPr/>
              </p:nvSpPr>
              <p:spPr>
                <a:xfrm>
                  <a:off x="10682199" y="2040266"/>
                  <a:ext cx="6619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RS485A</a:t>
                  </a:r>
                </a:p>
              </p:txBody>
            </p:sp>
            <p:sp>
              <p:nvSpPr>
                <p:cNvPr id="957" name="Textfeld 956">
                  <a:extLst>
                    <a:ext uri="{FF2B5EF4-FFF2-40B4-BE49-F238E27FC236}">
                      <a16:creationId xmlns:a16="http://schemas.microsoft.com/office/drawing/2014/main" id="{F0ECFFFF-947D-0AA2-7D14-04616C8C3114}"/>
                    </a:ext>
                  </a:extLst>
                </p:cNvPr>
                <p:cNvSpPr txBox="1"/>
                <p:nvPr/>
              </p:nvSpPr>
              <p:spPr>
                <a:xfrm>
                  <a:off x="10682199" y="2423591"/>
                  <a:ext cx="34977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9V</a:t>
                  </a:r>
                </a:p>
              </p:txBody>
            </p:sp>
            <p:grpSp>
              <p:nvGrpSpPr>
                <p:cNvPr id="958" name="Gruppieren 957">
                  <a:extLst>
                    <a:ext uri="{FF2B5EF4-FFF2-40B4-BE49-F238E27FC236}">
                      <a16:creationId xmlns:a16="http://schemas.microsoft.com/office/drawing/2014/main" id="{8D37E252-457D-BE6A-044D-0B2B00601CFF}"/>
                    </a:ext>
                  </a:extLst>
                </p:cNvPr>
                <p:cNvGrpSpPr/>
                <p:nvPr/>
              </p:nvGrpSpPr>
              <p:grpSpPr>
                <a:xfrm>
                  <a:off x="9162394" y="2826856"/>
                  <a:ext cx="1508654" cy="529887"/>
                  <a:chOff x="5585559" y="992874"/>
                  <a:chExt cx="1508654" cy="529887"/>
                </a:xfrm>
              </p:grpSpPr>
              <p:sp>
                <p:nvSpPr>
                  <p:cNvPr id="974" name="Ellipse 973">
                    <a:extLst>
                      <a:ext uri="{FF2B5EF4-FFF2-40B4-BE49-F238E27FC236}">
                        <a16:creationId xmlns:a16="http://schemas.microsoft.com/office/drawing/2014/main" id="{2807EE0C-D924-6A33-ECEC-1FBD4B9E3278}"/>
                      </a:ext>
                    </a:extLst>
                  </p:cNvPr>
                  <p:cNvSpPr/>
                  <p:nvPr/>
                </p:nvSpPr>
                <p:spPr>
                  <a:xfrm>
                    <a:off x="6251530" y="1240202"/>
                    <a:ext cx="180000" cy="180000"/>
                  </a:xfrm>
                  <a:prstGeom prst="ellipse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5" name="Ellipse 974">
                    <a:extLst>
                      <a:ext uri="{FF2B5EF4-FFF2-40B4-BE49-F238E27FC236}">
                        <a16:creationId xmlns:a16="http://schemas.microsoft.com/office/drawing/2014/main" id="{DE441973-86A8-621B-7D50-DA0980B43A47}"/>
                      </a:ext>
                    </a:extLst>
                  </p:cNvPr>
                  <p:cNvSpPr/>
                  <p:nvPr/>
                </p:nvSpPr>
                <p:spPr>
                  <a:xfrm>
                    <a:off x="5660485" y="1150202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6" name="Ellipse 975">
                    <a:extLst>
                      <a:ext uri="{FF2B5EF4-FFF2-40B4-BE49-F238E27FC236}">
                        <a16:creationId xmlns:a16="http://schemas.microsoft.com/office/drawing/2014/main" id="{839789DE-C61D-ADB2-E293-F3760561C4F7}"/>
                      </a:ext>
                    </a:extLst>
                  </p:cNvPr>
                  <p:cNvSpPr/>
                  <p:nvPr/>
                </p:nvSpPr>
                <p:spPr>
                  <a:xfrm>
                    <a:off x="6662575" y="1162761"/>
                    <a:ext cx="360000" cy="360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7" name="Textfeld 976">
                    <a:extLst>
                      <a:ext uri="{FF2B5EF4-FFF2-40B4-BE49-F238E27FC236}">
                        <a16:creationId xmlns:a16="http://schemas.microsoft.com/office/drawing/2014/main" id="{0754AAD5-F30A-EAAF-36EF-55657B55DCEC}"/>
                      </a:ext>
                    </a:extLst>
                  </p:cNvPr>
                  <p:cNvSpPr txBox="1"/>
                  <p:nvPr/>
                </p:nvSpPr>
                <p:spPr>
                  <a:xfrm>
                    <a:off x="6063722" y="992874"/>
                    <a:ext cx="56310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RESET</a:t>
                    </a:r>
                  </a:p>
                </p:txBody>
              </p:sp>
              <p:sp>
                <p:nvSpPr>
                  <p:cNvPr id="978" name="Textfeld 977">
                    <a:extLst>
                      <a:ext uri="{FF2B5EF4-FFF2-40B4-BE49-F238E27FC236}">
                        <a16:creationId xmlns:a16="http://schemas.microsoft.com/office/drawing/2014/main" id="{DEF77498-F543-F3E1-7440-22C44932D6D9}"/>
                      </a:ext>
                    </a:extLst>
                  </p:cNvPr>
                  <p:cNvSpPr txBox="1"/>
                  <p:nvPr/>
                </p:nvSpPr>
                <p:spPr>
                  <a:xfrm>
                    <a:off x="6596961" y="1203894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LED2</a:t>
                    </a:r>
                  </a:p>
                </p:txBody>
              </p:sp>
              <p:sp>
                <p:nvSpPr>
                  <p:cNvPr id="979" name="Textfeld 978">
                    <a:extLst>
                      <a:ext uri="{FF2B5EF4-FFF2-40B4-BE49-F238E27FC236}">
                        <a16:creationId xmlns:a16="http://schemas.microsoft.com/office/drawing/2014/main" id="{1C5FFE42-DFB1-C6CB-EA95-290F1BA183D3}"/>
                      </a:ext>
                    </a:extLst>
                  </p:cNvPr>
                  <p:cNvSpPr txBox="1"/>
                  <p:nvPr/>
                </p:nvSpPr>
                <p:spPr>
                  <a:xfrm>
                    <a:off x="5585559" y="1197408"/>
                    <a:ext cx="49725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LED1</a:t>
                    </a:r>
                  </a:p>
                </p:txBody>
              </p:sp>
            </p:grpSp>
            <p:sp>
              <p:nvSpPr>
                <p:cNvPr id="959" name="Textfeld 958">
                  <a:extLst>
                    <a:ext uri="{FF2B5EF4-FFF2-40B4-BE49-F238E27FC236}">
                      <a16:creationId xmlns:a16="http://schemas.microsoft.com/office/drawing/2014/main" id="{E1DBC2D3-D214-EC73-7854-F63F54F5A157}"/>
                    </a:ext>
                  </a:extLst>
                </p:cNvPr>
                <p:cNvSpPr txBox="1"/>
                <p:nvPr/>
              </p:nvSpPr>
              <p:spPr>
                <a:xfrm rot="16200000">
                  <a:off x="9650329" y="2012659"/>
                  <a:ext cx="5721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RS485</a:t>
                  </a:r>
                </a:p>
              </p:txBody>
            </p:sp>
            <p:sp>
              <p:nvSpPr>
                <p:cNvPr id="960" name="Rechteck: abgerundete Ecken 959">
                  <a:extLst>
                    <a:ext uri="{FF2B5EF4-FFF2-40B4-BE49-F238E27FC236}">
                      <a16:creationId xmlns:a16="http://schemas.microsoft.com/office/drawing/2014/main" id="{BD0EFB5D-85F4-7110-0F01-5B9110FA403E}"/>
                    </a:ext>
                  </a:extLst>
                </p:cNvPr>
                <p:cNvSpPr/>
                <p:nvPr/>
              </p:nvSpPr>
              <p:spPr>
                <a:xfrm>
                  <a:off x="9623217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1" name="Rechteck: abgerundete Ecken 960">
                  <a:extLst>
                    <a:ext uri="{FF2B5EF4-FFF2-40B4-BE49-F238E27FC236}">
                      <a16:creationId xmlns:a16="http://schemas.microsoft.com/office/drawing/2014/main" id="{7A8717E4-C1B0-11B3-CFA9-C43D2C60742B}"/>
                    </a:ext>
                  </a:extLst>
                </p:cNvPr>
                <p:cNvSpPr/>
                <p:nvPr/>
              </p:nvSpPr>
              <p:spPr>
                <a:xfrm>
                  <a:off x="9437873" y="863494"/>
                  <a:ext cx="90000" cy="1620000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962" name="Gruppieren 961">
                  <a:extLst>
                    <a:ext uri="{FF2B5EF4-FFF2-40B4-BE49-F238E27FC236}">
                      <a16:creationId xmlns:a16="http://schemas.microsoft.com/office/drawing/2014/main" id="{F56A843D-29A8-2EF7-57F7-B2FAC6F65C96}"/>
                    </a:ext>
                  </a:extLst>
                </p:cNvPr>
                <p:cNvGrpSpPr/>
                <p:nvPr/>
              </p:nvGrpSpPr>
              <p:grpSpPr>
                <a:xfrm>
                  <a:off x="10275371" y="863273"/>
                  <a:ext cx="521306" cy="576000"/>
                  <a:chOff x="5522556" y="3472601"/>
                  <a:chExt cx="521306" cy="576000"/>
                </a:xfrm>
              </p:grpSpPr>
              <p:sp>
                <p:nvSpPr>
                  <p:cNvPr id="972" name="Rechteck: abgerundete Ecken 971">
                    <a:extLst>
                      <a:ext uri="{FF2B5EF4-FFF2-40B4-BE49-F238E27FC236}">
                        <a16:creationId xmlns:a16="http://schemas.microsoft.com/office/drawing/2014/main" id="{1D5F4F15-F2AE-C856-F4B6-68BF66919CA2}"/>
                      </a:ext>
                    </a:extLst>
                  </p:cNvPr>
                  <p:cNvSpPr/>
                  <p:nvPr/>
                </p:nvSpPr>
                <p:spPr>
                  <a:xfrm>
                    <a:off x="5522556" y="3472601"/>
                    <a:ext cx="521305" cy="576000"/>
                  </a:xfrm>
                  <a:prstGeom prst="roundRect">
                    <a:avLst/>
                  </a:prstGeom>
                  <a:solidFill>
                    <a:srgbClr val="76717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3" name="Textfeld 972">
                    <a:extLst>
                      <a:ext uri="{FF2B5EF4-FFF2-40B4-BE49-F238E27FC236}">
                        <a16:creationId xmlns:a16="http://schemas.microsoft.com/office/drawing/2014/main" id="{B5BD144E-8BFB-ED20-D1BB-CAADE117C834}"/>
                      </a:ext>
                    </a:extLst>
                  </p:cNvPr>
                  <p:cNvSpPr txBox="1"/>
                  <p:nvPr/>
                </p:nvSpPr>
                <p:spPr>
                  <a:xfrm>
                    <a:off x="5533134" y="3622102"/>
                    <a:ext cx="510728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de-DE" sz="1200" dirty="0"/>
                      <a:t>USB</a:t>
                    </a:r>
                  </a:p>
                </p:txBody>
              </p:sp>
            </p:grpSp>
            <p:grpSp>
              <p:nvGrpSpPr>
                <p:cNvPr id="963" name="Gruppieren 962">
                  <a:extLst>
                    <a:ext uri="{FF2B5EF4-FFF2-40B4-BE49-F238E27FC236}">
                      <a16:creationId xmlns:a16="http://schemas.microsoft.com/office/drawing/2014/main" id="{BE1CC974-AC84-19AA-78E2-4A6038CBFB3C}"/>
                    </a:ext>
                  </a:extLst>
                </p:cNvPr>
                <p:cNvGrpSpPr/>
                <p:nvPr/>
              </p:nvGrpSpPr>
              <p:grpSpPr>
                <a:xfrm rot="10800000">
                  <a:off x="10293953" y="2479609"/>
                  <a:ext cx="433247" cy="360620"/>
                  <a:chOff x="8238632" y="1988930"/>
                  <a:chExt cx="433247" cy="360620"/>
                </a:xfrm>
              </p:grpSpPr>
              <p:sp>
                <p:nvSpPr>
                  <p:cNvPr id="967" name="Rechteck 966">
                    <a:extLst>
                      <a:ext uri="{FF2B5EF4-FFF2-40B4-BE49-F238E27FC236}">
                        <a16:creationId xmlns:a16="http://schemas.microsoft.com/office/drawing/2014/main" id="{A7647895-74F3-E0A2-5355-59E8CA56A0CC}"/>
                      </a:ext>
                    </a:extLst>
                  </p:cNvPr>
                  <p:cNvSpPr/>
                  <p:nvPr/>
                </p:nvSpPr>
                <p:spPr>
                  <a:xfrm>
                    <a:off x="8239879" y="1988930"/>
                    <a:ext cx="432000" cy="36007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68" name="Ellipse 967">
                    <a:extLst>
                      <a:ext uri="{FF2B5EF4-FFF2-40B4-BE49-F238E27FC236}">
                        <a16:creationId xmlns:a16="http://schemas.microsoft.com/office/drawing/2014/main" id="{30CC1A39-B0C7-B0FC-F372-3A84A57DA7B7}"/>
                      </a:ext>
                    </a:extLst>
                  </p:cNvPr>
                  <p:cNvSpPr/>
                  <p:nvPr/>
                </p:nvSpPr>
                <p:spPr>
                  <a:xfrm>
                    <a:off x="8425789" y="2007818"/>
                    <a:ext cx="144000" cy="144000"/>
                  </a:xfrm>
                  <a:prstGeom prst="ellipse">
                    <a:avLst/>
                  </a:prstGeom>
                  <a:solidFill>
                    <a:srgbClr val="92D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69" name="Ellipse 968">
                    <a:extLst>
                      <a:ext uri="{FF2B5EF4-FFF2-40B4-BE49-F238E27FC236}">
                        <a16:creationId xmlns:a16="http://schemas.microsoft.com/office/drawing/2014/main" id="{FAF9B10A-F4F3-07AD-A107-07EF4EA86956}"/>
                      </a:ext>
                    </a:extLst>
                  </p:cNvPr>
                  <p:cNvSpPr/>
                  <p:nvPr/>
                </p:nvSpPr>
                <p:spPr>
                  <a:xfrm>
                    <a:off x="8425789" y="2183993"/>
                    <a:ext cx="144000" cy="144000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70" name="Rechteck 969">
                    <a:extLst>
                      <a:ext uri="{FF2B5EF4-FFF2-40B4-BE49-F238E27FC236}">
                        <a16:creationId xmlns:a16="http://schemas.microsoft.com/office/drawing/2014/main" id="{662882E1-E174-3644-A6C6-FB6B53D69000}"/>
                      </a:ext>
                    </a:extLst>
                  </p:cNvPr>
                  <p:cNvSpPr/>
                  <p:nvPr/>
                </p:nvSpPr>
                <p:spPr>
                  <a:xfrm>
                    <a:off x="8238632" y="198979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  <p:sp>
                <p:nvSpPr>
                  <p:cNvPr id="971" name="Rechteck 970">
                    <a:extLst>
                      <a:ext uri="{FF2B5EF4-FFF2-40B4-BE49-F238E27FC236}">
                        <a16:creationId xmlns:a16="http://schemas.microsoft.com/office/drawing/2014/main" id="{5F57F489-B9E8-2AD4-6B2E-5955CDB42D4E}"/>
                      </a:ext>
                    </a:extLst>
                  </p:cNvPr>
                  <p:cNvSpPr/>
                  <p:nvPr/>
                </p:nvSpPr>
                <p:spPr>
                  <a:xfrm>
                    <a:off x="8238632" y="2169550"/>
                    <a:ext cx="90000" cy="180000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>
                      <a:noFill/>
                    </a:endParaRPr>
                  </a:p>
                </p:txBody>
              </p:sp>
            </p:grpSp>
            <p:sp>
              <p:nvSpPr>
                <p:cNvPr id="964" name="Rechteck: abgerundete Ecken 963">
                  <a:extLst>
                    <a:ext uri="{FF2B5EF4-FFF2-40B4-BE49-F238E27FC236}">
                      <a16:creationId xmlns:a16="http://schemas.microsoft.com/office/drawing/2014/main" id="{0468DA66-4110-B48E-E9E8-3FEC524A4D64}"/>
                    </a:ext>
                  </a:extLst>
                </p:cNvPr>
                <p:cNvSpPr/>
                <p:nvPr/>
              </p:nvSpPr>
              <p:spPr>
                <a:xfrm>
                  <a:off x="10021397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5" name="Rechteck: abgerundete Ecken 964">
                  <a:extLst>
                    <a:ext uri="{FF2B5EF4-FFF2-40B4-BE49-F238E27FC236}">
                      <a16:creationId xmlns:a16="http://schemas.microsoft.com/office/drawing/2014/main" id="{23781117-9341-4F49-1763-A683E4B7332B}"/>
                    </a:ext>
                  </a:extLst>
                </p:cNvPr>
                <p:cNvSpPr/>
                <p:nvPr/>
              </p:nvSpPr>
              <p:spPr>
                <a:xfrm>
                  <a:off x="9836053" y="863494"/>
                  <a:ext cx="90000" cy="1023345"/>
                </a:xfrm>
                <a:prstGeom prst="round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66" name="Textfeld 965">
                  <a:extLst>
                    <a:ext uri="{FF2B5EF4-FFF2-40B4-BE49-F238E27FC236}">
                      <a16:creationId xmlns:a16="http://schemas.microsoft.com/office/drawing/2014/main" id="{E6BEF564-261C-7EE2-C3F2-F59347DCAE79}"/>
                    </a:ext>
                  </a:extLst>
                </p:cNvPr>
                <p:cNvSpPr txBox="1"/>
                <p:nvPr/>
              </p:nvSpPr>
              <p:spPr>
                <a:xfrm>
                  <a:off x="10682199" y="2582581"/>
                  <a:ext cx="47641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de-DE" sz="1200" dirty="0"/>
                    <a:t>GND</a:t>
                  </a:r>
                </a:p>
              </p:txBody>
            </p:sp>
          </p:grpSp>
          <p:sp>
            <p:nvSpPr>
              <p:cNvPr id="949" name="Textfeld 948">
                <a:extLst>
                  <a:ext uri="{FF2B5EF4-FFF2-40B4-BE49-F238E27FC236}">
                    <a16:creationId xmlns:a16="http://schemas.microsoft.com/office/drawing/2014/main" id="{295046C4-F9B5-9A85-A790-649C92A4E554}"/>
                  </a:ext>
                </a:extLst>
              </p:cNvPr>
              <p:cNvSpPr txBox="1"/>
              <p:nvPr/>
            </p:nvSpPr>
            <p:spPr>
              <a:xfrm>
                <a:off x="9189881" y="929324"/>
                <a:ext cx="522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9V IN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956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5" name="Gruppieren 484">
            <a:extLst>
              <a:ext uri="{FF2B5EF4-FFF2-40B4-BE49-F238E27FC236}">
                <a16:creationId xmlns:a16="http://schemas.microsoft.com/office/drawing/2014/main" id="{A1B6DEE8-3EC1-69EA-9A62-605CCADF5105}"/>
              </a:ext>
            </a:extLst>
          </p:cNvPr>
          <p:cNvGrpSpPr/>
          <p:nvPr/>
        </p:nvGrpSpPr>
        <p:grpSpPr>
          <a:xfrm>
            <a:off x="2974367" y="1809000"/>
            <a:ext cx="5940188" cy="3240000"/>
            <a:chOff x="2974367" y="1809000"/>
            <a:chExt cx="5940188" cy="3240000"/>
          </a:xfrm>
        </p:grpSpPr>
        <p:sp>
          <p:nvSpPr>
            <p:cNvPr id="171" name="Rechteck 170">
              <a:extLst>
                <a:ext uri="{FF2B5EF4-FFF2-40B4-BE49-F238E27FC236}">
                  <a16:creationId xmlns:a16="http://schemas.microsoft.com/office/drawing/2014/main" id="{4D547387-357F-4338-D465-AED310B293E9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5" name="Gruppieren 464">
              <a:extLst>
                <a:ext uri="{FF2B5EF4-FFF2-40B4-BE49-F238E27FC236}">
                  <a16:creationId xmlns:a16="http://schemas.microsoft.com/office/drawing/2014/main" id="{097FD74A-90BE-629B-A63C-EA662CF09B6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80" name="Textfeld 179">
                <a:extLst>
                  <a:ext uri="{FF2B5EF4-FFF2-40B4-BE49-F238E27FC236}">
                    <a16:creationId xmlns:a16="http://schemas.microsoft.com/office/drawing/2014/main" id="{162C92B8-2BC6-168E-2D71-6232C1E0CE67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1" name="Textfeld 180">
                <a:extLst>
                  <a:ext uri="{FF2B5EF4-FFF2-40B4-BE49-F238E27FC236}">
                    <a16:creationId xmlns:a16="http://schemas.microsoft.com/office/drawing/2014/main" id="{7DAA83D0-48C4-3F9C-B8D8-D59512EAF3CB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82" name="Textfeld 181">
                <a:extLst>
                  <a:ext uri="{FF2B5EF4-FFF2-40B4-BE49-F238E27FC236}">
                    <a16:creationId xmlns:a16="http://schemas.microsoft.com/office/drawing/2014/main" id="{F773D5B2-9078-B4A4-0195-CAA54F69BF64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3" name="Textfeld 182">
              <a:extLst>
                <a:ext uri="{FF2B5EF4-FFF2-40B4-BE49-F238E27FC236}">
                  <a16:creationId xmlns:a16="http://schemas.microsoft.com/office/drawing/2014/main" id="{6A208DBC-DD7E-78D0-CF9D-C3822529B272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466" name="Gruppieren 465">
              <a:extLst>
                <a:ext uri="{FF2B5EF4-FFF2-40B4-BE49-F238E27FC236}">
                  <a16:creationId xmlns:a16="http://schemas.microsoft.com/office/drawing/2014/main" id="{29A2C5C3-2096-08C0-EA84-EBF21F09E34E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86" name="Textfeld 185">
                <a:extLst>
                  <a:ext uri="{FF2B5EF4-FFF2-40B4-BE49-F238E27FC236}">
                    <a16:creationId xmlns:a16="http://schemas.microsoft.com/office/drawing/2014/main" id="{2DCA8849-49AD-AFA8-9699-F0F0A92864F8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87" name="Textfeld 186">
                <a:extLst>
                  <a:ext uri="{FF2B5EF4-FFF2-40B4-BE49-F238E27FC236}">
                    <a16:creationId xmlns:a16="http://schemas.microsoft.com/office/drawing/2014/main" id="{44660492-7CB3-197F-D81D-EA4665895456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459" name="Gruppieren 458">
              <a:extLst>
                <a:ext uri="{FF2B5EF4-FFF2-40B4-BE49-F238E27FC236}">
                  <a16:creationId xmlns:a16="http://schemas.microsoft.com/office/drawing/2014/main" id="{4C1BE8D4-1B63-B891-08A7-EDC5EF259254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88" name="Textfeld 187">
                <a:extLst>
                  <a:ext uri="{FF2B5EF4-FFF2-40B4-BE49-F238E27FC236}">
                    <a16:creationId xmlns:a16="http://schemas.microsoft.com/office/drawing/2014/main" id="{5CC8CB89-17E2-F6B4-A423-838DCF662419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89" name="Textfeld 188">
                <a:extLst>
                  <a:ext uri="{FF2B5EF4-FFF2-40B4-BE49-F238E27FC236}">
                    <a16:creationId xmlns:a16="http://schemas.microsoft.com/office/drawing/2014/main" id="{8466F95E-BB83-3DA6-FD27-286977E9EAF0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90" name="Textfeld 189">
                <a:extLst>
                  <a:ext uri="{FF2B5EF4-FFF2-40B4-BE49-F238E27FC236}">
                    <a16:creationId xmlns:a16="http://schemas.microsoft.com/office/drawing/2014/main" id="{3090C860-747A-03BA-BADD-D863854497B6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91" name="Textfeld 190">
                <a:extLst>
                  <a:ext uri="{FF2B5EF4-FFF2-40B4-BE49-F238E27FC236}">
                    <a16:creationId xmlns:a16="http://schemas.microsoft.com/office/drawing/2014/main" id="{EF6A30FF-BB6C-502D-61EA-C4650B8137EF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445" name="Gruppieren 444">
              <a:extLst>
                <a:ext uri="{FF2B5EF4-FFF2-40B4-BE49-F238E27FC236}">
                  <a16:creationId xmlns:a16="http://schemas.microsoft.com/office/drawing/2014/main" id="{B6CD4218-706E-FFA8-ECC4-5E9C1B38ABA6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978E24EB-A2B6-7514-37C2-8F46CFB18C7B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7" name="Textfeld 196">
                <a:extLst>
                  <a:ext uri="{FF2B5EF4-FFF2-40B4-BE49-F238E27FC236}">
                    <a16:creationId xmlns:a16="http://schemas.microsoft.com/office/drawing/2014/main" id="{43DB6C51-AB18-4095-F9D7-A402AE3E059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98" name="Textfeld 197">
                <a:extLst>
                  <a:ext uri="{FF2B5EF4-FFF2-40B4-BE49-F238E27FC236}">
                    <a16:creationId xmlns:a16="http://schemas.microsoft.com/office/drawing/2014/main" id="{3BC1B63A-5550-81FD-D76B-FF4C6553DD13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99" name="Textfeld 198">
                <a:extLst>
                  <a:ext uri="{FF2B5EF4-FFF2-40B4-BE49-F238E27FC236}">
                    <a16:creationId xmlns:a16="http://schemas.microsoft.com/office/drawing/2014/main" id="{7C87BF04-2491-292A-09B6-D791B0E896ED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04" name="Textfeld 203">
              <a:extLst>
                <a:ext uri="{FF2B5EF4-FFF2-40B4-BE49-F238E27FC236}">
                  <a16:creationId xmlns:a16="http://schemas.microsoft.com/office/drawing/2014/main" id="{770BC8E9-5F53-CF6E-F7A1-3587F9B1A8C4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456" name="Gruppieren 455">
              <a:extLst>
                <a:ext uri="{FF2B5EF4-FFF2-40B4-BE49-F238E27FC236}">
                  <a16:creationId xmlns:a16="http://schemas.microsoft.com/office/drawing/2014/main" id="{49F2E3C2-1B9C-3714-AE7F-E21472C11DF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70" name="Rechteck: abgerundete Ecken 169">
                <a:extLst>
                  <a:ext uri="{FF2B5EF4-FFF2-40B4-BE49-F238E27FC236}">
                    <a16:creationId xmlns:a16="http://schemas.microsoft.com/office/drawing/2014/main" id="{5B2418F7-C379-2B63-9A3D-33D53E83978F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D6AFB1B0-3521-722D-11BA-B48E1FB2B395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29" name="Gruppieren 228">
              <a:extLst>
                <a:ext uri="{FF2B5EF4-FFF2-40B4-BE49-F238E27FC236}">
                  <a16:creationId xmlns:a16="http://schemas.microsoft.com/office/drawing/2014/main" id="{65E8D68C-E91B-0989-9D59-A47FCAF192CE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262" name="Rechteck 261">
                <a:extLst>
                  <a:ext uri="{FF2B5EF4-FFF2-40B4-BE49-F238E27FC236}">
                    <a16:creationId xmlns:a16="http://schemas.microsoft.com/office/drawing/2014/main" id="{EF550597-DCE0-3142-0D56-C92C4FA25F1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C64D146B-E663-FBD0-080E-394D4186BD35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4" name="Ellipse 263">
                <a:extLst>
                  <a:ext uri="{FF2B5EF4-FFF2-40B4-BE49-F238E27FC236}">
                    <a16:creationId xmlns:a16="http://schemas.microsoft.com/office/drawing/2014/main" id="{73939536-B6CA-41C7-8D5F-CDC41BAA75D9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381D763A-351A-F638-FF4D-0DBD760B69F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099ADA33-2FCC-9479-51FE-0085051AEE3E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7" name="Rechteck 266">
                <a:extLst>
                  <a:ext uri="{FF2B5EF4-FFF2-40B4-BE49-F238E27FC236}">
                    <a16:creationId xmlns:a16="http://schemas.microsoft.com/office/drawing/2014/main" id="{8352A32B-F98B-F396-8ADB-74261D78430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8" name="Rechteck 267">
                <a:extLst>
                  <a:ext uri="{FF2B5EF4-FFF2-40B4-BE49-F238E27FC236}">
                    <a16:creationId xmlns:a16="http://schemas.microsoft.com/office/drawing/2014/main" id="{5C7A0027-1B96-A398-51C9-B8E0413A8A3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69" name="Rechteck 268">
                <a:extLst>
                  <a:ext uri="{FF2B5EF4-FFF2-40B4-BE49-F238E27FC236}">
                    <a16:creationId xmlns:a16="http://schemas.microsoft.com/office/drawing/2014/main" id="{43F7A176-B661-4686-F520-7432B5CE745C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270" name="Rechteck 269">
                <a:extLst>
                  <a:ext uri="{FF2B5EF4-FFF2-40B4-BE49-F238E27FC236}">
                    <a16:creationId xmlns:a16="http://schemas.microsoft.com/office/drawing/2014/main" id="{4DCC4CCA-A1E3-A447-CE1F-D44134A685D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DB2CA413-2F5B-62CC-7447-A522E2863F68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34" name="Gruppieren 333">
              <a:extLst>
                <a:ext uri="{FF2B5EF4-FFF2-40B4-BE49-F238E27FC236}">
                  <a16:creationId xmlns:a16="http://schemas.microsoft.com/office/drawing/2014/main" id="{C29300B5-4A8F-31C2-46EA-657A070AD762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1" name="Flussdiagramm: Manuelle Verarbeitung 330">
                <a:extLst>
                  <a:ext uri="{FF2B5EF4-FFF2-40B4-BE49-F238E27FC236}">
                    <a16:creationId xmlns:a16="http://schemas.microsoft.com/office/drawing/2014/main" id="{CADA386D-016F-2B64-54F0-7BE82BD1096B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Flussdiagramm: Manuelle Verarbeitung 331">
                <a:extLst>
                  <a:ext uri="{FF2B5EF4-FFF2-40B4-BE49-F238E27FC236}">
                    <a16:creationId xmlns:a16="http://schemas.microsoft.com/office/drawing/2014/main" id="{613ACAB4-4FBC-26E8-E0A1-A2736661A42A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5" name="Gruppieren 334">
              <a:extLst>
                <a:ext uri="{FF2B5EF4-FFF2-40B4-BE49-F238E27FC236}">
                  <a16:creationId xmlns:a16="http://schemas.microsoft.com/office/drawing/2014/main" id="{5A1759E5-9214-1308-FBB0-CC5D5937876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36" name="Flussdiagramm: Manuelle Verarbeitung 335">
                <a:extLst>
                  <a:ext uri="{FF2B5EF4-FFF2-40B4-BE49-F238E27FC236}">
                    <a16:creationId xmlns:a16="http://schemas.microsoft.com/office/drawing/2014/main" id="{B818F68F-6552-D35D-42E9-1C8FC9AB509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7" name="Flussdiagramm: Manuelle Verarbeitung 336">
                <a:extLst>
                  <a:ext uri="{FF2B5EF4-FFF2-40B4-BE49-F238E27FC236}">
                    <a16:creationId xmlns:a16="http://schemas.microsoft.com/office/drawing/2014/main" id="{F9BCEA2F-A510-34D9-4ECA-44B6C598F984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84DF2025-8408-835E-0421-E79332D05D1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339" name="Flussdiagramm: Manuelle Verarbeitung 338">
                <a:extLst>
                  <a:ext uri="{FF2B5EF4-FFF2-40B4-BE49-F238E27FC236}">
                    <a16:creationId xmlns:a16="http://schemas.microsoft.com/office/drawing/2014/main" id="{D4B9F5C8-6F21-0A88-FDF9-FAD53100F9D2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Flussdiagramm: Manuelle Verarbeitung 339">
                <a:extLst>
                  <a:ext uri="{FF2B5EF4-FFF2-40B4-BE49-F238E27FC236}">
                    <a16:creationId xmlns:a16="http://schemas.microsoft.com/office/drawing/2014/main" id="{684C448E-43A3-139D-C90B-24421254210C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FE72A2EE-FAF8-CC2A-CCBB-E338BE6A2D25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43" name="Flussdiagramm: Manuelle Verarbeitung 342">
                <a:extLst>
                  <a:ext uri="{FF2B5EF4-FFF2-40B4-BE49-F238E27FC236}">
                    <a16:creationId xmlns:a16="http://schemas.microsoft.com/office/drawing/2014/main" id="{1E1A1EE1-8220-41AD-9E71-CF74539E40B7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4" name="Flussdiagramm: Manuelle Verarbeitung 343">
                <a:extLst>
                  <a:ext uri="{FF2B5EF4-FFF2-40B4-BE49-F238E27FC236}">
                    <a16:creationId xmlns:a16="http://schemas.microsoft.com/office/drawing/2014/main" id="{64D1B306-4D93-FBE7-712E-4F94BFE4E16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6" name="Flussdiagramm: Manuelle Verarbeitung 345">
              <a:extLst>
                <a:ext uri="{FF2B5EF4-FFF2-40B4-BE49-F238E27FC236}">
                  <a16:creationId xmlns:a16="http://schemas.microsoft.com/office/drawing/2014/main" id="{EFED869D-54C8-D2BE-C819-DDAE8381C771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Flussdiagramm: Manuelle Verarbeitung 346">
              <a:extLst>
                <a:ext uri="{FF2B5EF4-FFF2-40B4-BE49-F238E27FC236}">
                  <a16:creationId xmlns:a16="http://schemas.microsoft.com/office/drawing/2014/main" id="{74C61CF9-683C-5C70-3D06-343B3C0D6577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9" name="Gruppieren 348">
              <a:extLst>
                <a:ext uri="{FF2B5EF4-FFF2-40B4-BE49-F238E27FC236}">
                  <a16:creationId xmlns:a16="http://schemas.microsoft.com/office/drawing/2014/main" id="{F9CC21BA-10A0-3128-0FA9-83484FA4CF3E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350" name="Flussdiagramm: Manuelle Verarbeitung 349">
                <a:extLst>
                  <a:ext uri="{FF2B5EF4-FFF2-40B4-BE49-F238E27FC236}">
                    <a16:creationId xmlns:a16="http://schemas.microsoft.com/office/drawing/2014/main" id="{943AD7B8-F71F-1040-3CDC-EF5F16E106D9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1" name="Flussdiagramm: Manuelle Verarbeitung 350">
                <a:extLst>
                  <a:ext uri="{FF2B5EF4-FFF2-40B4-BE49-F238E27FC236}">
                    <a16:creationId xmlns:a16="http://schemas.microsoft.com/office/drawing/2014/main" id="{F7EF96F2-A83E-5A1C-5DE5-AF22E6C1ADF1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52" name="Rechteck 351">
              <a:extLst>
                <a:ext uri="{FF2B5EF4-FFF2-40B4-BE49-F238E27FC236}">
                  <a16:creationId xmlns:a16="http://schemas.microsoft.com/office/drawing/2014/main" id="{26FB72BD-5E9E-3158-201F-800003ED94E8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3" name="Rechteck 352">
              <a:extLst>
                <a:ext uri="{FF2B5EF4-FFF2-40B4-BE49-F238E27FC236}">
                  <a16:creationId xmlns:a16="http://schemas.microsoft.com/office/drawing/2014/main" id="{D15752DE-6DC3-BFE6-C387-2667ED5AA97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4" name="Gruppieren 353">
              <a:extLst>
                <a:ext uri="{FF2B5EF4-FFF2-40B4-BE49-F238E27FC236}">
                  <a16:creationId xmlns:a16="http://schemas.microsoft.com/office/drawing/2014/main" id="{D2941DBB-06F6-E14C-8A46-053951F5855B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355" name="Rechteck 354">
                <a:extLst>
                  <a:ext uri="{FF2B5EF4-FFF2-40B4-BE49-F238E27FC236}">
                    <a16:creationId xmlns:a16="http://schemas.microsoft.com/office/drawing/2014/main" id="{993B4719-28F1-04C0-704A-5F5DE546CAD5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56" name="Ellipse 355">
                <a:extLst>
                  <a:ext uri="{FF2B5EF4-FFF2-40B4-BE49-F238E27FC236}">
                    <a16:creationId xmlns:a16="http://schemas.microsoft.com/office/drawing/2014/main" id="{5AF36646-B8E7-C043-4A48-90315F8D905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57" name="Ellipse 356">
                <a:extLst>
                  <a:ext uri="{FF2B5EF4-FFF2-40B4-BE49-F238E27FC236}">
                    <a16:creationId xmlns:a16="http://schemas.microsoft.com/office/drawing/2014/main" id="{F8716CC4-B0BF-6E08-AAEF-B3458FCD8CBD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8" name="Ellipse 357">
                <a:extLst>
                  <a:ext uri="{FF2B5EF4-FFF2-40B4-BE49-F238E27FC236}">
                    <a16:creationId xmlns:a16="http://schemas.microsoft.com/office/drawing/2014/main" id="{6855F702-FA9C-A8FD-BDCB-E9DAB8F3FA5E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9" name="Ellipse 358">
                <a:extLst>
                  <a:ext uri="{FF2B5EF4-FFF2-40B4-BE49-F238E27FC236}">
                    <a16:creationId xmlns:a16="http://schemas.microsoft.com/office/drawing/2014/main" id="{934F5758-DC54-A455-00DA-0DAEEFB3F4AF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0" name="Rechteck 359">
                <a:extLst>
                  <a:ext uri="{FF2B5EF4-FFF2-40B4-BE49-F238E27FC236}">
                    <a16:creationId xmlns:a16="http://schemas.microsoft.com/office/drawing/2014/main" id="{4E83BA4C-9E05-B2E2-54CC-3D4D39F913B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1" name="Rechteck 360">
                <a:extLst>
                  <a:ext uri="{FF2B5EF4-FFF2-40B4-BE49-F238E27FC236}">
                    <a16:creationId xmlns:a16="http://schemas.microsoft.com/office/drawing/2014/main" id="{FEE99001-2B47-3FCC-37E1-DCE649894B95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2" name="Rechteck 361">
                <a:extLst>
                  <a:ext uri="{FF2B5EF4-FFF2-40B4-BE49-F238E27FC236}">
                    <a16:creationId xmlns:a16="http://schemas.microsoft.com/office/drawing/2014/main" id="{281D834B-D984-573E-529D-20CE05CB08F5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3" name="Rechteck 362">
                <a:extLst>
                  <a:ext uri="{FF2B5EF4-FFF2-40B4-BE49-F238E27FC236}">
                    <a16:creationId xmlns:a16="http://schemas.microsoft.com/office/drawing/2014/main" id="{EB186AE9-0400-167E-992C-66C770FAC542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4" name="Gruppieren 363">
              <a:extLst>
                <a:ext uri="{FF2B5EF4-FFF2-40B4-BE49-F238E27FC236}">
                  <a16:creationId xmlns:a16="http://schemas.microsoft.com/office/drawing/2014/main" id="{3E40374B-0ED2-A6BE-1568-994740D7B7A3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365" name="Rechteck 364">
                <a:extLst>
                  <a:ext uri="{FF2B5EF4-FFF2-40B4-BE49-F238E27FC236}">
                    <a16:creationId xmlns:a16="http://schemas.microsoft.com/office/drawing/2014/main" id="{45429A6A-A945-E49D-20F7-BEBFFB2B27E0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66" name="Ellipse 365">
                <a:extLst>
                  <a:ext uri="{FF2B5EF4-FFF2-40B4-BE49-F238E27FC236}">
                    <a16:creationId xmlns:a16="http://schemas.microsoft.com/office/drawing/2014/main" id="{DCA7BFFE-E10F-C5AA-C945-73A3228C22D2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7" name="Ellipse 366">
                <a:extLst>
                  <a:ext uri="{FF2B5EF4-FFF2-40B4-BE49-F238E27FC236}">
                    <a16:creationId xmlns:a16="http://schemas.microsoft.com/office/drawing/2014/main" id="{39F981DC-D897-5A9F-0E59-B9EB6DC602FF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8" name="Ellipse 367">
                <a:extLst>
                  <a:ext uri="{FF2B5EF4-FFF2-40B4-BE49-F238E27FC236}">
                    <a16:creationId xmlns:a16="http://schemas.microsoft.com/office/drawing/2014/main" id="{98F93D09-E512-B5C8-AF35-AAC0D7218D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9" name="Ellipse 368">
                <a:extLst>
                  <a:ext uri="{FF2B5EF4-FFF2-40B4-BE49-F238E27FC236}">
                    <a16:creationId xmlns:a16="http://schemas.microsoft.com/office/drawing/2014/main" id="{C8C58E40-642D-F727-4BE9-2F193D1293E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0" name="Rechteck 369">
                <a:extLst>
                  <a:ext uri="{FF2B5EF4-FFF2-40B4-BE49-F238E27FC236}">
                    <a16:creationId xmlns:a16="http://schemas.microsoft.com/office/drawing/2014/main" id="{2987177C-FB27-4E59-7B67-E46F19DEE038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1" name="Rechteck 370">
                <a:extLst>
                  <a:ext uri="{FF2B5EF4-FFF2-40B4-BE49-F238E27FC236}">
                    <a16:creationId xmlns:a16="http://schemas.microsoft.com/office/drawing/2014/main" id="{C63A9BB3-ACD3-D58F-C1E3-70756C289AF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2" name="Rechteck 371">
                <a:extLst>
                  <a:ext uri="{FF2B5EF4-FFF2-40B4-BE49-F238E27FC236}">
                    <a16:creationId xmlns:a16="http://schemas.microsoft.com/office/drawing/2014/main" id="{84855997-47C9-B7E1-3173-6E9D4346D27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73" name="Rechteck 372">
                <a:extLst>
                  <a:ext uri="{FF2B5EF4-FFF2-40B4-BE49-F238E27FC236}">
                    <a16:creationId xmlns:a16="http://schemas.microsoft.com/office/drawing/2014/main" id="{4DC46D24-B8FB-66B1-4B66-27289C65F2A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94" name="Gruppieren 393">
              <a:extLst>
                <a:ext uri="{FF2B5EF4-FFF2-40B4-BE49-F238E27FC236}">
                  <a16:creationId xmlns:a16="http://schemas.microsoft.com/office/drawing/2014/main" id="{273D972A-3B19-CC5B-FA69-95AF88746F0F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395" name="Rechteck 394">
                <a:extLst>
                  <a:ext uri="{FF2B5EF4-FFF2-40B4-BE49-F238E27FC236}">
                    <a16:creationId xmlns:a16="http://schemas.microsoft.com/office/drawing/2014/main" id="{2080EBFB-56BE-E3C4-550F-5DE9A934DB1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396" name="Ellipse 395">
                <a:extLst>
                  <a:ext uri="{FF2B5EF4-FFF2-40B4-BE49-F238E27FC236}">
                    <a16:creationId xmlns:a16="http://schemas.microsoft.com/office/drawing/2014/main" id="{D6FBDC65-6932-DBD9-D1F7-8E89373700EE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7" name="Ellipse 396">
                <a:extLst>
                  <a:ext uri="{FF2B5EF4-FFF2-40B4-BE49-F238E27FC236}">
                    <a16:creationId xmlns:a16="http://schemas.microsoft.com/office/drawing/2014/main" id="{275030C3-E391-8DF3-E72A-6A4D93644D05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8" name="Ellipse 397">
                <a:extLst>
                  <a:ext uri="{FF2B5EF4-FFF2-40B4-BE49-F238E27FC236}">
                    <a16:creationId xmlns:a16="http://schemas.microsoft.com/office/drawing/2014/main" id="{79213577-2B7D-10F8-DD4F-D3C04E4E048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99" name="Ellipse 398">
                <a:extLst>
                  <a:ext uri="{FF2B5EF4-FFF2-40B4-BE49-F238E27FC236}">
                    <a16:creationId xmlns:a16="http://schemas.microsoft.com/office/drawing/2014/main" id="{364868C0-7FC1-BA28-D2DE-B962ABC44404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0" name="Rechteck 399">
                <a:extLst>
                  <a:ext uri="{FF2B5EF4-FFF2-40B4-BE49-F238E27FC236}">
                    <a16:creationId xmlns:a16="http://schemas.microsoft.com/office/drawing/2014/main" id="{FF508103-21BC-B159-C1E2-3174FAC88143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1" name="Rechteck 400">
                <a:extLst>
                  <a:ext uri="{FF2B5EF4-FFF2-40B4-BE49-F238E27FC236}">
                    <a16:creationId xmlns:a16="http://schemas.microsoft.com/office/drawing/2014/main" id="{13DA815A-681E-F7A0-EDE3-E187C5C8A51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2" name="Rechteck 401">
                <a:extLst>
                  <a:ext uri="{FF2B5EF4-FFF2-40B4-BE49-F238E27FC236}">
                    <a16:creationId xmlns:a16="http://schemas.microsoft.com/office/drawing/2014/main" id="{D3D73D78-C264-B4B6-F838-845637662253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03" name="Rechteck 402">
                <a:extLst>
                  <a:ext uri="{FF2B5EF4-FFF2-40B4-BE49-F238E27FC236}">
                    <a16:creationId xmlns:a16="http://schemas.microsoft.com/office/drawing/2014/main" id="{7C88F273-FE66-9C87-3D6A-20FAEFDE3548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04" name="Gerader Verbinder 403">
                <a:extLst>
                  <a:ext uri="{FF2B5EF4-FFF2-40B4-BE49-F238E27FC236}">
                    <a16:creationId xmlns:a16="http://schemas.microsoft.com/office/drawing/2014/main" id="{572E500C-311C-9294-A0C7-29D834D5CE3F}"/>
                  </a:ext>
                </a:extLst>
              </p:cNvPr>
              <p:cNvCxnSpPr>
                <a:stCxn id="396" idx="3"/>
                <a:endCxn id="396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Gerader Verbinder 404">
                <a:extLst>
                  <a:ext uri="{FF2B5EF4-FFF2-40B4-BE49-F238E27FC236}">
                    <a16:creationId xmlns:a16="http://schemas.microsoft.com/office/drawing/2014/main" id="{C798664F-6A84-DDDA-AAAC-066B740F9DA8}"/>
                  </a:ext>
                </a:extLst>
              </p:cNvPr>
              <p:cNvCxnSpPr>
                <a:cxnSpLocks/>
                <a:stCxn id="397" idx="1"/>
                <a:endCxn id="397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Gerader Verbinder 405">
                <a:extLst>
                  <a:ext uri="{FF2B5EF4-FFF2-40B4-BE49-F238E27FC236}">
                    <a16:creationId xmlns:a16="http://schemas.microsoft.com/office/drawing/2014/main" id="{EF7FC5B5-525C-809C-BF8C-2F4BD86EB04B}"/>
                  </a:ext>
                </a:extLst>
              </p:cNvPr>
              <p:cNvCxnSpPr>
                <a:cxnSpLocks/>
                <a:stCxn id="398" idx="2"/>
                <a:endCxn id="398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Gerader Verbinder 406">
                <a:extLst>
                  <a:ext uri="{FF2B5EF4-FFF2-40B4-BE49-F238E27FC236}">
                    <a16:creationId xmlns:a16="http://schemas.microsoft.com/office/drawing/2014/main" id="{4283666F-4729-85A3-0080-C49A1D23CFCA}"/>
                  </a:ext>
                </a:extLst>
              </p:cNvPr>
              <p:cNvCxnSpPr>
                <a:cxnSpLocks/>
                <a:stCxn id="399" idx="4"/>
                <a:endCxn id="399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8" name="Gruppieren 407">
              <a:extLst>
                <a:ext uri="{FF2B5EF4-FFF2-40B4-BE49-F238E27FC236}">
                  <a16:creationId xmlns:a16="http://schemas.microsoft.com/office/drawing/2014/main" id="{A9E3DF3E-0BEB-F7BC-0779-49488787FDC6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409" name="Rechteck 408">
                <a:extLst>
                  <a:ext uri="{FF2B5EF4-FFF2-40B4-BE49-F238E27FC236}">
                    <a16:creationId xmlns:a16="http://schemas.microsoft.com/office/drawing/2014/main" id="{D8F6E153-66DD-AB64-B90D-E2475473765E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0" name="Ellipse 409">
                <a:extLst>
                  <a:ext uri="{FF2B5EF4-FFF2-40B4-BE49-F238E27FC236}">
                    <a16:creationId xmlns:a16="http://schemas.microsoft.com/office/drawing/2014/main" id="{04821132-B7D6-9574-449C-142F87B3F55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1" name="Ellipse 410">
                <a:extLst>
                  <a:ext uri="{FF2B5EF4-FFF2-40B4-BE49-F238E27FC236}">
                    <a16:creationId xmlns:a16="http://schemas.microsoft.com/office/drawing/2014/main" id="{8CEBD9AA-81C5-B167-F697-535C17303C4B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2" name="Ellipse 411">
                <a:extLst>
                  <a:ext uri="{FF2B5EF4-FFF2-40B4-BE49-F238E27FC236}">
                    <a16:creationId xmlns:a16="http://schemas.microsoft.com/office/drawing/2014/main" id="{F12D0592-F88E-68AF-DAF3-5879E6101E4C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3" name="Ellipse 412">
                <a:extLst>
                  <a:ext uri="{FF2B5EF4-FFF2-40B4-BE49-F238E27FC236}">
                    <a16:creationId xmlns:a16="http://schemas.microsoft.com/office/drawing/2014/main" id="{BCFCFFDE-00BD-9A93-0397-D0083DDC60AA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4" name="Rechteck 413">
                <a:extLst>
                  <a:ext uri="{FF2B5EF4-FFF2-40B4-BE49-F238E27FC236}">
                    <a16:creationId xmlns:a16="http://schemas.microsoft.com/office/drawing/2014/main" id="{32FB14A1-8973-2F00-3EC8-3AB4460EDCFD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5" name="Rechteck 414">
                <a:extLst>
                  <a:ext uri="{FF2B5EF4-FFF2-40B4-BE49-F238E27FC236}">
                    <a16:creationId xmlns:a16="http://schemas.microsoft.com/office/drawing/2014/main" id="{FE76E57B-B7F4-241E-D1DF-716160315083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6" name="Rechteck 415">
                <a:extLst>
                  <a:ext uri="{FF2B5EF4-FFF2-40B4-BE49-F238E27FC236}">
                    <a16:creationId xmlns:a16="http://schemas.microsoft.com/office/drawing/2014/main" id="{D0062BEA-AF55-8ACA-1E6E-D59A6500D36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17" name="Rechteck 416">
                <a:extLst>
                  <a:ext uri="{FF2B5EF4-FFF2-40B4-BE49-F238E27FC236}">
                    <a16:creationId xmlns:a16="http://schemas.microsoft.com/office/drawing/2014/main" id="{4AE7ECBA-45AE-459D-1543-71E80048874A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418" name="Gerader Verbinder 417">
                <a:extLst>
                  <a:ext uri="{FF2B5EF4-FFF2-40B4-BE49-F238E27FC236}">
                    <a16:creationId xmlns:a16="http://schemas.microsoft.com/office/drawing/2014/main" id="{0C09A2A0-8B6E-E854-CE9D-042DBE238C00}"/>
                  </a:ext>
                </a:extLst>
              </p:cNvPr>
              <p:cNvCxnSpPr>
                <a:stCxn id="410" idx="3"/>
                <a:endCxn id="410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Gerader Verbinder 418">
                <a:extLst>
                  <a:ext uri="{FF2B5EF4-FFF2-40B4-BE49-F238E27FC236}">
                    <a16:creationId xmlns:a16="http://schemas.microsoft.com/office/drawing/2014/main" id="{CAC74B20-6620-F55B-A7DF-31021A2AB4FF}"/>
                  </a:ext>
                </a:extLst>
              </p:cNvPr>
              <p:cNvCxnSpPr>
                <a:cxnSpLocks/>
                <a:stCxn id="411" idx="1"/>
                <a:endCxn id="411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Gerader Verbinder 419">
                <a:extLst>
                  <a:ext uri="{FF2B5EF4-FFF2-40B4-BE49-F238E27FC236}">
                    <a16:creationId xmlns:a16="http://schemas.microsoft.com/office/drawing/2014/main" id="{FF447021-CF29-CA94-1189-DD4E8E604F41}"/>
                  </a:ext>
                </a:extLst>
              </p:cNvPr>
              <p:cNvCxnSpPr>
                <a:cxnSpLocks/>
                <a:stCxn id="412" idx="2"/>
                <a:endCxn id="412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Gerader Verbinder 420">
                <a:extLst>
                  <a:ext uri="{FF2B5EF4-FFF2-40B4-BE49-F238E27FC236}">
                    <a16:creationId xmlns:a16="http://schemas.microsoft.com/office/drawing/2014/main" id="{E00643DA-4206-4C11-21B3-6E427A23FDA4}"/>
                  </a:ext>
                </a:extLst>
              </p:cNvPr>
              <p:cNvCxnSpPr>
                <a:cxnSpLocks/>
                <a:stCxn id="413" idx="4"/>
                <a:endCxn id="413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C866F337-5EDF-2216-9E03-1154D4B6BC94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6DB08DB0-93F1-5F4A-57A1-28450FFDE059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25" name="Ellipse 424">
                <a:extLst>
                  <a:ext uri="{FF2B5EF4-FFF2-40B4-BE49-F238E27FC236}">
                    <a16:creationId xmlns:a16="http://schemas.microsoft.com/office/drawing/2014/main" id="{853114E0-117C-9BF3-8360-6E0547FDF87E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6" name="Ellipse 425">
                <a:extLst>
                  <a:ext uri="{FF2B5EF4-FFF2-40B4-BE49-F238E27FC236}">
                    <a16:creationId xmlns:a16="http://schemas.microsoft.com/office/drawing/2014/main" id="{C0499A84-492C-89FD-4E26-83ECA4B5C80D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7" name="Ellipse 426">
                <a:extLst>
                  <a:ext uri="{FF2B5EF4-FFF2-40B4-BE49-F238E27FC236}">
                    <a16:creationId xmlns:a16="http://schemas.microsoft.com/office/drawing/2014/main" id="{ABD5979E-84D6-FE0E-737E-3CB754396F46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9" name="Rechteck 428">
                <a:extLst>
                  <a:ext uri="{FF2B5EF4-FFF2-40B4-BE49-F238E27FC236}">
                    <a16:creationId xmlns:a16="http://schemas.microsoft.com/office/drawing/2014/main" id="{7EDC2E1F-7320-A463-7CC8-B9F89136E6AC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0" name="Rechteck 429">
                <a:extLst>
                  <a:ext uri="{FF2B5EF4-FFF2-40B4-BE49-F238E27FC236}">
                    <a16:creationId xmlns:a16="http://schemas.microsoft.com/office/drawing/2014/main" id="{8BB1F4A0-202D-9C6C-C8D5-69000013155D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1" name="Rechteck 430">
                <a:extLst>
                  <a:ext uri="{FF2B5EF4-FFF2-40B4-BE49-F238E27FC236}">
                    <a16:creationId xmlns:a16="http://schemas.microsoft.com/office/drawing/2014/main" id="{4BB3BD2D-E489-ADFC-7E57-8478245A561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41" name="Gruppieren 440">
              <a:extLst>
                <a:ext uri="{FF2B5EF4-FFF2-40B4-BE49-F238E27FC236}">
                  <a16:creationId xmlns:a16="http://schemas.microsoft.com/office/drawing/2014/main" id="{6D29FCF6-B8A0-4D98-AB24-82E9EAC8ED44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434" name="Rechteck 433">
                <a:extLst>
                  <a:ext uri="{FF2B5EF4-FFF2-40B4-BE49-F238E27FC236}">
                    <a16:creationId xmlns:a16="http://schemas.microsoft.com/office/drawing/2014/main" id="{BF50665F-666F-01A4-DAD7-F5B21076B662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6" name="Ellipse 435">
                <a:extLst>
                  <a:ext uri="{FF2B5EF4-FFF2-40B4-BE49-F238E27FC236}">
                    <a16:creationId xmlns:a16="http://schemas.microsoft.com/office/drawing/2014/main" id="{8C59FB52-E437-7B66-040F-2097C1CA6333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7" name="Ellipse 436">
                <a:extLst>
                  <a:ext uri="{FF2B5EF4-FFF2-40B4-BE49-F238E27FC236}">
                    <a16:creationId xmlns:a16="http://schemas.microsoft.com/office/drawing/2014/main" id="{2BD1AD01-2057-1717-27C8-D4303F4DA587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8" name="Rechteck 437">
                <a:extLst>
                  <a:ext uri="{FF2B5EF4-FFF2-40B4-BE49-F238E27FC236}">
                    <a16:creationId xmlns:a16="http://schemas.microsoft.com/office/drawing/2014/main" id="{4C74425C-D2AE-0D70-610C-2F7B33EC296A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439" name="Rechteck 438">
                <a:extLst>
                  <a:ext uri="{FF2B5EF4-FFF2-40B4-BE49-F238E27FC236}">
                    <a16:creationId xmlns:a16="http://schemas.microsoft.com/office/drawing/2014/main" id="{87DE45BE-AA4C-E1FF-1EDA-0883F250127A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42" name="Ellipse 441">
              <a:extLst>
                <a:ext uri="{FF2B5EF4-FFF2-40B4-BE49-F238E27FC236}">
                  <a16:creationId xmlns:a16="http://schemas.microsoft.com/office/drawing/2014/main" id="{E98CCC57-1503-C44B-69EB-F23B3AAE62F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3" name="Ellipse 442">
              <a:extLst>
                <a:ext uri="{FF2B5EF4-FFF2-40B4-BE49-F238E27FC236}">
                  <a16:creationId xmlns:a16="http://schemas.microsoft.com/office/drawing/2014/main" id="{BB9A1760-A4F8-FD3F-B1A6-42F9E53B823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4" name="Ellipse 443">
              <a:extLst>
                <a:ext uri="{FF2B5EF4-FFF2-40B4-BE49-F238E27FC236}">
                  <a16:creationId xmlns:a16="http://schemas.microsoft.com/office/drawing/2014/main" id="{A384A25C-6C8D-B033-708F-71D8B8276DA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6" name="Gruppieren 445">
              <a:extLst>
                <a:ext uri="{FF2B5EF4-FFF2-40B4-BE49-F238E27FC236}">
                  <a16:creationId xmlns:a16="http://schemas.microsoft.com/office/drawing/2014/main" id="{1258C328-863D-AE4C-1430-69C4D20C3C60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447" name="Textfeld 446">
                <a:extLst>
                  <a:ext uri="{FF2B5EF4-FFF2-40B4-BE49-F238E27FC236}">
                    <a16:creationId xmlns:a16="http://schemas.microsoft.com/office/drawing/2014/main" id="{D7F475D6-D959-451A-CCE4-6B63710AAEFE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48" name="Textfeld 447">
                <a:extLst>
                  <a:ext uri="{FF2B5EF4-FFF2-40B4-BE49-F238E27FC236}">
                    <a16:creationId xmlns:a16="http://schemas.microsoft.com/office/drawing/2014/main" id="{0CBA559A-5F53-7C31-4634-B5AA2075A9A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449" name="Textfeld 448">
                <a:extLst>
                  <a:ext uri="{FF2B5EF4-FFF2-40B4-BE49-F238E27FC236}">
                    <a16:creationId xmlns:a16="http://schemas.microsoft.com/office/drawing/2014/main" id="{FEFE1657-9319-39D0-BC83-A3EBDEAAB38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0" name="Textfeld 449">
                <a:extLst>
                  <a:ext uri="{FF2B5EF4-FFF2-40B4-BE49-F238E27FC236}">
                    <a16:creationId xmlns:a16="http://schemas.microsoft.com/office/drawing/2014/main" id="{5CD1E105-E0B0-266B-D03D-1CE4551E925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1" name="Gruppieren 450">
              <a:extLst>
                <a:ext uri="{FF2B5EF4-FFF2-40B4-BE49-F238E27FC236}">
                  <a16:creationId xmlns:a16="http://schemas.microsoft.com/office/drawing/2014/main" id="{06A3B007-56AD-9D26-D092-DAD87D5F5131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452" name="Textfeld 451">
                <a:extLst>
                  <a:ext uri="{FF2B5EF4-FFF2-40B4-BE49-F238E27FC236}">
                    <a16:creationId xmlns:a16="http://schemas.microsoft.com/office/drawing/2014/main" id="{6C0DB8B9-0E68-ECDF-8532-590700697E3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452CD756-B538-9031-6A85-6B388074586A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5A1B88C0-C5E4-3D32-5505-60B938CDE10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455" name="Textfeld 454">
                <a:extLst>
                  <a:ext uri="{FF2B5EF4-FFF2-40B4-BE49-F238E27FC236}">
                    <a16:creationId xmlns:a16="http://schemas.microsoft.com/office/drawing/2014/main" id="{71E0D2F5-7438-5260-8CD8-A86B710CBC75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57" name="Textfeld 456">
              <a:extLst>
                <a:ext uri="{FF2B5EF4-FFF2-40B4-BE49-F238E27FC236}">
                  <a16:creationId xmlns:a16="http://schemas.microsoft.com/office/drawing/2014/main" id="{A588993B-8C3A-7BBE-47A9-635D452999C2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58" name="Textfeld 457">
              <a:extLst>
                <a:ext uri="{FF2B5EF4-FFF2-40B4-BE49-F238E27FC236}">
                  <a16:creationId xmlns:a16="http://schemas.microsoft.com/office/drawing/2014/main" id="{0FF291FD-E168-74C1-B9BF-0D5761711599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60" name="Gruppieren 459">
              <a:extLst>
                <a:ext uri="{FF2B5EF4-FFF2-40B4-BE49-F238E27FC236}">
                  <a16:creationId xmlns:a16="http://schemas.microsoft.com/office/drawing/2014/main" id="{448EAE96-76B4-25E8-1B81-2679AB20155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461" name="Textfeld 460">
                <a:extLst>
                  <a:ext uri="{FF2B5EF4-FFF2-40B4-BE49-F238E27FC236}">
                    <a16:creationId xmlns:a16="http://schemas.microsoft.com/office/drawing/2014/main" id="{F4D7CB38-2E70-2902-2F9E-29C6352343B8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2" name="Textfeld 461">
                <a:extLst>
                  <a:ext uri="{FF2B5EF4-FFF2-40B4-BE49-F238E27FC236}">
                    <a16:creationId xmlns:a16="http://schemas.microsoft.com/office/drawing/2014/main" id="{FD0BA01D-8D01-642C-9FFC-205080C5D8B8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463" name="Textfeld 462">
                <a:extLst>
                  <a:ext uri="{FF2B5EF4-FFF2-40B4-BE49-F238E27FC236}">
                    <a16:creationId xmlns:a16="http://schemas.microsoft.com/office/drawing/2014/main" id="{14630A21-D3DB-29FA-C524-004349CF6D9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464" name="Textfeld 463">
                <a:extLst>
                  <a:ext uri="{FF2B5EF4-FFF2-40B4-BE49-F238E27FC236}">
                    <a16:creationId xmlns:a16="http://schemas.microsoft.com/office/drawing/2014/main" id="{2ECBADFA-93B9-564D-ECAB-A43F2ED97457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67" name="Rechteck 466">
              <a:extLst>
                <a:ext uri="{FF2B5EF4-FFF2-40B4-BE49-F238E27FC236}">
                  <a16:creationId xmlns:a16="http://schemas.microsoft.com/office/drawing/2014/main" id="{452CED33-DCDA-3D89-5E05-11DB69FB81CD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8" name="Rechteck 467">
              <a:extLst>
                <a:ext uri="{FF2B5EF4-FFF2-40B4-BE49-F238E27FC236}">
                  <a16:creationId xmlns:a16="http://schemas.microsoft.com/office/drawing/2014/main" id="{BB620DD4-A11E-03F7-BEA0-82312D671FAE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hteck 468">
              <a:extLst>
                <a:ext uri="{FF2B5EF4-FFF2-40B4-BE49-F238E27FC236}">
                  <a16:creationId xmlns:a16="http://schemas.microsoft.com/office/drawing/2014/main" id="{73FA1F60-9136-D50B-CEF7-2FAC7369FD0F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hteck 469">
              <a:extLst>
                <a:ext uri="{FF2B5EF4-FFF2-40B4-BE49-F238E27FC236}">
                  <a16:creationId xmlns:a16="http://schemas.microsoft.com/office/drawing/2014/main" id="{2095F39A-213E-7854-5115-9FD93ADE023D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hteck 470">
              <a:extLst>
                <a:ext uri="{FF2B5EF4-FFF2-40B4-BE49-F238E27FC236}">
                  <a16:creationId xmlns:a16="http://schemas.microsoft.com/office/drawing/2014/main" id="{98BA74D4-C46A-AF71-65DA-850DCDA492B3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hteck 471">
              <a:extLst>
                <a:ext uri="{FF2B5EF4-FFF2-40B4-BE49-F238E27FC236}">
                  <a16:creationId xmlns:a16="http://schemas.microsoft.com/office/drawing/2014/main" id="{948C5E91-C71F-1501-2EFE-40C03AB3E3B5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hteck 472">
              <a:extLst>
                <a:ext uri="{FF2B5EF4-FFF2-40B4-BE49-F238E27FC236}">
                  <a16:creationId xmlns:a16="http://schemas.microsoft.com/office/drawing/2014/main" id="{6CEF83B4-4DE8-4964-45B2-E27CDB433234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hteck 473">
              <a:extLst>
                <a:ext uri="{FF2B5EF4-FFF2-40B4-BE49-F238E27FC236}">
                  <a16:creationId xmlns:a16="http://schemas.microsoft.com/office/drawing/2014/main" id="{834A0CF5-A0E0-27A1-5EF3-F13FA191AF61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hteck 474">
              <a:extLst>
                <a:ext uri="{FF2B5EF4-FFF2-40B4-BE49-F238E27FC236}">
                  <a16:creationId xmlns:a16="http://schemas.microsoft.com/office/drawing/2014/main" id="{00BD4221-2CD0-6818-C06B-A458BF631A89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Textfeld 475">
              <a:extLst>
                <a:ext uri="{FF2B5EF4-FFF2-40B4-BE49-F238E27FC236}">
                  <a16:creationId xmlns:a16="http://schemas.microsoft.com/office/drawing/2014/main" id="{E3DE07EB-5BB7-DE98-34E5-8C1DCA18D3D0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477" name="Textfeld 476">
              <a:extLst>
                <a:ext uri="{FF2B5EF4-FFF2-40B4-BE49-F238E27FC236}">
                  <a16:creationId xmlns:a16="http://schemas.microsoft.com/office/drawing/2014/main" id="{A93695E4-9637-E5BC-D62A-B329A756A460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478" name="Textfeld 477">
              <a:extLst>
                <a:ext uri="{FF2B5EF4-FFF2-40B4-BE49-F238E27FC236}">
                  <a16:creationId xmlns:a16="http://schemas.microsoft.com/office/drawing/2014/main" id="{62310824-913C-903F-686F-E24E6CA27B62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479" name="Textfeld 478">
              <a:extLst>
                <a:ext uri="{FF2B5EF4-FFF2-40B4-BE49-F238E27FC236}">
                  <a16:creationId xmlns:a16="http://schemas.microsoft.com/office/drawing/2014/main" id="{435DD06F-F77A-1DD7-35C8-F3456C0BFC8F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480" name="Textfeld 479">
              <a:extLst>
                <a:ext uri="{FF2B5EF4-FFF2-40B4-BE49-F238E27FC236}">
                  <a16:creationId xmlns:a16="http://schemas.microsoft.com/office/drawing/2014/main" id="{81CA052E-A525-40BC-FBDC-DCC8D0B717E3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481" name="Textfeld 480">
              <a:extLst>
                <a:ext uri="{FF2B5EF4-FFF2-40B4-BE49-F238E27FC236}">
                  <a16:creationId xmlns:a16="http://schemas.microsoft.com/office/drawing/2014/main" id="{D73BC8D8-634F-FC58-AFCC-AFE4A7364899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482" name="Textfeld 481">
              <a:extLst>
                <a:ext uri="{FF2B5EF4-FFF2-40B4-BE49-F238E27FC236}">
                  <a16:creationId xmlns:a16="http://schemas.microsoft.com/office/drawing/2014/main" id="{83A0D7B2-D12D-D0A2-E606-2D5F04034E8C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483" name="Textfeld 482">
              <a:extLst>
                <a:ext uri="{FF2B5EF4-FFF2-40B4-BE49-F238E27FC236}">
                  <a16:creationId xmlns:a16="http://schemas.microsoft.com/office/drawing/2014/main" id="{7079E3B7-AF7C-6E01-8643-173233F55ED8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484" name="Textfeld 483">
              <a:extLst>
                <a:ext uri="{FF2B5EF4-FFF2-40B4-BE49-F238E27FC236}">
                  <a16:creationId xmlns:a16="http://schemas.microsoft.com/office/drawing/2014/main" id="{34232DF9-5183-7E06-054F-7188C1FF580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611377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C4ED871-B978-3DC9-F008-41CD246B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85" y="2108909"/>
            <a:ext cx="2638920" cy="429289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4F0153B-C6A3-2D79-8BCA-8137412994CB}"/>
              </a:ext>
            </a:extLst>
          </p:cNvPr>
          <p:cNvSpPr txBox="1"/>
          <p:nvPr/>
        </p:nvSpPr>
        <p:spPr>
          <a:xfrm>
            <a:off x="0" y="219470"/>
            <a:ext cx="5429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>
                <a:hlinkClick r:id="rId3"/>
              </a:rPr>
              <a:t>E</a:t>
            </a:r>
            <a:r>
              <a:rPr lang="en-US" dirty="0" err="1">
                <a:hlinkClick r:id="rId3"/>
              </a:rPr>
              <a:t>spressif</a:t>
            </a:r>
            <a:r>
              <a:rPr lang="en-US" dirty="0">
                <a:hlinkClick r:id="rId3"/>
              </a:rPr>
              <a:t> Flash Download Tool</a:t>
            </a:r>
            <a:endParaRPr lang="en-US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4BCCF2CA-E009-D702-D1A6-5110FD8F8DDE}"/>
              </a:ext>
            </a:extLst>
          </p:cNvPr>
          <p:cNvGrpSpPr/>
          <p:nvPr/>
        </p:nvGrpSpPr>
        <p:grpSpPr>
          <a:xfrm>
            <a:off x="5739038" y="2129590"/>
            <a:ext cx="5940188" cy="3240000"/>
            <a:chOff x="2974367" y="1809000"/>
            <a:chExt cx="5940188" cy="3240000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B09E87EB-D27A-F2B4-437E-A9EDC7AAB197}"/>
                </a:ext>
              </a:extLst>
            </p:cNvPr>
            <p:cNvSpPr/>
            <p:nvPr/>
          </p:nvSpPr>
          <p:spPr>
            <a:xfrm>
              <a:off x="3454824" y="1809000"/>
              <a:ext cx="486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7EBA6BFF-4CD8-C16E-A947-D7A17563091B}"/>
                </a:ext>
              </a:extLst>
            </p:cNvPr>
            <p:cNvGrpSpPr/>
            <p:nvPr/>
          </p:nvGrpSpPr>
          <p:grpSpPr>
            <a:xfrm>
              <a:off x="8341193" y="2578036"/>
              <a:ext cx="573362" cy="630183"/>
              <a:chOff x="4690804" y="1272291"/>
              <a:chExt cx="573362" cy="630183"/>
            </a:xfrm>
          </p:grpSpPr>
          <p:sp>
            <p:nvSpPr>
              <p:cNvPr id="166" name="Textfeld 165">
                <a:extLst>
                  <a:ext uri="{FF2B5EF4-FFF2-40B4-BE49-F238E27FC236}">
                    <a16:creationId xmlns:a16="http://schemas.microsoft.com/office/drawing/2014/main" id="{068004A9-E536-2D5F-44D0-CDEED478C363}"/>
                  </a:ext>
                </a:extLst>
              </p:cNvPr>
              <p:cNvSpPr txBox="1"/>
              <p:nvPr/>
            </p:nvSpPr>
            <p:spPr>
              <a:xfrm>
                <a:off x="4695876" y="1272291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7" name="Textfeld 166">
                <a:extLst>
                  <a:ext uri="{FF2B5EF4-FFF2-40B4-BE49-F238E27FC236}">
                    <a16:creationId xmlns:a16="http://schemas.microsoft.com/office/drawing/2014/main" id="{7D0B38C2-A89F-47A3-F50A-2AD031FC4843}"/>
                  </a:ext>
                </a:extLst>
              </p:cNvPr>
              <p:cNvSpPr txBox="1"/>
              <p:nvPr/>
            </p:nvSpPr>
            <p:spPr>
              <a:xfrm>
                <a:off x="4690804" y="1449019"/>
                <a:ext cx="5733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ftPixel</a:t>
                </a:r>
              </a:p>
            </p:txBody>
          </p:sp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E90B939F-0EFB-1C78-1407-8BAAFF5DC206}"/>
                  </a:ext>
                </a:extLst>
              </p:cNvPr>
              <p:cNvSpPr txBox="1"/>
              <p:nvPr/>
            </p:nvSpPr>
            <p:spPr>
              <a:xfrm>
                <a:off x="4693248" y="1625475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1D6BE719-593D-37D7-5FBD-561D07165E1B}"/>
                </a:ext>
              </a:extLst>
            </p:cNvPr>
            <p:cNvSpPr txBox="1"/>
            <p:nvPr/>
          </p:nvSpPr>
          <p:spPr>
            <a:xfrm rot="5400000">
              <a:off x="3797480" y="3185280"/>
              <a:ext cx="19511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>
                  <a:solidFill>
                    <a:schemeClr val="bg2">
                      <a:lumMod val="50000"/>
                    </a:schemeClr>
                  </a:solidFill>
                  <a:latin typeface="Trebuchet MS" panose="020B0603020202020204" pitchFamily="34" charset="0"/>
                </a:rPr>
                <a:t>ftSwarmRC</a:t>
              </a: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F4F4024-2E5C-7543-DB10-BA7CDFC06CB0}"/>
                </a:ext>
              </a:extLst>
            </p:cNvPr>
            <p:cNvGrpSpPr/>
            <p:nvPr/>
          </p:nvGrpSpPr>
          <p:grpSpPr>
            <a:xfrm>
              <a:off x="8354921" y="2082899"/>
              <a:ext cx="492706" cy="459823"/>
              <a:chOff x="4708645" y="2435698"/>
              <a:chExt cx="492706" cy="459823"/>
            </a:xfrm>
          </p:grpSpPr>
          <p:sp>
            <p:nvSpPr>
              <p:cNvPr id="164" name="Textfeld 163">
                <a:extLst>
                  <a:ext uri="{FF2B5EF4-FFF2-40B4-BE49-F238E27FC236}">
                    <a16:creationId xmlns:a16="http://schemas.microsoft.com/office/drawing/2014/main" id="{13828C0E-FFEF-7DCE-426A-968439F81AC6}"/>
                  </a:ext>
                </a:extLst>
              </p:cNvPr>
              <p:cNvSpPr txBox="1"/>
              <p:nvPr/>
            </p:nvSpPr>
            <p:spPr>
              <a:xfrm>
                <a:off x="4713717" y="2435698"/>
                <a:ext cx="48763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6/9V</a:t>
                </a:r>
              </a:p>
            </p:txBody>
          </p:sp>
          <p:sp>
            <p:nvSpPr>
              <p:cNvPr id="165" name="Textfeld 164">
                <a:extLst>
                  <a:ext uri="{FF2B5EF4-FFF2-40B4-BE49-F238E27FC236}">
                    <a16:creationId xmlns:a16="http://schemas.microsoft.com/office/drawing/2014/main" id="{213AD2FE-C0BF-8DF8-44C8-F3838D7B3D5D}"/>
                  </a:ext>
                </a:extLst>
              </p:cNvPr>
              <p:cNvSpPr txBox="1"/>
              <p:nvPr/>
            </p:nvSpPr>
            <p:spPr>
              <a:xfrm>
                <a:off x="4708645" y="261852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GND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47107966-7310-D44D-0776-0A7F4100E1EC}"/>
                </a:ext>
              </a:extLst>
            </p:cNvPr>
            <p:cNvGrpSpPr/>
            <p:nvPr/>
          </p:nvGrpSpPr>
          <p:grpSpPr>
            <a:xfrm>
              <a:off x="8332159" y="3979428"/>
              <a:ext cx="402360" cy="813007"/>
              <a:chOff x="4707229" y="2871867"/>
              <a:chExt cx="402360" cy="813007"/>
            </a:xfrm>
          </p:grpSpPr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4714A519-05FB-C4CC-6988-2C89C390E5AB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1" name="Textfeld 160">
                <a:extLst>
                  <a:ext uri="{FF2B5EF4-FFF2-40B4-BE49-F238E27FC236}">
                    <a16:creationId xmlns:a16="http://schemas.microsoft.com/office/drawing/2014/main" id="{16B79F8B-68B0-0DAB-1792-2B5C3A6AF1C1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M2</a:t>
                </a:r>
              </a:p>
            </p:txBody>
          </p:sp>
          <p:sp>
            <p:nvSpPr>
              <p:cNvPr id="162" name="Textfeld 161">
                <a:extLst>
                  <a:ext uri="{FF2B5EF4-FFF2-40B4-BE49-F238E27FC236}">
                    <a16:creationId xmlns:a16="http://schemas.microsoft.com/office/drawing/2014/main" id="{5FD68953-E05E-BB18-5CBE-62649C9BF20F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  <p:sp>
            <p:nvSpPr>
              <p:cNvPr id="163" name="Textfeld 162">
                <a:extLst>
                  <a:ext uri="{FF2B5EF4-FFF2-40B4-BE49-F238E27FC236}">
                    <a16:creationId xmlns:a16="http://schemas.microsoft.com/office/drawing/2014/main" id="{37D4A69B-06C3-602D-A9CE-18BBF319810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M1</a:t>
                </a:r>
              </a:p>
            </p:txBody>
          </p:sp>
        </p:grpSp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30F7C6C7-37D9-B2AA-3074-CF8CAC1C564E}"/>
                </a:ext>
              </a:extLst>
            </p:cNvPr>
            <p:cNvGrpSpPr/>
            <p:nvPr/>
          </p:nvGrpSpPr>
          <p:grpSpPr>
            <a:xfrm>
              <a:off x="2979154" y="3956657"/>
              <a:ext cx="476413" cy="813007"/>
              <a:chOff x="1567225" y="2445928"/>
              <a:chExt cx="476413" cy="813007"/>
            </a:xfrm>
          </p:grpSpPr>
          <p:sp>
            <p:nvSpPr>
              <p:cNvPr id="156" name="Textfeld 155">
                <a:extLst>
                  <a:ext uri="{FF2B5EF4-FFF2-40B4-BE49-F238E27FC236}">
                    <a16:creationId xmlns:a16="http://schemas.microsoft.com/office/drawing/2014/main" id="{0FB80878-E902-5651-18D4-EDD2E4BB521C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7" name="Textfeld 156">
                <a:extLst>
                  <a:ext uri="{FF2B5EF4-FFF2-40B4-BE49-F238E27FC236}">
                    <a16:creationId xmlns:a16="http://schemas.microsoft.com/office/drawing/2014/main" id="{C7268527-D32A-9C31-9EBA-5DE7F6398EA8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A2</a:t>
                </a:r>
              </a:p>
            </p:txBody>
          </p:sp>
          <p:sp>
            <p:nvSpPr>
              <p:cNvPr id="158" name="Textfeld 157">
                <a:extLst>
                  <a:ext uri="{FF2B5EF4-FFF2-40B4-BE49-F238E27FC236}">
                    <a16:creationId xmlns:a16="http://schemas.microsoft.com/office/drawing/2014/main" id="{BA785A88-572C-42A4-2FE7-C72E94DA9CBF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9396ADB6-2867-C0B5-E9B4-A2CC430D8FA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A1</a:t>
                </a:r>
              </a:p>
            </p:txBody>
          </p:sp>
        </p:grp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6B302AD-7760-3334-989A-E93569122B7E}"/>
                </a:ext>
              </a:extLst>
            </p:cNvPr>
            <p:cNvSpPr txBox="1"/>
            <p:nvPr/>
          </p:nvSpPr>
          <p:spPr>
            <a:xfrm>
              <a:off x="3985785" y="3517815"/>
              <a:ext cx="5631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RESET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FBB0105-0585-B0AC-D56A-DA53A59F9B10}"/>
                </a:ext>
              </a:extLst>
            </p:cNvPr>
            <p:cNvGrpSpPr/>
            <p:nvPr/>
          </p:nvGrpSpPr>
          <p:grpSpPr>
            <a:xfrm>
              <a:off x="3393952" y="1946282"/>
              <a:ext cx="283638" cy="471258"/>
              <a:chOff x="5628882" y="735246"/>
              <a:chExt cx="283638" cy="471258"/>
            </a:xfrm>
          </p:grpSpPr>
          <p:sp>
            <p:nvSpPr>
              <p:cNvPr id="154" name="Rechteck: abgerundete Ecken 153">
                <a:extLst>
                  <a:ext uri="{FF2B5EF4-FFF2-40B4-BE49-F238E27FC236}">
                    <a16:creationId xmlns:a16="http://schemas.microsoft.com/office/drawing/2014/main" id="{9F596C13-33D9-62E7-2C1E-0272933FCDE6}"/>
                  </a:ext>
                </a:extLst>
              </p:cNvPr>
              <p:cNvSpPr/>
              <p:nvPr/>
            </p:nvSpPr>
            <p:spPr>
              <a:xfrm>
                <a:off x="5628882" y="735246"/>
                <a:ext cx="283638" cy="471258"/>
              </a:xfrm>
              <a:prstGeom prst="roundRect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5" name="Textfeld 154">
                <a:extLst>
                  <a:ext uri="{FF2B5EF4-FFF2-40B4-BE49-F238E27FC236}">
                    <a16:creationId xmlns:a16="http://schemas.microsoft.com/office/drawing/2014/main" id="{9278C3C9-730D-983A-352D-E60D26174DE2}"/>
                  </a:ext>
                </a:extLst>
              </p:cNvPr>
              <p:cNvSpPr txBox="1"/>
              <p:nvPr/>
            </p:nvSpPr>
            <p:spPr>
              <a:xfrm rot="16200000">
                <a:off x="5538392" y="832375"/>
                <a:ext cx="4712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sz="1200" dirty="0"/>
                  <a:t>USB</a:t>
                </a:r>
              </a:p>
            </p:txBody>
          </p:sp>
        </p:grp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4F33D4F9-F9F9-26DF-EF79-6323386D87A0}"/>
                </a:ext>
              </a:extLst>
            </p:cNvPr>
            <p:cNvGrpSpPr/>
            <p:nvPr/>
          </p:nvGrpSpPr>
          <p:grpSpPr>
            <a:xfrm>
              <a:off x="3465008" y="4009404"/>
              <a:ext cx="433247" cy="720140"/>
              <a:chOff x="7462666" y="2009937"/>
              <a:chExt cx="433247" cy="720140"/>
            </a:xfrm>
          </p:grpSpPr>
          <p:sp>
            <p:nvSpPr>
              <p:cNvPr id="145" name="Rechteck 144">
                <a:extLst>
                  <a:ext uri="{FF2B5EF4-FFF2-40B4-BE49-F238E27FC236}">
                    <a16:creationId xmlns:a16="http://schemas.microsoft.com/office/drawing/2014/main" id="{35495943-52FB-6F4A-0A67-FC9068017638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46" name="Ellipse 145">
                <a:extLst>
                  <a:ext uri="{FF2B5EF4-FFF2-40B4-BE49-F238E27FC236}">
                    <a16:creationId xmlns:a16="http://schemas.microsoft.com/office/drawing/2014/main" id="{9FD66EE6-A6C4-D57F-E5BD-ADEAB25C7054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7" name="Ellipse 146">
                <a:extLst>
                  <a:ext uri="{FF2B5EF4-FFF2-40B4-BE49-F238E27FC236}">
                    <a16:creationId xmlns:a16="http://schemas.microsoft.com/office/drawing/2014/main" id="{9F496933-B2DF-5C97-2BF1-421773E553D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8" name="Ellipse 147">
                <a:extLst>
                  <a:ext uri="{FF2B5EF4-FFF2-40B4-BE49-F238E27FC236}">
                    <a16:creationId xmlns:a16="http://schemas.microsoft.com/office/drawing/2014/main" id="{587FF26A-B7D0-DF3E-B564-26608ACE5E9F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9" name="Ellipse 148">
                <a:extLst>
                  <a:ext uri="{FF2B5EF4-FFF2-40B4-BE49-F238E27FC236}">
                    <a16:creationId xmlns:a16="http://schemas.microsoft.com/office/drawing/2014/main" id="{4631672A-A577-510C-3711-C0206CFB165D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0" name="Rechteck 149">
                <a:extLst>
                  <a:ext uri="{FF2B5EF4-FFF2-40B4-BE49-F238E27FC236}">
                    <a16:creationId xmlns:a16="http://schemas.microsoft.com/office/drawing/2014/main" id="{DCE22B33-5CAB-148B-51CB-5B1A61FCC7AE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1" name="Rechteck 150">
                <a:extLst>
                  <a:ext uri="{FF2B5EF4-FFF2-40B4-BE49-F238E27FC236}">
                    <a16:creationId xmlns:a16="http://schemas.microsoft.com/office/drawing/2014/main" id="{52B32C9F-6F37-0A4C-2052-B3F88B0073E6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2" name="Rechteck 151">
                <a:extLst>
                  <a:ext uri="{FF2B5EF4-FFF2-40B4-BE49-F238E27FC236}">
                    <a16:creationId xmlns:a16="http://schemas.microsoft.com/office/drawing/2014/main" id="{56F1CC46-81E6-B1C5-F46B-FD267BCD28EE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53" name="Rechteck 152">
                <a:extLst>
                  <a:ext uri="{FF2B5EF4-FFF2-40B4-BE49-F238E27FC236}">
                    <a16:creationId xmlns:a16="http://schemas.microsoft.com/office/drawing/2014/main" id="{D14F23EE-CBC9-EC15-BC12-C5DCF5B867D5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C56CBA55-A7B2-E1A6-BC55-E390C0BB05F6}"/>
                </a:ext>
              </a:extLst>
            </p:cNvPr>
            <p:cNvSpPr/>
            <p:nvPr/>
          </p:nvSpPr>
          <p:spPr>
            <a:xfrm>
              <a:off x="5074824" y="1809000"/>
              <a:ext cx="1620000" cy="3240000"/>
            </a:xfrm>
            <a:prstGeom prst="rect">
              <a:avLst/>
            </a:prstGeom>
            <a:solidFill>
              <a:schemeClr val="bg1">
                <a:lumMod val="65000"/>
                <a:alpha val="20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141A0BF3-043F-64F9-4202-36469D77E334}"/>
                </a:ext>
              </a:extLst>
            </p:cNvPr>
            <p:cNvGrpSpPr/>
            <p:nvPr/>
          </p:nvGrpSpPr>
          <p:grpSpPr>
            <a:xfrm>
              <a:off x="372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43" name="Flussdiagramm: Manuelle Verarbeitung 142">
                <a:extLst>
                  <a:ext uri="{FF2B5EF4-FFF2-40B4-BE49-F238E27FC236}">
                    <a16:creationId xmlns:a16="http://schemas.microsoft.com/office/drawing/2014/main" id="{C655A91B-4924-06BC-4772-BC77F67FF88D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lussdiagramm: Manuelle Verarbeitung 143">
                <a:extLst>
                  <a:ext uri="{FF2B5EF4-FFF2-40B4-BE49-F238E27FC236}">
                    <a16:creationId xmlns:a16="http://schemas.microsoft.com/office/drawing/2014/main" id="{9346007E-4A0A-307D-1B48-0CDC2AF0C402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117ECBB9-6A1E-1479-A787-C3E782691A08}"/>
                </a:ext>
              </a:extLst>
            </p:cNvPr>
            <p:cNvGrpSpPr/>
            <p:nvPr/>
          </p:nvGrpSpPr>
          <p:grpSpPr>
            <a:xfrm rot="10800000">
              <a:off x="371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41" name="Flussdiagramm: Manuelle Verarbeitung 140">
                <a:extLst>
                  <a:ext uri="{FF2B5EF4-FFF2-40B4-BE49-F238E27FC236}">
                    <a16:creationId xmlns:a16="http://schemas.microsoft.com/office/drawing/2014/main" id="{6B52DEF5-C131-8047-6769-006264E22984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lussdiagramm: Manuelle Verarbeitung 141">
                <a:extLst>
                  <a:ext uri="{FF2B5EF4-FFF2-40B4-BE49-F238E27FC236}">
                    <a16:creationId xmlns:a16="http://schemas.microsoft.com/office/drawing/2014/main" id="{E4ADBA09-3228-3BDA-9AB1-EC6525DEE0A8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46427FA1-C8C0-5755-47B0-8D6D113CAB7E}"/>
                </a:ext>
              </a:extLst>
            </p:cNvPr>
            <p:cNvGrpSpPr/>
            <p:nvPr/>
          </p:nvGrpSpPr>
          <p:grpSpPr>
            <a:xfrm>
              <a:off x="6962397" y="4846354"/>
              <a:ext cx="1081709" cy="192087"/>
              <a:chOff x="6596225" y="4035876"/>
              <a:chExt cx="1081709" cy="192087"/>
            </a:xfrm>
          </p:grpSpPr>
          <p:sp>
            <p:nvSpPr>
              <p:cNvPr id="139" name="Flussdiagramm: Manuelle Verarbeitung 138">
                <a:extLst>
                  <a:ext uri="{FF2B5EF4-FFF2-40B4-BE49-F238E27FC236}">
                    <a16:creationId xmlns:a16="http://schemas.microsoft.com/office/drawing/2014/main" id="{C247028A-E806-6B33-FC6D-FD1D80FF5216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Flussdiagramm: Manuelle Verarbeitung 139">
                <a:extLst>
                  <a:ext uri="{FF2B5EF4-FFF2-40B4-BE49-F238E27FC236}">
                    <a16:creationId xmlns:a16="http://schemas.microsoft.com/office/drawing/2014/main" id="{E4635457-0906-879B-152F-9C5E860464B9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468EB8A-6904-9CFE-F8E1-D3F6EBEE6823}"/>
                </a:ext>
              </a:extLst>
            </p:cNvPr>
            <p:cNvGrpSpPr/>
            <p:nvPr/>
          </p:nvGrpSpPr>
          <p:grpSpPr>
            <a:xfrm rot="10800000">
              <a:off x="695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7" name="Flussdiagramm: Manuelle Verarbeitung 136">
                <a:extLst>
                  <a:ext uri="{FF2B5EF4-FFF2-40B4-BE49-F238E27FC236}">
                    <a16:creationId xmlns:a16="http://schemas.microsoft.com/office/drawing/2014/main" id="{25423790-A5FE-387B-851F-2F613A965A7A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Flussdiagramm: Manuelle Verarbeitung 137">
                <a:extLst>
                  <a:ext uri="{FF2B5EF4-FFF2-40B4-BE49-F238E27FC236}">
                    <a16:creationId xmlns:a16="http://schemas.microsoft.com/office/drawing/2014/main" id="{12FE48B8-DD96-DA2E-4193-F9E6B5FBC833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Flussdiagramm: Manuelle Verarbeitung 29">
              <a:extLst>
                <a:ext uri="{FF2B5EF4-FFF2-40B4-BE49-F238E27FC236}">
                  <a16:creationId xmlns:a16="http://schemas.microsoft.com/office/drawing/2014/main" id="{A2A8B159-E211-9BC0-18F3-EB5E20DB34CD}"/>
                </a:ext>
              </a:extLst>
            </p:cNvPr>
            <p:cNvSpPr/>
            <p:nvPr/>
          </p:nvSpPr>
          <p:spPr>
            <a:xfrm>
              <a:off x="5342397" y="4846354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lussdiagramm: Manuelle Verarbeitung 30">
              <a:extLst>
                <a:ext uri="{FF2B5EF4-FFF2-40B4-BE49-F238E27FC236}">
                  <a16:creationId xmlns:a16="http://schemas.microsoft.com/office/drawing/2014/main" id="{6F12C391-2E8B-5D05-6FA0-5F770F46A1DF}"/>
                </a:ext>
              </a:extLst>
            </p:cNvPr>
            <p:cNvSpPr/>
            <p:nvPr/>
          </p:nvSpPr>
          <p:spPr>
            <a:xfrm>
              <a:off x="6154106" y="4847641"/>
              <a:ext cx="270000" cy="190800"/>
            </a:xfrm>
            <a:prstGeom prst="flowChartManualOperatio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BDC6403-04A6-9AB2-5336-9136BB9FC28A}"/>
                </a:ext>
              </a:extLst>
            </p:cNvPr>
            <p:cNvGrpSpPr/>
            <p:nvPr/>
          </p:nvGrpSpPr>
          <p:grpSpPr>
            <a:xfrm rot="10800000">
              <a:off x="5335358" y="1809000"/>
              <a:ext cx="1081709" cy="192087"/>
              <a:chOff x="6596225" y="4035876"/>
              <a:chExt cx="1081709" cy="192087"/>
            </a:xfrm>
          </p:grpSpPr>
          <p:sp>
            <p:nvSpPr>
              <p:cNvPr id="135" name="Flussdiagramm: Manuelle Verarbeitung 134">
                <a:extLst>
                  <a:ext uri="{FF2B5EF4-FFF2-40B4-BE49-F238E27FC236}">
                    <a16:creationId xmlns:a16="http://schemas.microsoft.com/office/drawing/2014/main" id="{5A573F20-C414-5EDF-37FE-FA302085C6EE}"/>
                  </a:ext>
                </a:extLst>
              </p:cNvPr>
              <p:cNvSpPr/>
              <p:nvPr/>
            </p:nvSpPr>
            <p:spPr>
              <a:xfrm>
                <a:off x="6596225" y="4035876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Flussdiagramm: Manuelle Verarbeitung 135">
                <a:extLst>
                  <a:ext uri="{FF2B5EF4-FFF2-40B4-BE49-F238E27FC236}">
                    <a16:creationId xmlns:a16="http://schemas.microsoft.com/office/drawing/2014/main" id="{3EB172B3-B254-76D8-C7C1-95919A09B9FF}"/>
                  </a:ext>
                </a:extLst>
              </p:cNvPr>
              <p:cNvSpPr/>
              <p:nvPr/>
            </p:nvSpPr>
            <p:spPr>
              <a:xfrm>
                <a:off x="7407934" y="4037163"/>
                <a:ext cx="270000" cy="190800"/>
              </a:xfrm>
              <a:prstGeom prst="flowChartManualOperation">
                <a:avLst/>
              </a:prstGeom>
              <a:solidFill>
                <a:schemeClr val="bg2">
                  <a:lumMod val="75000"/>
                </a:schemeClr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CBFB8AFE-4BFD-7844-EA9D-C4C8F25DED5E}"/>
                </a:ext>
              </a:extLst>
            </p:cNvPr>
            <p:cNvSpPr/>
            <p:nvPr/>
          </p:nvSpPr>
          <p:spPr>
            <a:xfrm>
              <a:off x="5406593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D717EC6D-FB66-EBC6-F540-353472701D85}"/>
                </a:ext>
              </a:extLst>
            </p:cNvPr>
            <p:cNvSpPr/>
            <p:nvPr/>
          </p:nvSpPr>
          <p:spPr>
            <a:xfrm>
              <a:off x="6215910" y="1809000"/>
              <a:ext cx="144000" cy="324000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5A7CC821-7E18-8552-A2E7-43A0477ABF35}"/>
                </a:ext>
              </a:extLst>
            </p:cNvPr>
            <p:cNvGrpSpPr/>
            <p:nvPr/>
          </p:nvGrpSpPr>
          <p:grpSpPr>
            <a:xfrm>
              <a:off x="3465008" y="3265696"/>
              <a:ext cx="433247" cy="720140"/>
              <a:chOff x="7462666" y="2009937"/>
              <a:chExt cx="433247" cy="720140"/>
            </a:xfrm>
          </p:grpSpPr>
          <p:sp>
            <p:nvSpPr>
              <p:cNvPr id="126" name="Rechteck 125">
                <a:extLst>
                  <a:ext uri="{FF2B5EF4-FFF2-40B4-BE49-F238E27FC236}">
                    <a16:creationId xmlns:a16="http://schemas.microsoft.com/office/drawing/2014/main" id="{978778AC-67D7-59BC-D8B4-C1E60B4B8656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7" name="Ellipse 126">
                <a:extLst>
                  <a:ext uri="{FF2B5EF4-FFF2-40B4-BE49-F238E27FC236}">
                    <a16:creationId xmlns:a16="http://schemas.microsoft.com/office/drawing/2014/main" id="{ACA7238A-CB46-D1EC-9459-8A90D2130DF7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28" name="Ellipse 127">
                <a:extLst>
                  <a:ext uri="{FF2B5EF4-FFF2-40B4-BE49-F238E27FC236}">
                    <a16:creationId xmlns:a16="http://schemas.microsoft.com/office/drawing/2014/main" id="{0DC0FF2B-8B11-1CD3-43D6-1A42A65A4090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9" name="Ellipse 128">
                <a:extLst>
                  <a:ext uri="{FF2B5EF4-FFF2-40B4-BE49-F238E27FC236}">
                    <a16:creationId xmlns:a16="http://schemas.microsoft.com/office/drawing/2014/main" id="{F38CE7FF-386B-3AC0-4A25-040AA81E0A50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F636EA0E-786A-DCCF-5E98-9D2EAB8FF29C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1" name="Rechteck 130">
                <a:extLst>
                  <a:ext uri="{FF2B5EF4-FFF2-40B4-BE49-F238E27FC236}">
                    <a16:creationId xmlns:a16="http://schemas.microsoft.com/office/drawing/2014/main" id="{B0CEBFA8-396E-7977-604B-47F547D7D0DB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2" name="Rechteck 131">
                <a:extLst>
                  <a:ext uri="{FF2B5EF4-FFF2-40B4-BE49-F238E27FC236}">
                    <a16:creationId xmlns:a16="http://schemas.microsoft.com/office/drawing/2014/main" id="{BE745045-0585-5C2C-1790-9EC3E9F271E1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3" name="Rechteck 132">
                <a:extLst>
                  <a:ext uri="{FF2B5EF4-FFF2-40B4-BE49-F238E27FC236}">
                    <a16:creationId xmlns:a16="http://schemas.microsoft.com/office/drawing/2014/main" id="{2F37A566-71A1-3BA7-F797-DE2D36CA2224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34" name="Rechteck 133">
                <a:extLst>
                  <a:ext uri="{FF2B5EF4-FFF2-40B4-BE49-F238E27FC236}">
                    <a16:creationId xmlns:a16="http://schemas.microsoft.com/office/drawing/2014/main" id="{BDCA8AD1-61E4-3A7E-1928-71D98D49DE03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0BBF3E32-662E-E666-1B4C-E966C3BDEE1F}"/>
                </a:ext>
              </a:extLst>
            </p:cNvPr>
            <p:cNvGrpSpPr/>
            <p:nvPr/>
          </p:nvGrpSpPr>
          <p:grpSpPr>
            <a:xfrm>
              <a:off x="3465008" y="2520222"/>
              <a:ext cx="433247" cy="720140"/>
              <a:chOff x="7462666" y="2009937"/>
              <a:chExt cx="433247" cy="720140"/>
            </a:xfrm>
          </p:grpSpPr>
          <p:sp>
            <p:nvSpPr>
              <p:cNvPr id="117" name="Rechteck 116">
                <a:extLst>
                  <a:ext uri="{FF2B5EF4-FFF2-40B4-BE49-F238E27FC236}">
                    <a16:creationId xmlns:a16="http://schemas.microsoft.com/office/drawing/2014/main" id="{E44257BD-E7AC-B188-BFD5-54E896494AFC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13C35329-D37A-F00A-B45D-1CA058C5A666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3E697198-22ED-67E9-A792-4FE44E45C0E4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7C7B2D49-C6C3-5ED3-44B6-883C4000AD59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29BF769B-D5FE-5C9B-884D-B8BEA07F6FC8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933572B2-3CCF-A7E3-5C03-F7D2E3252642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3" name="Rechteck 122">
                <a:extLst>
                  <a:ext uri="{FF2B5EF4-FFF2-40B4-BE49-F238E27FC236}">
                    <a16:creationId xmlns:a16="http://schemas.microsoft.com/office/drawing/2014/main" id="{B7D8D683-984F-B2CE-0A68-738BA6E828FB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4" name="Rechteck 123">
                <a:extLst>
                  <a:ext uri="{FF2B5EF4-FFF2-40B4-BE49-F238E27FC236}">
                    <a16:creationId xmlns:a16="http://schemas.microsoft.com/office/drawing/2014/main" id="{5A4C4FE3-8E44-646F-68AC-3D74A0A4081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25" name="Rechteck 124">
                <a:extLst>
                  <a:ext uri="{FF2B5EF4-FFF2-40B4-BE49-F238E27FC236}">
                    <a16:creationId xmlns:a16="http://schemas.microsoft.com/office/drawing/2014/main" id="{A2DAEE70-6644-2FFE-0457-1CD77897DCB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15A4A43D-76F9-B4E5-15A0-FBB36C69FFF8}"/>
                </a:ext>
              </a:extLst>
            </p:cNvPr>
            <p:cNvGrpSpPr/>
            <p:nvPr/>
          </p:nvGrpSpPr>
          <p:grpSpPr>
            <a:xfrm rot="10800000">
              <a:off x="7876811" y="4009404"/>
              <a:ext cx="433247" cy="720140"/>
              <a:chOff x="7462666" y="2009937"/>
              <a:chExt cx="433247" cy="720140"/>
            </a:xfrm>
          </p:grpSpPr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4A7E94A5-372A-56DF-CA53-93DDC07A4AC3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05" name="Ellipse 104">
                <a:extLst>
                  <a:ext uri="{FF2B5EF4-FFF2-40B4-BE49-F238E27FC236}">
                    <a16:creationId xmlns:a16="http://schemas.microsoft.com/office/drawing/2014/main" id="{17009B52-FB98-D90F-B801-12395EFB5F89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6" name="Ellipse 105">
                <a:extLst>
                  <a:ext uri="{FF2B5EF4-FFF2-40B4-BE49-F238E27FC236}">
                    <a16:creationId xmlns:a16="http://schemas.microsoft.com/office/drawing/2014/main" id="{281BE740-7573-C879-D4BF-08854358018C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31F0CE90-4870-1704-E4CF-527109194D48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6D0852DF-47D5-D992-F5BC-7D8A5ACCF3B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384B3E76-191B-5B64-28BA-CFBDA680C6A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0" name="Rechteck 109">
                <a:extLst>
                  <a:ext uri="{FF2B5EF4-FFF2-40B4-BE49-F238E27FC236}">
                    <a16:creationId xmlns:a16="http://schemas.microsoft.com/office/drawing/2014/main" id="{23E57AFF-2D8A-5AD3-4483-17F2F6389A2F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DEA9EE8-5662-05AA-2E97-57DA9D1CF78A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CEE76AF-ABA1-6069-DF84-50D24C92C8EF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897EFA23-E0E8-9A55-647F-0816E3BA3EAA}"/>
                  </a:ext>
                </a:extLst>
              </p:cNvPr>
              <p:cNvCxnSpPr>
                <a:stCxn id="105" idx="3"/>
                <a:endCxn id="105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7D0E7F8F-7E96-927D-AA26-F89DC0C7F7D7}"/>
                  </a:ext>
                </a:extLst>
              </p:cNvPr>
              <p:cNvCxnSpPr>
                <a:cxnSpLocks/>
                <a:stCxn id="106" idx="1"/>
                <a:endCxn id="106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285DEA47-6099-F8BC-8B00-55F0E2C38A86}"/>
                  </a:ext>
                </a:extLst>
              </p:cNvPr>
              <p:cNvCxnSpPr>
                <a:cxnSpLocks/>
                <a:stCxn id="107" idx="2"/>
                <a:endCxn id="107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551AE1FA-12CD-8107-0608-5819CD959038}"/>
                  </a:ext>
                </a:extLst>
              </p:cNvPr>
              <p:cNvCxnSpPr>
                <a:cxnSpLocks/>
                <a:stCxn id="108" idx="4"/>
                <a:endCxn id="108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8CD413D8-BDD8-55D3-809A-F7AEDA9B01AB}"/>
                </a:ext>
              </a:extLst>
            </p:cNvPr>
            <p:cNvGrpSpPr/>
            <p:nvPr/>
          </p:nvGrpSpPr>
          <p:grpSpPr>
            <a:xfrm rot="10800000">
              <a:off x="7876873" y="3265696"/>
              <a:ext cx="433247" cy="720140"/>
              <a:chOff x="7462666" y="2009937"/>
              <a:chExt cx="433247" cy="720140"/>
            </a:xfrm>
          </p:grpSpPr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AD17764F-C940-1D74-46E5-9D9BEDE06ACB}"/>
                  </a:ext>
                </a:extLst>
              </p:cNvPr>
              <p:cNvSpPr/>
              <p:nvPr/>
            </p:nvSpPr>
            <p:spPr>
              <a:xfrm>
                <a:off x="7463913" y="2009937"/>
                <a:ext cx="432000" cy="72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DC2EFCFE-C818-FCD9-410B-21B13F94470B}"/>
                  </a:ext>
                </a:extLst>
              </p:cNvPr>
              <p:cNvSpPr/>
              <p:nvPr/>
            </p:nvSpPr>
            <p:spPr>
              <a:xfrm>
                <a:off x="7649823" y="202882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3" name="Ellipse 92">
                <a:extLst>
                  <a:ext uri="{FF2B5EF4-FFF2-40B4-BE49-F238E27FC236}">
                    <a16:creationId xmlns:a16="http://schemas.microsoft.com/office/drawing/2014/main" id="{D90391F4-3DE3-7B8A-0A2C-DAADD45D6B3A}"/>
                  </a:ext>
                </a:extLst>
              </p:cNvPr>
              <p:cNvSpPr/>
              <p:nvPr/>
            </p:nvSpPr>
            <p:spPr>
              <a:xfrm>
                <a:off x="7649823" y="220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35BB9EAA-5FF1-156F-64AF-3EAF6FB56265}"/>
                  </a:ext>
                </a:extLst>
              </p:cNvPr>
              <p:cNvSpPr/>
              <p:nvPr/>
            </p:nvSpPr>
            <p:spPr>
              <a:xfrm>
                <a:off x="7649823" y="2381175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5" name="Ellipse 94">
                <a:extLst>
                  <a:ext uri="{FF2B5EF4-FFF2-40B4-BE49-F238E27FC236}">
                    <a16:creationId xmlns:a16="http://schemas.microsoft.com/office/drawing/2014/main" id="{2B867252-2402-593A-BA5B-403BE44BAF53}"/>
                  </a:ext>
                </a:extLst>
              </p:cNvPr>
              <p:cNvSpPr/>
              <p:nvPr/>
            </p:nvSpPr>
            <p:spPr>
              <a:xfrm>
                <a:off x="7649823" y="2565000"/>
                <a:ext cx="144000" cy="144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3F49012A-4761-4CA2-C45B-85248514B780}"/>
                  </a:ext>
                </a:extLst>
              </p:cNvPr>
              <p:cNvSpPr/>
              <p:nvPr/>
            </p:nvSpPr>
            <p:spPr>
              <a:xfrm>
                <a:off x="7462666" y="201079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8D2046B5-5C41-B3BF-62A4-190D758CD169}"/>
                  </a:ext>
                </a:extLst>
              </p:cNvPr>
              <p:cNvSpPr/>
              <p:nvPr/>
            </p:nvSpPr>
            <p:spPr>
              <a:xfrm>
                <a:off x="7462666" y="255007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4996975A-0369-4B9F-E563-681F2C8B6A2F}"/>
                  </a:ext>
                </a:extLst>
              </p:cNvPr>
              <p:cNvSpPr/>
              <p:nvPr/>
            </p:nvSpPr>
            <p:spPr>
              <a:xfrm>
                <a:off x="7462666" y="237031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9" name="Rechteck 98">
                <a:extLst>
                  <a:ext uri="{FF2B5EF4-FFF2-40B4-BE49-F238E27FC236}">
                    <a16:creationId xmlns:a16="http://schemas.microsoft.com/office/drawing/2014/main" id="{E86A7A7C-70C4-EBA0-48B5-0F2DBC3877C4}"/>
                  </a:ext>
                </a:extLst>
              </p:cNvPr>
              <p:cNvSpPr/>
              <p:nvPr/>
            </p:nvSpPr>
            <p:spPr>
              <a:xfrm>
                <a:off x="7462666" y="2190557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564FEE8C-1779-4C89-6ED7-13A38DFFE483}"/>
                  </a:ext>
                </a:extLst>
              </p:cNvPr>
              <p:cNvCxnSpPr>
                <a:stCxn id="92" idx="3"/>
                <a:endCxn id="92" idx="7"/>
              </p:cNvCxnSpPr>
              <p:nvPr/>
            </p:nvCxnSpPr>
            <p:spPr>
              <a:xfrm flipV="1">
                <a:off x="7670911" y="2049913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8F9C6083-6830-5EEC-E1AF-EA017D79C998}"/>
                  </a:ext>
                </a:extLst>
              </p:cNvPr>
              <p:cNvCxnSpPr>
                <a:cxnSpLocks/>
                <a:stCxn id="93" idx="1"/>
                <a:endCxn id="93" idx="5"/>
              </p:cNvCxnSpPr>
              <p:nvPr/>
            </p:nvCxnSpPr>
            <p:spPr>
              <a:xfrm>
                <a:off x="7670911" y="2226088"/>
                <a:ext cx="101824" cy="101824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8069E66F-CC96-0A8C-AD75-76C44CCDE78B}"/>
                  </a:ext>
                </a:extLst>
              </p:cNvPr>
              <p:cNvCxnSpPr>
                <a:cxnSpLocks/>
                <a:stCxn id="94" idx="2"/>
                <a:endCxn id="94" idx="6"/>
              </p:cNvCxnSpPr>
              <p:nvPr/>
            </p:nvCxnSpPr>
            <p:spPr>
              <a:xfrm>
                <a:off x="7649823" y="2453175"/>
                <a:ext cx="144000" cy="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2A81F5C0-2DE0-F20B-61E1-E59CB7A6F468}"/>
                  </a:ext>
                </a:extLst>
              </p:cNvPr>
              <p:cNvCxnSpPr>
                <a:cxnSpLocks/>
                <a:stCxn id="95" idx="4"/>
                <a:endCxn id="95" idx="0"/>
              </p:cNvCxnSpPr>
              <p:nvPr/>
            </p:nvCxnSpPr>
            <p:spPr>
              <a:xfrm flipV="1">
                <a:off x="7721823" y="2565000"/>
                <a:ext cx="0" cy="144000"/>
              </a:xfrm>
              <a:prstGeom prst="line">
                <a:avLst/>
              </a:prstGeom>
              <a:ln w="25400">
                <a:solidFill>
                  <a:schemeClr val="bg1">
                    <a:lumMod val="75000"/>
                  </a:schemeClr>
                </a:solidFill>
              </a:ln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12AE0DEC-CD24-8E2A-D977-870D3987AE50}"/>
                </a:ext>
              </a:extLst>
            </p:cNvPr>
            <p:cNvGrpSpPr/>
            <p:nvPr/>
          </p:nvGrpSpPr>
          <p:grpSpPr>
            <a:xfrm>
              <a:off x="7881577" y="2601611"/>
              <a:ext cx="433247" cy="539521"/>
              <a:chOff x="5160258" y="4381973"/>
              <a:chExt cx="433247" cy="539521"/>
            </a:xfrm>
          </p:grpSpPr>
          <p:sp>
            <p:nvSpPr>
              <p:cNvPr id="84" name="Rechteck 83">
                <a:extLst>
                  <a:ext uri="{FF2B5EF4-FFF2-40B4-BE49-F238E27FC236}">
                    <a16:creationId xmlns:a16="http://schemas.microsoft.com/office/drawing/2014/main" id="{86DF36D6-C111-E37F-37AC-246882412E7D}"/>
                  </a:ext>
                </a:extLst>
              </p:cNvPr>
              <p:cNvSpPr/>
              <p:nvPr/>
            </p:nvSpPr>
            <p:spPr>
              <a:xfrm rot="10800000">
                <a:off x="5160258" y="4382113"/>
                <a:ext cx="432000" cy="53938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5" name="Ellipse 84">
                <a:extLst>
                  <a:ext uri="{FF2B5EF4-FFF2-40B4-BE49-F238E27FC236}">
                    <a16:creationId xmlns:a16="http://schemas.microsoft.com/office/drawing/2014/main" id="{00BC62D1-59F3-4C0D-F42C-5B9E05212372}"/>
                  </a:ext>
                </a:extLst>
              </p:cNvPr>
              <p:cNvSpPr/>
              <p:nvPr/>
            </p:nvSpPr>
            <p:spPr>
              <a:xfrm rot="10800000">
                <a:off x="5262348" y="4763050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Ellipse 85">
                <a:extLst>
                  <a:ext uri="{FF2B5EF4-FFF2-40B4-BE49-F238E27FC236}">
                    <a16:creationId xmlns:a16="http://schemas.microsoft.com/office/drawing/2014/main" id="{0A4AEF58-15B0-3F6C-4A1B-05B268C700CF}"/>
                  </a:ext>
                </a:extLst>
              </p:cNvPr>
              <p:cNvSpPr/>
              <p:nvPr/>
            </p:nvSpPr>
            <p:spPr>
              <a:xfrm rot="10800000">
                <a:off x="5262348" y="4586875"/>
                <a:ext cx="144000" cy="14400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E346E44A-A9F0-566C-DCE7-C9BE0ED02B38}"/>
                  </a:ext>
                </a:extLst>
              </p:cNvPr>
              <p:cNvSpPr/>
              <p:nvPr/>
            </p:nvSpPr>
            <p:spPr>
              <a:xfrm rot="10800000">
                <a:off x="5262348" y="4403050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0A13CD63-831C-529E-50BD-4C1D1A0401CF}"/>
                  </a:ext>
                </a:extLst>
              </p:cNvPr>
              <p:cNvSpPr/>
              <p:nvPr/>
            </p:nvSpPr>
            <p:spPr>
              <a:xfrm rot="10800000">
                <a:off x="5503505" y="438197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9" name="Rechteck 88">
                <a:extLst>
                  <a:ext uri="{FF2B5EF4-FFF2-40B4-BE49-F238E27FC236}">
                    <a16:creationId xmlns:a16="http://schemas.microsoft.com/office/drawing/2014/main" id="{DF9687B4-7C4D-8E9B-F36B-2FFF61E2260C}"/>
                  </a:ext>
                </a:extLst>
              </p:cNvPr>
              <p:cNvSpPr/>
              <p:nvPr/>
            </p:nvSpPr>
            <p:spPr>
              <a:xfrm rot="10800000">
                <a:off x="5503505" y="456173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3EDEFA5-6C03-B628-3506-288612BABBE7}"/>
                  </a:ext>
                </a:extLst>
              </p:cNvPr>
              <p:cNvSpPr/>
              <p:nvPr/>
            </p:nvSpPr>
            <p:spPr>
              <a:xfrm rot="10800000">
                <a:off x="5503505" y="4741493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3634791C-E461-6A9D-EA9C-0B3AB3BAB8FE}"/>
                </a:ext>
              </a:extLst>
            </p:cNvPr>
            <p:cNvGrpSpPr/>
            <p:nvPr/>
          </p:nvGrpSpPr>
          <p:grpSpPr>
            <a:xfrm>
              <a:off x="7881577" y="2113988"/>
              <a:ext cx="433247" cy="359760"/>
              <a:chOff x="5464025" y="4186664"/>
              <a:chExt cx="433247" cy="35976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42260FA9-4FDE-B6C6-6A11-951072C4E454}"/>
                  </a:ext>
                </a:extLst>
              </p:cNvPr>
              <p:cNvSpPr/>
              <p:nvPr/>
            </p:nvSpPr>
            <p:spPr>
              <a:xfrm rot="10800000">
                <a:off x="5464025" y="4186803"/>
                <a:ext cx="432000" cy="35962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0" name="Ellipse 79">
                <a:extLst>
                  <a:ext uri="{FF2B5EF4-FFF2-40B4-BE49-F238E27FC236}">
                    <a16:creationId xmlns:a16="http://schemas.microsoft.com/office/drawing/2014/main" id="{CFEF6469-4855-8AFB-35EE-02DE5DE88447}"/>
                  </a:ext>
                </a:extLst>
              </p:cNvPr>
              <p:cNvSpPr/>
              <p:nvPr/>
            </p:nvSpPr>
            <p:spPr>
              <a:xfrm rot="10800000">
                <a:off x="5566115" y="4391566"/>
                <a:ext cx="144000" cy="144000"/>
              </a:xfrm>
              <a:prstGeom prst="ellipse">
                <a:avLst/>
              </a:prstGeom>
              <a:solidFill>
                <a:srgbClr val="92D0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1" name="Ellipse 80">
                <a:extLst>
                  <a:ext uri="{FF2B5EF4-FFF2-40B4-BE49-F238E27FC236}">
                    <a16:creationId xmlns:a16="http://schemas.microsoft.com/office/drawing/2014/main" id="{61BC8CBB-91A7-2612-D9BC-D3F6946AB4D6}"/>
                  </a:ext>
                </a:extLst>
              </p:cNvPr>
              <p:cNvSpPr/>
              <p:nvPr/>
            </p:nvSpPr>
            <p:spPr>
              <a:xfrm rot="10800000">
                <a:off x="5566115" y="4207741"/>
                <a:ext cx="144000" cy="1440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2" name="Rechteck 81">
                <a:extLst>
                  <a:ext uri="{FF2B5EF4-FFF2-40B4-BE49-F238E27FC236}">
                    <a16:creationId xmlns:a16="http://schemas.microsoft.com/office/drawing/2014/main" id="{763ACB7C-2529-AEEB-349B-841A0D3B94B6}"/>
                  </a:ext>
                </a:extLst>
              </p:cNvPr>
              <p:cNvSpPr/>
              <p:nvPr/>
            </p:nvSpPr>
            <p:spPr>
              <a:xfrm rot="10800000">
                <a:off x="5807272" y="418666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  <p:sp>
            <p:nvSpPr>
              <p:cNvPr id="83" name="Rechteck 82">
                <a:extLst>
                  <a:ext uri="{FF2B5EF4-FFF2-40B4-BE49-F238E27FC236}">
                    <a16:creationId xmlns:a16="http://schemas.microsoft.com/office/drawing/2014/main" id="{11EF16E7-1439-3F5D-2AF8-622761D9B674}"/>
                  </a:ext>
                </a:extLst>
              </p:cNvPr>
              <p:cNvSpPr/>
              <p:nvPr/>
            </p:nvSpPr>
            <p:spPr>
              <a:xfrm rot="10800000">
                <a:off x="5807272" y="4366424"/>
                <a:ext cx="90000" cy="1800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noFill/>
                </a:endParaRPr>
              </a:p>
            </p:txBody>
          </p:sp>
        </p:grp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F04EBC68-5A68-833D-17DE-316055A4A09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4220428"/>
              <a:ext cx="288000" cy="288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7BD61796-A894-2120-B170-EB071BEEE547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57165" y="3301815"/>
              <a:ext cx="216000" cy="216000"/>
            </a:xfrm>
            <a:prstGeom prst="ellipse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ECB9A572-8409-5381-2FCC-004964E4E32D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121165" y="2239203"/>
              <a:ext cx="288000" cy="288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BEAF7FDE-00B4-4F6C-3F10-BB166CCDD3B1}"/>
                </a:ext>
              </a:extLst>
            </p:cNvPr>
            <p:cNvGrpSpPr/>
            <p:nvPr/>
          </p:nvGrpSpPr>
          <p:grpSpPr>
            <a:xfrm>
              <a:off x="2974367" y="3208219"/>
              <a:ext cx="476413" cy="813007"/>
              <a:chOff x="1567225" y="2445928"/>
              <a:chExt cx="476413" cy="813007"/>
            </a:xfrm>
          </p:grpSpPr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602713BB-3C04-70EC-09B5-3396A33E9E39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6" name="Textfeld 75">
                <a:extLst>
                  <a:ext uri="{FF2B5EF4-FFF2-40B4-BE49-F238E27FC236}">
                    <a16:creationId xmlns:a16="http://schemas.microsoft.com/office/drawing/2014/main" id="{B4EA1FF7-5355-8483-7947-C6C91A36A814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A4</a:t>
                </a:r>
              </a:p>
            </p:txBody>
          </p:sp>
          <p:sp>
            <p:nvSpPr>
              <p:cNvPr id="77" name="Textfeld 76">
                <a:extLst>
                  <a:ext uri="{FF2B5EF4-FFF2-40B4-BE49-F238E27FC236}">
                    <a16:creationId xmlns:a16="http://schemas.microsoft.com/office/drawing/2014/main" id="{6D68685A-9139-A918-F390-6E77478651CC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5D970122-0D9B-2D41-188F-AFDD36E79A3E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A3</a:t>
                </a:r>
              </a:p>
            </p:txBody>
          </p:sp>
        </p:grp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387BA03C-ABED-040B-FFCC-6E7FAF58220A}"/>
                </a:ext>
              </a:extLst>
            </p:cNvPr>
            <p:cNvGrpSpPr/>
            <p:nvPr/>
          </p:nvGrpSpPr>
          <p:grpSpPr>
            <a:xfrm>
              <a:off x="2975783" y="2473457"/>
              <a:ext cx="476413" cy="813007"/>
              <a:chOff x="1567225" y="2445928"/>
              <a:chExt cx="476413" cy="813007"/>
            </a:xfrm>
          </p:grpSpPr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A5422092-A7D5-4BB7-2A49-BE793B781F94}"/>
                  </a:ext>
                </a:extLst>
              </p:cNvPr>
              <p:cNvSpPr txBox="1"/>
              <p:nvPr/>
            </p:nvSpPr>
            <p:spPr>
              <a:xfrm>
                <a:off x="1567225" y="2445928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2" name="Textfeld 71">
                <a:extLst>
                  <a:ext uri="{FF2B5EF4-FFF2-40B4-BE49-F238E27FC236}">
                    <a16:creationId xmlns:a16="http://schemas.microsoft.com/office/drawing/2014/main" id="{AD20B953-5296-5821-3A23-10CA6F4E0DDB}"/>
                  </a:ext>
                </a:extLst>
              </p:cNvPr>
              <p:cNvSpPr txBox="1"/>
              <p:nvPr/>
            </p:nvSpPr>
            <p:spPr>
              <a:xfrm>
                <a:off x="1690656" y="262265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A6</a:t>
                </a:r>
              </a:p>
            </p:txBody>
          </p:sp>
          <p:sp>
            <p:nvSpPr>
              <p:cNvPr id="73" name="Textfeld 72">
                <a:extLst>
                  <a:ext uri="{FF2B5EF4-FFF2-40B4-BE49-F238E27FC236}">
                    <a16:creationId xmlns:a16="http://schemas.microsoft.com/office/drawing/2014/main" id="{6C3DB47B-8DC7-9BBA-F4D5-D46B2A8939FD}"/>
                  </a:ext>
                </a:extLst>
              </p:cNvPr>
              <p:cNvSpPr txBox="1"/>
              <p:nvPr/>
            </p:nvSpPr>
            <p:spPr>
              <a:xfrm>
                <a:off x="1567225" y="2799112"/>
                <a:ext cx="4764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GND</a:t>
                </a:r>
              </a:p>
            </p:txBody>
          </p:sp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26167FD9-399D-3516-5F50-75E5E088854C}"/>
                  </a:ext>
                </a:extLst>
              </p:cNvPr>
              <p:cNvSpPr txBox="1"/>
              <p:nvPr/>
            </p:nvSpPr>
            <p:spPr>
              <a:xfrm>
                <a:off x="1690656" y="2981936"/>
                <a:ext cx="3529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de-DE" sz="1200" dirty="0"/>
                  <a:t>A5</a:t>
                </a:r>
              </a:p>
            </p:txBody>
          </p:sp>
        </p:grp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14C978B-0867-C1AA-5493-8D863020F9DF}"/>
                </a:ext>
              </a:extLst>
            </p:cNvPr>
            <p:cNvSpPr txBox="1"/>
            <p:nvPr/>
          </p:nvSpPr>
          <p:spPr>
            <a:xfrm>
              <a:off x="3937804" y="4508427"/>
              <a:ext cx="6896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ON/OFF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9918EF1E-125A-6BAD-F719-727CC60F623E}"/>
                </a:ext>
              </a:extLst>
            </p:cNvPr>
            <p:cNvSpPr txBox="1"/>
            <p:nvPr/>
          </p:nvSpPr>
          <p:spPr>
            <a:xfrm>
              <a:off x="4065965" y="2517643"/>
              <a:ext cx="4187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200" dirty="0"/>
                <a:t>LED</a:t>
              </a: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3687F4A6-74B7-1689-551A-0F18AB44584C}"/>
                </a:ext>
              </a:extLst>
            </p:cNvPr>
            <p:cNvGrpSpPr/>
            <p:nvPr/>
          </p:nvGrpSpPr>
          <p:grpSpPr>
            <a:xfrm>
              <a:off x="8332159" y="3239967"/>
              <a:ext cx="402360" cy="813007"/>
              <a:chOff x="4707229" y="2871867"/>
              <a:chExt cx="402360" cy="813007"/>
            </a:xfrm>
          </p:grpSpPr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EB080D26-7359-0ECB-2C16-5344773B0C73}"/>
                  </a:ext>
                </a:extLst>
              </p:cNvPr>
              <p:cNvSpPr txBox="1"/>
              <p:nvPr/>
            </p:nvSpPr>
            <p:spPr>
              <a:xfrm>
                <a:off x="4714929" y="2871867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6D74FFD3-AFF0-87CC-6A57-F468FF3F385C}"/>
                  </a:ext>
                </a:extLst>
              </p:cNvPr>
              <p:cNvSpPr txBox="1"/>
              <p:nvPr/>
            </p:nvSpPr>
            <p:spPr>
              <a:xfrm>
                <a:off x="4709857" y="304859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M4</a:t>
                </a:r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BDB62ACB-4806-593D-D398-76E0E58B0842}"/>
                  </a:ext>
                </a:extLst>
              </p:cNvPr>
              <p:cNvSpPr txBox="1"/>
              <p:nvPr/>
            </p:nvSpPr>
            <p:spPr>
              <a:xfrm>
                <a:off x="4712301" y="3225051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54D4CBA2-921B-BD82-F67A-2978A137BCD6}"/>
                  </a:ext>
                </a:extLst>
              </p:cNvPr>
              <p:cNvSpPr txBox="1"/>
              <p:nvPr/>
            </p:nvSpPr>
            <p:spPr>
              <a:xfrm>
                <a:off x="4707229" y="3407875"/>
                <a:ext cx="39466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/>
                  <a:t>M3</a:t>
                </a:r>
              </a:p>
            </p:txBody>
          </p:sp>
        </p:grp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E670311-D5B0-FF50-C5EF-86EF48FDDDEF}"/>
                </a:ext>
              </a:extLst>
            </p:cNvPr>
            <p:cNvSpPr/>
            <p:nvPr/>
          </p:nvSpPr>
          <p:spPr>
            <a:xfrm>
              <a:off x="6756628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B2C8724-1492-1E78-F33B-8363B5421F82}"/>
                </a:ext>
              </a:extLst>
            </p:cNvPr>
            <p:cNvSpPr/>
            <p:nvPr/>
          </p:nvSpPr>
          <p:spPr>
            <a:xfrm>
              <a:off x="7578737" y="216087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1D6E5FCF-242B-E513-F478-0E8CDFD5214E}"/>
                </a:ext>
              </a:extLst>
            </p:cNvPr>
            <p:cNvSpPr/>
            <p:nvPr/>
          </p:nvSpPr>
          <p:spPr>
            <a:xfrm>
              <a:off x="7578737" y="2769760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6A105CB1-8CA8-8DE0-2C76-36B6B59913E4}"/>
                </a:ext>
              </a:extLst>
            </p:cNvPr>
            <p:cNvSpPr/>
            <p:nvPr/>
          </p:nvSpPr>
          <p:spPr>
            <a:xfrm>
              <a:off x="6756628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FA9EE5EA-0ECC-4103-8A18-0D8ACD9D714F}"/>
                </a:ext>
              </a:extLst>
            </p:cNvPr>
            <p:cNvSpPr/>
            <p:nvPr/>
          </p:nvSpPr>
          <p:spPr>
            <a:xfrm>
              <a:off x="7578737" y="3378645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D919B812-3C8F-B92B-C729-14EE0CA00B3C}"/>
                </a:ext>
              </a:extLst>
            </p:cNvPr>
            <p:cNvSpPr/>
            <p:nvPr/>
          </p:nvSpPr>
          <p:spPr>
            <a:xfrm rot="16200000">
              <a:off x="6857976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0BC7FAF-898F-3FA9-AFFB-D67F65FAAB5E}"/>
                </a:ext>
              </a:extLst>
            </p:cNvPr>
            <p:cNvSpPr/>
            <p:nvPr/>
          </p:nvSpPr>
          <p:spPr>
            <a:xfrm rot="16200000">
              <a:off x="7461510" y="3892634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37A5CE50-3FFA-DD83-1105-35BEB0AEB8FB}"/>
                </a:ext>
              </a:extLst>
            </p:cNvPr>
            <p:cNvSpPr/>
            <p:nvPr/>
          </p:nvSpPr>
          <p:spPr>
            <a:xfrm rot="16200000">
              <a:off x="6857977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CCDBED84-29F5-A964-5891-7127C2A47890}"/>
                </a:ext>
              </a:extLst>
            </p:cNvPr>
            <p:cNvSpPr/>
            <p:nvPr/>
          </p:nvSpPr>
          <p:spPr>
            <a:xfrm rot="16200000">
              <a:off x="7461511" y="4295038"/>
              <a:ext cx="245494" cy="47994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3877FDF5-F4CC-C63E-1D27-CD741CCF9EA2}"/>
                </a:ext>
              </a:extLst>
            </p:cNvPr>
            <p:cNvSpPr txBox="1"/>
            <p:nvPr/>
          </p:nvSpPr>
          <p:spPr>
            <a:xfrm>
              <a:off x="6725543" y="2262348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S1</a:t>
              </a:r>
              <a:endParaRPr lang="en-US" sz="12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28D0ACBD-8DC0-C50F-1C06-3BF3091A3FAD}"/>
                </a:ext>
              </a:extLst>
            </p:cNvPr>
            <p:cNvSpPr txBox="1"/>
            <p:nvPr/>
          </p:nvSpPr>
          <p:spPr>
            <a:xfrm>
              <a:off x="7515757" y="2262348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M1</a:t>
              </a:r>
              <a:endParaRPr lang="en-US" sz="1200" dirty="0"/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07AD1FAE-7ECB-6AC6-9F65-146C7FE32073}"/>
                </a:ext>
              </a:extLst>
            </p:cNvPr>
            <p:cNvSpPr txBox="1"/>
            <p:nvPr/>
          </p:nvSpPr>
          <p:spPr>
            <a:xfrm>
              <a:off x="6722460" y="3491284"/>
              <a:ext cx="3337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S2</a:t>
              </a:r>
              <a:endParaRPr lang="en-US" sz="1200" dirty="0"/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0FE697B3-5F34-59E5-D59E-E2A3F862620C}"/>
                </a:ext>
              </a:extLst>
            </p:cNvPr>
            <p:cNvSpPr txBox="1"/>
            <p:nvPr/>
          </p:nvSpPr>
          <p:spPr>
            <a:xfrm>
              <a:off x="7512674" y="3491284"/>
              <a:ext cx="3946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M2</a:t>
              </a:r>
              <a:endParaRPr lang="en-US" sz="1200" dirty="0"/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92254854-2886-B709-69DD-B8D5B4D0D877}"/>
                </a:ext>
              </a:extLst>
            </p:cNvPr>
            <p:cNvSpPr txBox="1"/>
            <p:nvPr/>
          </p:nvSpPr>
          <p:spPr>
            <a:xfrm>
              <a:off x="6756627" y="3996929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S3</a:t>
              </a:r>
              <a:endParaRPr lang="en-US" sz="1200" dirty="0"/>
            </a:p>
          </p:txBody>
        </p: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AF97E922-4D83-6093-C882-0F119B690245}"/>
                </a:ext>
              </a:extLst>
            </p:cNvPr>
            <p:cNvSpPr txBox="1"/>
            <p:nvPr/>
          </p:nvSpPr>
          <p:spPr>
            <a:xfrm>
              <a:off x="7351694" y="3996929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M3</a:t>
              </a:r>
              <a:endParaRPr lang="en-US" sz="1200" dirty="0"/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41B733D6-ADA2-AD0D-4B0F-D68EE2CB790D}"/>
                </a:ext>
              </a:extLst>
            </p:cNvPr>
            <p:cNvSpPr txBox="1"/>
            <p:nvPr/>
          </p:nvSpPr>
          <p:spPr>
            <a:xfrm>
              <a:off x="6749076" y="4406623"/>
              <a:ext cx="4640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S4</a:t>
              </a:r>
              <a:endParaRPr lang="en-US" sz="1200" dirty="0"/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115AE6C8-840A-C9BD-F155-CCA99CDD896B}"/>
                </a:ext>
              </a:extLst>
            </p:cNvPr>
            <p:cNvSpPr txBox="1"/>
            <p:nvPr/>
          </p:nvSpPr>
          <p:spPr>
            <a:xfrm>
              <a:off x="7344143" y="4406623"/>
              <a:ext cx="4799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dirty="0"/>
                <a:t>M4</a:t>
              </a:r>
              <a:endParaRPr lang="en-US" sz="1200" dirty="0"/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1C020FE0-1EDB-A1EB-6B7C-2226894EEDEE}"/>
                </a:ext>
              </a:extLst>
            </p:cNvPr>
            <p:cNvSpPr txBox="1"/>
            <p:nvPr/>
          </p:nvSpPr>
          <p:spPr>
            <a:xfrm>
              <a:off x="7470030" y="2797382"/>
              <a:ext cx="479947" cy="485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000"/>
                </a:lnSpc>
              </a:pPr>
              <a:r>
                <a:rPr lang="de-DE" sz="1200" dirty="0"/>
                <a:t>B</a:t>
              </a:r>
              <a:br>
                <a:rPr lang="de-DE" sz="1200" dirty="0"/>
              </a:br>
              <a:r>
                <a:rPr lang="de-DE" sz="1200" dirty="0"/>
                <a:t>A</a:t>
              </a:r>
              <a:br>
                <a:rPr lang="de-DE" sz="1200" dirty="0"/>
              </a:br>
              <a:r>
                <a:rPr lang="de-DE" sz="1200" dirty="0"/>
                <a:t>T</a:t>
              </a:r>
              <a:endParaRPr lang="en-US" sz="1200" dirty="0"/>
            </a:p>
          </p:txBody>
        </p:sp>
      </p:grpSp>
      <p:grpSp>
        <p:nvGrpSpPr>
          <p:cNvPr id="196" name="Gruppieren 195">
            <a:extLst>
              <a:ext uri="{FF2B5EF4-FFF2-40B4-BE49-F238E27FC236}">
                <a16:creationId xmlns:a16="http://schemas.microsoft.com/office/drawing/2014/main" id="{1984824C-633E-6CE2-E7F8-1DBF1E80E4CA}"/>
              </a:ext>
            </a:extLst>
          </p:cNvPr>
          <p:cNvGrpSpPr/>
          <p:nvPr/>
        </p:nvGrpSpPr>
        <p:grpSpPr>
          <a:xfrm>
            <a:off x="1001605" y="679818"/>
            <a:ext cx="1310703" cy="1263257"/>
            <a:chOff x="1178497" y="713288"/>
            <a:chExt cx="1310703" cy="1263257"/>
          </a:xfrm>
        </p:grpSpPr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C79D9E51-D261-E4FF-FB6C-50AA46AB9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8497" y="713288"/>
              <a:ext cx="1310703" cy="1263257"/>
            </a:xfrm>
            <a:prstGeom prst="rect">
              <a:avLst/>
            </a:prstGeom>
          </p:spPr>
        </p:pic>
        <p:sp>
          <p:nvSpPr>
            <p:cNvPr id="169" name="Rechteck 168">
              <a:extLst>
                <a:ext uri="{FF2B5EF4-FFF2-40B4-BE49-F238E27FC236}">
                  <a16:creationId xmlns:a16="http://schemas.microsoft.com/office/drawing/2014/main" id="{9F21D429-D9E9-CDE1-D22C-1C1C0B05B5FB}"/>
                </a:ext>
              </a:extLst>
            </p:cNvPr>
            <p:cNvSpPr/>
            <p:nvPr/>
          </p:nvSpPr>
          <p:spPr>
            <a:xfrm>
              <a:off x="1678495" y="939363"/>
              <a:ext cx="735291" cy="1796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0" name="Rechteck 169">
            <a:extLst>
              <a:ext uri="{FF2B5EF4-FFF2-40B4-BE49-F238E27FC236}">
                <a16:creationId xmlns:a16="http://schemas.microsoft.com/office/drawing/2014/main" id="{609C71DE-E8D6-5D4C-7FB3-6148188D1408}"/>
              </a:ext>
            </a:extLst>
          </p:cNvPr>
          <p:cNvSpPr/>
          <p:nvPr/>
        </p:nvSpPr>
        <p:spPr>
          <a:xfrm>
            <a:off x="1985123" y="2712645"/>
            <a:ext cx="198487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6FDA2C46-4B34-0F9C-2817-B58CAAFF6AC1}"/>
              </a:ext>
            </a:extLst>
          </p:cNvPr>
          <p:cNvSpPr/>
          <p:nvPr/>
        </p:nvSpPr>
        <p:spPr>
          <a:xfrm>
            <a:off x="2282003" y="2712644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EABA4AA0-B2F2-5389-D628-B629BBC26CD8}"/>
              </a:ext>
            </a:extLst>
          </p:cNvPr>
          <p:cNvCxnSpPr>
            <a:stCxn id="170" idx="0"/>
          </p:cNvCxnSpPr>
          <p:nvPr/>
        </p:nvCxnSpPr>
        <p:spPr>
          <a:xfrm rot="5400000" flipH="1" flipV="1">
            <a:off x="2519263" y="1873549"/>
            <a:ext cx="404201" cy="1273993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feld 173">
            <a:extLst>
              <a:ext uri="{FF2B5EF4-FFF2-40B4-BE49-F238E27FC236}">
                <a16:creationId xmlns:a16="http://schemas.microsoft.com/office/drawing/2014/main" id="{5ABFC19B-B0C7-80FF-DABA-500F78F30D93}"/>
              </a:ext>
            </a:extLst>
          </p:cNvPr>
          <p:cNvSpPr txBox="1"/>
          <p:nvPr/>
        </p:nvSpPr>
        <p:spPr>
          <a:xfrm>
            <a:off x="3320963" y="2169944"/>
            <a:ext cx="19656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1. Firmware.bin auswählen</a:t>
            </a:r>
            <a:endParaRPr lang="en-US" sz="1200" dirty="0"/>
          </a:p>
        </p:txBody>
      </p: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8C8C9206-BF05-7620-685A-A34A48B6A617}"/>
              </a:ext>
            </a:extLst>
          </p:cNvPr>
          <p:cNvCxnSpPr>
            <a:stCxn id="171" idx="3"/>
          </p:cNvCxnSpPr>
          <p:nvPr/>
        </p:nvCxnSpPr>
        <p:spPr>
          <a:xfrm flipV="1">
            <a:off x="2710661" y="2795561"/>
            <a:ext cx="647699" cy="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F177C0D4-AA5B-56E6-1536-71B21C90A33B}"/>
              </a:ext>
            </a:extLst>
          </p:cNvPr>
          <p:cNvSpPr txBox="1"/>
          <p:nvPr/>
        </p:nvSpPr>
        <p:spPr>
          <a:xfrm>
            <a:off x="3320963" y="2657063"/>
            <a:ext cx="899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2. 0x10000</a:t>
            </a:r>
            <a:endParaRPr lang="en-US" sz="1200" dirty="0"/>
          </a:p>
        </p:txBody>
      </p:sp>
      <p:sp>
        <p:nvSpPr>
          <p:cNvPr id="181" name="Rechteck 180">
            <a:extLst>
              <a:ext uri="{FF2B5EF4-FFF2-40B4-BE49-F238E27FC236}">
                <a16:creationId xmlns:a16="http://schemas.microsoft.com/office/drawing/2014/main" id="{89275E89-68FC-2E23-56AE-1B060316B76C}"/>
              </a:ext>
            </a:extLst>
          </p:cNvPr>
          <p:cNvSpPr/>
          <p:nvPr/>
        </p:nvSpPr>
        <p:spPr>
          <a:xfrm>
            <a:off x="848376" y="4089519"/>
            <a:ext cx="428658" cy="165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hteck 181">
            <a:extLst>
              <a:ext uri="{FF2B5EF4-FFF2-40B4-BE49-F238E27FC236}">
                <a16:creationId xmlns:a16="http://schemas.microsoft.com/office/drawing/2014/main" id="{EBA0D5AB-A13F-ED29-CECC-0A11EA4083ED}"/>
              </a:ext>
            </a:extLst>
          </p:cNvPr>
          <p:cNvSpPr/>
          <p:nvPr/>
        </p:nvSpPr>
        <p:spPr>
          <a:xfrm>
            <a:off x="278484" y="5925744"/>
            <a:ext cx="463675" cy="2495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Gerader Verbinder 182">
            <a:extLst>
              <a:ext uri="{FF2B5EF4-FFF2-40B4-BE49-F238E27FC236}">
                <a16:creationId xmlns:a16="http://schemas.microsoft.com/office/drawing/2014/main" id="{438E88A7-FA00-64C4-3088-C5E9157FB8AC}"/>
              </a:ext>
            </a:extLst>
          </p:cNvPr>
          <p:cNvCxnSpPr>
            <a:cxnSpLocks/>
          </p:cNvCxnSpPr>
          <p:nvPr/>
        </p:nvCxnSpPr>
        <p:spPr>
          <a:xfrm>
            <a:off x="1277034" y="4153018"/>
            <a:ext cx="20943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feld 183">
            <a:extLst>
              <a:ext uri="{FF2B5EF4-FFF2-40B4-BE49-F238E27FC236}">
                <a16:creationId xmlns:a16="http://schemas.microsoft.com/office/drawing/2014/main" id="{9E6EEFF4-2AA8-B554-2635-7AF32781AA1B}"/>
              </a:ext>
            </a:extLst>
          </p:cNvPr>
          <p:cNvSpPr txBox="1"/>
          <p:nvPr/>
        </p:nvSpPr>
        <p:spPr>
          <a:xfrm>
            <a:off x="3333981" y="4014520"/>
            <a:ext cx="1369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3. </a:t>
            </a:r>
            <a:r>
              <a:rPr lang="de-DE" sz="1200" dirty="0" err="1"/>
              <a:t>QuadIO</a:t>
            </a:r>
            <a:r>
              <a:rPr lang="de-DE" sz="1200" dirty="0"/>
              <a:t>-Modus</a:t>
            </a:r>
            <a:endParaRPr lang="en-US" sz="1200" dirty="0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DDC70C86-8393-15E5-F3D5-D7F89D9028BC}"/>
              </a:ext>
            </a:extLst>
          </p:cNvPr>
          <p:cNvSpPr txBox="1"/>
          <p:nvPr/>
        </p:nvSpPr>
        <p:spPr>
          <a:xfrm>
            <a:off x="3358360" y="6330082"/>
            <a:ext cx="8707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5. </a:t>
            </a:r>
            <a:r>
              <a:rPr lang="de-DE" sz="1200" dirty="0" err="1"/>
              <a:t>Flashen</a:t>
            </a:r>
            <a:endParaRPr lang="en-US" sz="1200" dirty="0"/>
          </a:p>
        </p:txBody>
      </p: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0B5336A0-29B1-0896-4CF5-0AF7F7D5185C}"/>
              </a:ext>
            </a:extLst>
          </p:cNvPr>
          <p:cNvCxnSpPr>
            <a:cxnSpLocks/>
            <a:stCxn id="182" idx="2"/>
            <a:endCxn id="187" idx="1"/>
          </p:cNvCxnSpPr>
          <p:nvPr/>
        </p:nvCxnSpPr>
        <p:spPr>
          <a:xfrm rot="16200000" flipH="1">
            <a:off x="1787691" y="4897912"/>
            <a:ext cx="293301" cy="2848038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Rechteck 196">
            <a:extLst>
              <a:ext uri="{FF2B5EF4-FFF2-40B4-BE49-F238E27FC236}">
                <a16:creationId xmlns:a16="http://schemas.microsoft.com/office/drawing/2014/main" id="{6E6D4FFA-4484-A44E-9E2F-7FDD39B92017}"/>
              </a:ext>
            </a:extLst>
          </p:cNvPr>
          <p:cNvSpPr/>
          <p:nvPr/>
        </p:nvSpPr>
        <p:spPr>
          <a:xfrm>
            <a:off x="1961134" y="5925744"/>
            <a:ext cx="904921" cy="2808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BC95D999-E0F8-D234-0EC5-C0ECB7D0A3AE}"/>
              </a:ext>
            </a:extLst>
          </p:cNvPr>
          <p:cNvCxnSpPr>
            <a:cxnSpLocks/>
          </p:cNvCxnSpPr>
          <p:nvPr/>
        </p:nvCxnSpPr>
        <p:spPr>
          <a:xfrm>
            <a:off x="2880081" y="6065781"/>
            <a:ext cx="47719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feld 199">
            <a:extLst>
              <a:ext uri="{FF2B5EF4-FFF2-40B4-BE49-F238E27FC236}">
                <a16:creationId xmlns:a16="http://schemas.microsoft.com/office/drawing/2014/main" id="{D7399E8E-618B-67E2-D29E-4869094AAF50}"/>
              </a:ext>
            </a:extLst>
          </p:cNvPr>
          <p:cNvSpPr txBox="1"/>
          <p:nvPr/>
        </p:nvSpPr>
        <p:spPr>
          <a:xfrm>
            <a:off x="3319883" y="5832307"/>
            <a:ext cx="2419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4. Passender COM-Port</a:t>
            </a:r>
          </a:p>
          <a:p>
            <a:r>
              <a:rPr lang="de-DE" sz="1200" dirty="0"/>
              <a:t>     BAUD immer 921600</a:t>
            </a:r>
            <a:endParaRPr lang="en-US" sz="1200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34F07C73-87A4-37A1-E729-99E4CEB1D325}"/>
              </a:ext>
            </a:extLst>
          </p:cNvPr>
          <p:cNvCxnSpPr/>
          <p:nvPr/>
        </p:nvCxnSpPr>
        <p:spPr>
          <a:xfrm>
            <a:off x="5495827" y="0"/>
            <a:ext cx="0" cy="68580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D2E6BB86-DC5F-395C-3E12-5327572D1729}"/>
              </a:ext>
            </a:extLst>
          </p:cNvPr>
          <p:cNvSpPr txBox="1"/>
          <p:nvPr/>
        </p:nvSpPr>
        <p:spPr>
          <a:xfrm>
            <a:off x="7735883" y="1596316"/>
            <a:ext cx="1886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Pinout ftSwarmRC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9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282AB2-A7A8-4F5C-360F-F4C548BC80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8" y="619805"/>
            <a:ext cx="5364945" cy="29034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98F4A187-FA47-F40F-7E82-7E7140331B3F}"/>
              </a:ext>
            </a:extLst>
          </p:cNvPr>
          <p:cNvGrpSpPr/>
          <p:nvPr/>
        </p:nvGrpSpPr>
        <p:grpSpPr>
          <a:xfrm>
            <a:off x="5974735" y="619805"/>
            <a:ext cx="5364945" cy="2903472"/>
            <a:chOff x="5974735" y="619805"/>
            <a:chExt cx="5364945" cy="2903472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41CCFC62-6C4C-943B-8D12-5B8A7F7E23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74735" y="619805"/>
              <a:ext cx="5364945" cy="290347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Grafik 9" descr="Ein Bild, das Symbol, Logo, Schrift, Design enthält.&#10;&#10;Automatisch generierte Beschreibung">
              <a:extLst>
                <a:ext uri="{FF2B5EF4-FFF2-40B4-BE49-F238E27FC236}">
                  <a16:creationId xmlns:a16="http://schemas.microsoft.com/office/drawing/2014/main" id="{C705EF26-C29B-7680-5A83-677838CB1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65" t="30246" r="25165" b="32356"/>
            <a:stretch/>
          </p:blipFill>
          <p:spPr>
            <a:xfrm>
              <a:off x="7232475" y="1902430"/>
              <a:ext cx="2637388" cy="16208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6831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hteck 327">
            <a:extLst>
              <a:ext uri="{FF2B5EF4-FFF2-40B4-BE49-F238E27FC236}">
                <a16:creationId xmlns:a16="http://schemas.microsoft.com/office/drawing/2014/main" id="{7556D57F-61A3-1CDF-FA1A-31B25697AA2A}"/>
              </a:ext>
            </a:extLst>
          </p:cNvPr>
          <p:cNvSpPr/>
          <p:nvPr/>
        </p:nvSpPr>
        <p:spPr>
          <a:xfrm>
            <a:off x="6000348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8008970D-5C9E-7BE6-2B45-FD2F7766F65B}"/>
              </a:ext>
            </a:extLst>
          </p:cNvPr>
          <p:cNvSpPr/>
          <p:nvPr/>
        </p:nvSpPr>
        <p:spPr>
          <a:xfrm>
            <a:off x="331470" y="219075"/>
            <a:ext cx="5370830" cy="35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8" name="Gruppieren 137">
            <a:extLst>
              <a:ext uri="{FF2B5EF4-FFF2-40B4-BE49-F238E27FC236}">
                <a16:creationId xmlns:a16="http://schemas.microsoft.com/office/drawing/2014/main" id="{766539ED-2727-959F-1B3E-F3A24F3B4A5D}"/>
              </a:ext>
            </a:extLst>
          </p:cNvPr>
          <p:cNvGrpSpPr/>
          <p:nvPr/>
        </p:nvGrpSpPr>
        <p:grpSpPr>
          <a:xfrm>
            <a:off x="547370" y="359492"/>
            <a:ext cx="4977130" cy="3225083"/>
            <a:chOff x="3823970" y="940517"/>
            <a:chExt cx="4977130" cy="3225083"/>
          </a:xfrm>
        </p:grpSpPr>
        <p:sp>
          <p:nvSpPr>
            <p:cNvPr id="137" name="Rechteck 136">
              <a:extLst>
                <a:ext uri="{FF2B5EF4-FFF2-40B4-BE49-F238E27FC236}">
                  <a16:creationId xmlns:a16="http://schemas.microsoft.com/office/drawing/2014/main" id="{7D635A9E-84CA-1059-0B99-3C4C27B1A5C8}"/>
                </a:ext>
              </a:extLst>
            </p:cNvPr>
            <p:cNvSpPr/>
            <p:nvPr/>
          </p:nvSpPr>
          <p:spPr>
            <a:xfrm>
              <a:off x="3823970" y="940517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6" name="Grafik 45">
              <a:extLst>
                <a:ext uri="{FF2B5EF4-FFF2-40B4-BE49-F238E27FC236}">
                  <a16:creationId xmlns:a16="http://schemas.microsoft.com/office/drawing/2014/main" id="{DF04E161-FC9A-1E09-DB68-DE62B50A9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87619" y="1255887"/>
              <a:ext cx="1987778" cy="2413730"/>
            </a:xfrm>
            <a:prstGeom prst="rect">
              <a:avLst/>
            </a:prstGeom>
          </p:spPr>
        </p:pic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703DB1D5-9F89-1339-3B0A-FA5C8F04E28D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776209"/>
              <a:ext cx="8964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75C83C88-D752-08EC-D9C7-6721DABDFBCA}"/>
                </a:ext>
              </a:extLst>
            </p:cNvPr>
            <p:cNvSpPr txBox="1"/>
            <p:nvPr/>
          </p:nvSpPr>
          <p:spPr>
            <a:xfrm>
              <a:off x="4508365" y="1012406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2A35341C-CBE7-4098-5D02-A56F4D917D8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635937"/>
              <a:ext cx="8964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96556DC1-D277-DFCB-832A-A937A59A99E3}"/>
                </a:ext>
              </a:extLst>
            </p:cNvPr>
            <p:cNvGrpSpPr/>
            <p:nvPr/>
          </p:nvGrpSpPr>
          <p:grpSpPr>
            <a:xfrm>
              <a:off x="6886776" y="1522379"/>
              <a:ext cx="360000" cy="360000"/>
              <a:chOff x="6467676" y="1527142"/>
              <a:chExt cx="360000" cy="360000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03C5CC1C-DFD1-CEF8-AF80-C0D4F9EA0045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1" name="Gruppieren 60">
                <a:extLst>
                  <a:ext uri="{FF2B5EF4-FFF2-40B4-BE49-F238E27FC236}">
                    <a16:creationId xmlns:a16="http://schemas.microsoft.com/office/drawing/2014/main" id="{2D4B99A4-2D16-1C50-ACAE-82203D31BEDA}"/>
                  </a:ext>
                </a:extLst>
              </p:cNvPr>
              <p:cNvGrpSpPr/>
              <p:nvPr/>
            </p:nvGrpSpPr>
            <p:grpSpPr>
              <a:xfrm>
                <a:off x="6551326" y="1565234"/>
                <a:ext cx="180000" cy="283816"/>
                <a:chOff x="7280199" y="1306975"/>
                <a:chExt cx="180000" cy="283816"/>
              </a:xfrm>
            </p:grpSpPr>
            <p:sp>
              <p:nvSpPr>
                <p:cNvPr id="60" name="Rechteck 59">
                  <a:extLst>
                    <a:ext uri="{FF2B5EF4-FFF2-40B4-BE49-F238E27FC236}">
                      <a16:creationId xmlns:a16="http://schemas.microsoft.com/office/drawing/2014/main" id="{28B8BEC1-77C7-8C1D-EDC5-9ADF41A3CB17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" name="Rechteck 7">
                  <a:extLst>
                    <a:ext uri="{FF2B5EF4-FFF2-40B4-BE49-F238E27FC236}">
                      <a16:creationId xmlns:a16="http://schemas.microsoft.com/office/drawing/2014/main" id="{122E9C47-EEF8-DF92-8E75-D62AF9E942E9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" name="Ellipse 6">
                  <a:extLst>
                    <a:ext uri="{FF2B5EF4-FFF2-40B4-BE49-F238E27FC236}">
                      <a16:creationId xmlns:a16="http://schemas.microsoft.com/office/drawing/2014/main" id="{5A1A4FE1-577A-2871-1247-FD46B58AB840}"/>
                    </a:ext>
                  </a:extLst>
                </p:cNvPr>
                <p:cNvSpPr/>
                <p:nvPr/>
              </p:nvSpPr>
              <p:spPr>
                <a:xfrm>
                  <a:off x="728019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888B60E2-C6F8-FAF4-EDD0-6749A1B7C7DD}"/>
                </a:ext>
              </a:extLst>
            </p:cNvPr>
            <p:cNvSpPr/>
            <p:nvPr/>
          </p:nvSpPr>
          <p:spPr>
            <a:xfrm>
              <a:off x="7364313" y="1083171"/>
              <a:ext cx="133350" cy="1674317"/>
            </a:xfrm>
            <a:prstGeom prst="rect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779F1F37-7A4D-CB69-4AEB-6AC02E2E5804}"/>
                </a:ext>
              </a:extLst>
            </p:cNvPr>
            <p:cNvGrpSpPr/>
            <p:nvPr/>
          </p:nvGrpSpPr>
          <p:grpSpPr>
            <a:xfrm>
              <a:off x="7621088" y="1972471"/>
              <a:ext cx="360000" cy="360000"/>
              <a:chOff x="6467676" y="1527142"/>
              <a:chExt cx="360000" cy="3600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415931B-0C0C-DA80-F1ED-85E7B9044BAC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1" name="Gruppieren 90">
                <a:extLst>
                  <a:ext uri="{FF2B5EF4-FFF2-40B4-BE49-F238E27FC236}">
                    <a16:creationId xmlns:a16="http://schemas.microsoft.com/office/drawing/2014/main" id="{0BA60531-C977-BFF0-4EDB-12777DECA022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2" name="Rechteck 91">
                  <a:extLst>
                    <a:ext uri="{FF2B5EF4-FFF2-40B4-BE49-F238E27FC236}">
                      <a16:creationId xmlns:a16="http://schemas.microsoft.com/office/drawing/2014/main" id="{E1530BB8-F322-FDB3-BA62-7E8ABB113452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3" name="Rechteck 92">
                  <a:extLst>
                    <a:ext uri="{FF2B5EF4-FFF2-40B4-BE49-F238E27FC236}">
                      <a16:creationId xmlns:a16="http://schemas.microsoft.com/office/drawing/2014/main" id="{34D03913-86E7-3E65-0212-CE89DF022C16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4" name="Ellipse 93">
                  <a:extLst>
                    <a:ext uri="{FF2B5EF4-FFF2-40B4-BE49-F238E27FC236}">
                      <a16:creationId xmlns:a16="http://schemas.microsoft.com/office/drawing/2014/main" id="{A572B841-3295-41FF-CF22-461ED829BEF4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BE485D25-8043-692B-BE82-8DD260CACFDD}"/>
                </a:ext>
              </a:extLst>
            </p:cNvPr>
            <p:cNvGrpSpPr/>
            <p:nvPr/>
          </p:nvGrpSpPr>
          <p:grpSpPr>
            <a:xfrm>
              <a:off x="7621088" y="1522379"/>
              <a:ext cx="360000" cy="360000"/>
              <a:chOff x="6467676" y="1527142"/>
              <a:chExt cx="360000" cy="360000"/>
            </a:xfrm>
          </p:grpSpPr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133AC779-6310-5B4C-DFF8-B306AC2D1F14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EC2BA148-28A2-A3CD-C9BD-D04F819F88A4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98" name="Rechteck 97">
                  <a:extLst>
                    <a:ext uri="{FF2B5EF4-FFF2-40B4-BE49-F238E27FC236}">
                      <a16:creationId xmlns:a16="http://schemas.microsoft.com/office/drawing/2014/main" id="{0A4F6722-E8AE-5090-94F9-B045F039B35D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9" name="Rechteck 98">
                  <a:extLst>
                    <a:ext uri="{FF2B5EF4-FFF2-40B4-BE49-F238E27FC236}">
                      <a16:creationId xmlns:a16="http://schemas.microsoft.com/office/drawing/2014/main" id="{CE8F2601-3FCB-F830-72F7-00FE1C950790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" name="Ellipse 99">
                  <a:extLst>
                    <a:ext uri="{FF2B5EF4-FFF2-40B4-BE49-F238E27FC236}">
                      <a16:creationId xmlns:a16="http://schemas.microsoft.com/office/drawing/2014/main" id="{85EB019F-9319-9D26-1B13-DA14041A706D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82992743-09FE-1BE7-E235-B333C18583F7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2035963"/>
              <a:ext cx="544466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103">
              <a:extLst>
                <a:ext uri="{FF2B5EF4-FFF2-40B4-BE49-F238E27FC236}">
                  <a16:creationId xmlns:a16="http://schemas.microsoft.com/office/drawing/2014/main" id="{C7B42DB0-1B69-E558-1502-C0F5F20773FB}"/>
                </a:ext>
              </a:extLst>
            </p:cNvPr>
            <p:cNvCxnSpPr>
              <a:cxnSpLocks/>
            </p:cNvCxnSpPr>
            <p:nvPr/>
          </p:nvCxnSpPr>
          <p:spPr>
            <a:xfrm>
              <a:off x="5970634" y="1895691"/>
              <a:ext cx="653036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D1AE42FE-5401-1E33-93C4-51508FAEFE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4290" y="1895477"/>
              <a:ext cx="0" cy="166994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Gerader Verbinder 109">
              <a:extLst>
                <a:ext uri="{FF2B5EF4-FFF2-40B4-BE49-F238E27FC236}">
                  <a16:creationId xmlns:a16="http://schemas.microsoft.com/office/drawing/2014/main" id="{EA2E4B8D-FCC2-BD72-D4D1-C3CF2DD49F46}"/>
                </a:ext>
              </a:extLst>
            </p:cNvPr>
            <p:cNvCxnSpPr>
              <a:cxnSpLocks/>
            </p:cNvCxnSpPr>
            <p:nvPr/>
          </p:nvCxnSpPr>
          <p:spPr>
            <a:xfrm>
              <a:off x="6623670" y="2064852"/>
              <a:ext cx="243364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Gerader Verbinder 116">
              <a:extLst>
                <a:ext uri="{FF2B5EF4-FFF2-40B4-BE49-F238E27FC236}">
                  <a16:creationId xmlns:a16="http://schemas.microsoft.com/office/drawing/2014/main" id="{4D0D2F73-B2C4-2FAC-41A5-4737967A17BB}"/>
                </a:ext>
              </a:extLst>
            </p:cNvPr>
            <p:cNvCxnSpPr>
              <a:cxnSpLocks/>
            </p:cNvCxnSpPr>
            <p:nvPr/>
          </p:nvCxnSpPr>
          <p:spPr>
            <a:xfrm>
              <a:off x="6515100" y="2038344"/>
              <a:ext cx="0" cy="186125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r Verbinder 114">
              <a:extLst>
                <a:ext uri="{FF2B5EF4-FFF2-40B4-BE49-F238E27FC236}">
                  <a16:creationId xmlns:a16="http://schemas.microsoft.com/office/drawing/2014/main" id="{0DB1D953-0DC6-1895-55C6-7092235D4E63}"/>
                </a:ext>
              </a:extLst>
            </p:cNvPr>
            <p:cNvCxnSpPr>
              <a:cxnSpLocks/>
            </p:cNvCxnSpPr>
            <p:nvPr/>
          </p:nvCxnSpPr>
          <p:spPr>
            <a:xfrm>
              <a:off x="6517481" y="2226851"/>
              <a:ext cx="351934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DD632C44-9970-A50F-6810-796917019BEE}"/>
                </a:ext>
              </a:extLst>
            </p:cNvPr>
            <p:cNvGrpSpPr/>
            <p:nvPr/>
          </p:nvGrpSpPr>
          <p:grpSpPr>
            <a:xfrm>
              <a:off x="6886776" y="1972471"/>
              <a:ext cx="360000" cy="360000"/>
              <a:chOff x="6467676" y="1527142"/>
              <a:chExt cx="360000" cy="360000"/>
            </a:xfrm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067D6DD7-E635-E1DE-7415-A6F842621CF0}"/>
                  </a:ext>
                </a:extLst>
              </p:cNvPr>
              <p:cNvSpPr/>
              <p:nvPr/>
            </p:nvSpPr>
            <p:spPr>
              <a:xfrm>
                <a:off x="6467676" y="1527142"/>
                <a:ext cx="360000" cy="36000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66" name="Gruppieren 65">
                <a:extLst>
                  <a:ext uri="{FF2B5EF4-FFF2-40B4-BE49-F238E27FC236}">
                    <a16:creationId xmlns:a16="http://schemas.microsoft.com/office/drawing/2014/main" id="{DA007479-C9C8-BAD9-136B-D27EC6FCE4C9}"/>
                  </a:ext>
                </a:extLst>
              </p:cNvPr>
              <p:cNvGrpSpPr/>
              <p:nvPr/>
            </p:nvGrpSpPr>
            <p:grpSpPr>
              <a:xfrm>
                <a:off x="6557676" y="1565234"/>
                <a:ext cx="180000" cy="283816"/>
                <a:chOff x="7286549" y="1306975"/>
                <a:chExt cx="180000" cy="283816"/>
              </a:xfrm>
            </p:grpSpPr>
            <p:sp>
              <p:nvSpPr>
                <p:cNvPr id="67" name="Rechteck 66">
                  <a:extLst>
                    <a:ext uri="{FF2B5EF4-FFF2-40B4-BE49-F238E27FC236}">
                      <a16:creationId xmlns:a16="http://schemas.microsoft.com/office/drawing/2014/main" id="{F071413F-2A0A-35DC-E37F-F14CA488DBF5}"/>
                    </a:ext>
                  </a:extLst>
                </p:cNvPr>
                <p:cNvSpPr/>
                <p:nvPr/>
              </p:nvSpPr>
              <p:spPr>
                <a:xfrm>
                  <a:off x="7322549" y="1306975"/>
                  <a:ext cx="108000" cy="139817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8" name="Rechteck 67">
                  <a:extLst>
                    <a:ext uri="{FF2B5EF4-FFF2-40B4-BE49-F238E27FC236}">
                      <a16:creationId xmlns:a16="http://schemas.microsoft.com/office/drawing/2014/main" id="{C5A3FCC4-648F-48D7-0BA6-98DEB814D1CF}"/>
                    </a:ext>
                  </a:extLst>
                </p:cNvPr>
                <p:cNvSpPr/>
                <p:nvPr/>
              </p:nvSpPr>
              <p:spPr>
                <a:xfrm>
                  <a:off x="7322549" y="1450974"/>
                  <a:ext cx="108000" cy="1398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9" name="Ellipse 68">
                  <a:extLst>
                    <a:ext uri="{FF2B5EF4-FFF2-40B4-BE49-F238E27FC236}">
                      <a16:creationId xmlns:a16="http://schemas.microsoft.com/office/drawing/2014/main" id="{8E8E4ABF-3487-BC20-4DD4-730A155E7700}"/>
                    </a:ext>
                  </a:extLst>
                </p:cNvPr>
                <p:cNvSpPr/>
                <p:nvPr/>
              </p:nvSpPr>
              <p:spPr>
                <a:xfrm>
                  <a:off x="7286549" y="1358883"/>
                  <a:ext cx="180000" cy="180000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sp>
          <p:nvSpPr>
            <p:cNvPr id="121" name="Textfeld 120">
              <a:extLst>
                <a:ext uri="{FF2B5EF4-FFF2-40B4-BE49-F238E27FC236}">
                  <a16:creationId xmlns:a16="http://schemas.microsoft.com/office/drawing/2014/main" id="{92BDE8C5-658D-23CA-95AD-7411333DF4EA}"/>
                </a:ext>
              </a:extLst>
            </p:cNvPr>
            <p:cNvSpPr txBox="1"/>
            <p:nvPr/>
          </p:nvSpPr>
          <p:spPr>
            <a:xfrm>
              <a:off x="7525079" y="1079760"/>
              <a:ext cx="1159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Lichtschranken-</a:t>
              </a:r>
            </a:p>
            <a:p>
              <a:r>
                <a:rPr lang="de-DE" sz="1200" dirty="0"/>
                <a:t>LEDs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63D3CBD2-4D85-8D2C-1586-A6AC39C0924D}"/>
                </a:ext>
              </a:extLst>
            </p:cNvPr>
            <p:cNvSpPr txBox="1"/>
            <p:nvPr/>
          </p:nvSpPr>
          <p:spPr>
            <a:xfrm>
              <a:off x="6392545" y="1073645"/>
              <a:ext cx="9489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de-DE" sz="1200" dirty="0"/>
                <a:t>Foto-</a:t>
              </a:r>
            </a:p>
            <a:p>
              <a:pPr algn="r"/>
              <a:r>
                <a:rPr lang="de-DE" sz="1200" dirty="0"/>
                <a:t>Transistoren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5D2CC740-35AF-F53F-A89E-4DF4D2CBF0EE}"/>
                </a:ext>
              </a:extLst>
            </p:cNvPr>
            <p:cNvSpPr txBox="1"/>
            <p:nvPr/>
          </p:nvSpPr>
          <p:spPr>
            <a:xfrm rot="16200000">
              <a:off x="5277654" y="1731129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28" name="Textfeld 127">
              <a:extLst>
                <a:ext uri="{FF2B5EF4-FFF2-40B4-BE49-F238E27FC236}">
                  <a16:creationId xmlns:a16="http://schemas.microsoft.com/office/drawing/2014/main" id="{30837A8C-04E8-DCC3-3375-6E5144262609}"/>
                </a:ext>
              </a:extLst>
            </p:cNvPr>
            <p:cNvSpPr txBox="1"/>
            <p:nvPr/>
          </p:nvSpPr>
          <p:spPr>
            <a:xfrm>
              <a:off x="7450151" y="2551443"/>
              <a:ext cx="11556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Drehscheibe 60</a:t>
              </a:r>
            </a:p>
          </p:txBody>
        </p:sp>
        <p:sp>
          <p:nvSpPr>
            <p:cNvPr id="129" name="Rechteck 128">
              <a:extLst>
                <a:ext uri="{FF2B5EF4-FFF2-40B4-BE49-F238E27FC236}">
                  <a16:creationId xmlns:a16="http://schemas.microsoft.com/office/drawing/2014/main" id="{83B0D70E-4C91-BD16-C1B5-5AD8B19B90E2}"/>
                </a:ext>
              </a:extLst>
            </p:cNvPr>
            <p:cNvSpPr/>
            <p:nvPr/>
          </p:nvSpPr>
          <p:spPr>
            <a:xfrm>
              <a:off x="7364270" y="251038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Rechteck 129">
              <a:extLst>
                <a:ext uri="{FF2B5EF4-FFF2-40B4-BE49-F238E27FC236}">
                  <a16:creationId xmlns:a16="http://schemas.microsoft.com/office/drawing/2014/main" id="{2D035F5E-3A6D-769E-A7F4-1124283A8FB6}"/>
                </a:ext>
              </a:extLst>
            </p:cNvPr>
            <p:cNvSpPr/>
            <p:nvPr/>
          </p:nvSpPr>
          <p:spPr>
            <a:xfrm>
              <a:off x="7364270" y="2298317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4D076A8F-D0FF-33A6-9917-1407BB3CB170}"/>
                </a:ext>
              </a:extLst>
            </p:cNvPr>
            <p:cNvSpPr/>
            <p:nvPr/>
          </p:nvSpPr>
          <p:spPr>
            <a:xfrm>
              <a:off x="7364270" y="2086254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6F927D8E-68EF-B0F0-2A41-C0DCA9D7D000}"/>
                </a:ext>
              </a:extLst>
            </p:cNvPr>
            <p:cNvSpPr/>
            <p:nvPr/>
          </p:nvSpPr>
          <p:spPr>
            <a:xfrm>
              <a:off x="7364270" y="1874191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 132">
              <a:extLst>
                <a:ext uri="{FF2B5EF4-FFF2-40B4-BE49-F238E27FC236}">
                  <a16:creationId xmlns:a16="http://schemas.microsoft.com/office/drawing/2014/main" id="{C9593ED9-1290-A875-9AEF-4D06C87C8D15}"/>
                </a:ext>
              </a:extLst>
            </p:cNvPr>
            <p:cNvSpPr/>
            <p:nvPr/>
          </p:nvSpPr>
          <p:spPr>
            <a:xfrm>
              <a:off x="7364270" y="1662128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4" name="Rechteck 133">
              <a:extLst>
                <a:ext uri="{FF2B5EF4-FFF2-40B4-BE49-F238E27FC236}">
                  <a16:creationId xmlns:a16="http://schemas.microsoft.com/office/drawing/2014/main" id="{BA6108D5-D3AC-E388-E1F1-BD411B516AC9}"/>
                </a:ext>
              </a:extLst>
            </p:cNvPr>
            <p:cNvSpPr/>
            <p:nvPr/>
          </p:nvSpPr>
          <p:spPr>
            <a:xfrm>
              <a:off x="7364270" y="1450065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5" name="Rechteck 134">
              <a:extLst>
                <a:ext uri="{FF2B5EF4-FFF2-40B4-BE49-F238E27FC236}">
                  <a16:creationId xmlns:a16="http://schemas.microsoft.com/office/drawing/2014/main" id="{90121007-1296-8DB5-A7A5-842E855E11A2}"/>
                </a:ext>
              </a:extLst>
            </p:cNvPr>
            <p:cNvSpPr/>
            <p:nvPr/>
          </p:nvSpPr>
          <p:spPr>
            <a:xfrm>
              <a:off x="7364270" y="1238002"/>
              <a:ext cx="133350" cy="88691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6" name="Textfeld 135">
              <a:extLst>
                <a:ext uri="{FF2B5EF4-FFF2-40B4-BE49-F238E27FC236}">
                  <a16:creationId xmlns:a16="http://schemas.microsoft.com/office/drawing/2014/main" id="{06AD9345-CC9A-63FD-79E3-85A5B5822470}"/>
                </a:ext>
              </a:extLst>
            </p:cNvPr>
            <p:cNvSpPr txBox="1"/>
            <p:nvPr/>
          </p:nvSpPr>
          <p:spPr>
            <a:xfrm>
              <a:off x="4219654" y="3785871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FTSWARM_A1 )</a:t>
              </a:r>
            </a:p>
          </p:txBody>
        </p: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13F115EA-1BE8-F67B-3F0C-352D061453F4}"/>
              </a:ext>
            </a:extLst>
          </p:cNvPr>
          <p:cNvGrpSpPr/>
          <p:nvPr/>
        </p:nvGrpSpPr>
        <p:grpSpPr>
          <a:xfrm>
            <a:off x="6197198" y="357876"/>
            <a:ext cx="4977130" cy="3225083"/>
            <a:chOff x="6197198" y="357876"/>
            <a:chExt cx="4977130" cy="3225083"/>
          </a:xfrm>
        </p:grpSpPr>
        <p:sp>
          <p:nvSpPr>
            <p:cNvPr id="327" name="Rechteck 326">
              <a:extLst>
                <a:ext uri="{FF2B5EF4-FFF2-40B4-BE49-F238E27FC236}">
                  <a16:creationId xmlns:a16="http://schemas.microsoft.com/office/drawing/2014/main" id="{AE2C26AC-E1D2-D2E6-BACE-3208EF592457}"/>
                </a:ext>
              </a:extLst>
            </p:cNvPr>
            <p:cNvSpPr/>
            <p:nvPr/>
          </p:nvSpPr>
          <p:spPr>
            <a:xfrm>
              <a:off x="6197198" y="357876"/>
              <a:ext cx="4977130" cy="3225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43" name="Grafik 142">
              <a:extLst>
                <a:ext uri="{FF2B5EF4-FFF2-40B4-BE49-F238E27FC236}">
                  <a16:creationId xmlns:a16="http://schemas.microsoft.com/office/drawing/2014/main" id="{CF839CEB-8028-45DD-6B66-F9B09588F6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65101" y="674862"/>
              <a:ext cx="1987778" cy="2413730"/>
            </a:xfrm>
            <a:prstGeom prst="rect">
              <a:avLst/>
            </a:prstGeom>
          </p:spPr>
        </p:pic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A3F3D2B4-4F07-8A50-BBCA-AA5A03D8B302}"/>
                </a:ext>
              </a:extLst>
            </p:cNvPr>
            <p:cNvSpPr txBox="1"/>
            <p:nvPr/>
          </p:nvSpPr>
          <p:spPr>
            <a:xfrm>
              <a:off x="6885847" y="431381"/>
              <a:ext cx="946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200" dirty="0"/>
                <a:t>ftSwarm200</a:t>
              </a: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36C49883-DF8B-F851-3B6D-31F56DBF7D27}"/>
                </a:ext>
              </a:extLst>
            </p:cNvPr>
            <p:cNvSpPr txBox="1"/>
            <p:nvPr/>
          </p:nvSpPr>
          <p:spPr>
            <a:xfrm rot="16200000">
              <a:off x="7655136" y="1150104"/>
              <a:ext cx="5886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A2      A1</a:t>
              </a:r>
            </a:p>
          </p:txBody>
        </p:sp>
        <p:sp>
          <p:nvSpPr>
            <p:cNvPr id="169" name="Textfeld 168">
              <a:extLst>
                <a:ext uri="{FF2B5EF4-FFF2-40B4-BE49-F238E27FC236}">
                  <a16:creationId xmlns:a16="http://schemas.microsoft.com/office/drawing/2014/main" id="{99524A43-7E00-EC6A-5A61-70E8FE2EB0DF}"/>
                </a:ext>
              </a:extLst>
            </p:cNvPr>
            <p:cNvSpPr txBox="1"/>
            <p:nvPr/>
          </p:nvSpPr>
          <p:spPr>
            <a:xfrm>
              <a:off x="6597136" y="3204846"/>
              <a:ext cx="4185761" cy="246221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>
              <a:defPPr>
                <a:defRPr lang="de-DE"/>
              </a:defPPr>
              <a:lvl1pPr algn="ctr">
                <a:defRPr/>
              </a:lvl1pPr>
            </a:lstStyle>
            <a:p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Rotary =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de-DE" sz="1000" b="1" dirty="0" err="1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ftSwarmRotaryEncoder</a:t>
              </a:r>
              <a:r>
                <a:rPr lang="de-DE" sz="1000" b="1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( 200, FTSWARM_A5 )</a:t>
              </a:r>
            </a:p>
          </p:txBody>
        </p:sp>
        <p:grpSp>
          <p:nvGrpSpPr>
            <p:cNvPr id="226" name="Gruppieren 225">
              <a:extLst>
                <a:ext uri="{FF2B5EF4-FFF2-40B4-BE49-F238E27FC236}">
                  <a16:creationId xmlns:a16="http://schemas.microsoft.com/office/drawing/2014/main" id="{6118D490-FD91-7913-C032-2B76D1D527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415680" y="390538"/>
              <a:ext cx="986736" cy="985873"/>
              <a:chOff x="10556491" y="621603"/>
              <a:chExt cx="805835" cy="805130"/>
            </a:xfrm>
          </p:grpSpPr>
          <p:grpSp>
            <p:nvGrpSpPr>
              <p:cNvPr id="206" name="Gruppieren 205">
                <a:extLst>
                  <a:ext uri="{FF2B5EF4-FFF2-40B4-BE49-F238E27FC236}">
                    <a16:creationId xmlns:a16="http://schemas.microsoft.com/office/drawing/2014/main" id="{1C89F9EC-2D91-CC0E-F849-5D3508DD13B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0719539" y="1272646"/>
                <a:ext cx="479737" cy="118800"/>
                <a:chOff x="4358907" y="4067767"/>
                <a:chExt cx="804262" cy="199164"/>
              </a:xfrm>
            </p:grpSpPr>
            <p:sp>
              <p:nvSpPr>
                <p:cNvPr id="197" name="Halbbogen 196">
                  <a:extLst>
                    <a:ext uri="{FF2B5EF4-FFF2-40B4-BE49-F238E27FC236}">
                      <a16:creationId xmlns:a16="http://schemas.microsoft.com/office/drawing/2014/main" id="{E2E89D96-F0D3-31D6-D071-EC0698E1C666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8" name="Halbbogen 197">
                  <a:extLst>
                    <a:ext uri="{FF2B5EF4-FFF2-40B4-BE49-F238E27FC236}">
                      <a16:creationId xmlns:a16="http://schemas.microsoft.com/office/drawing/2014/main" id="{904A8DEB-F7EE-BBFB-8E76-B634EA29C130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Halbbogen 198">
                  <a:extLst>
                    <a:ext uri="{FF2B5EF4-FFF2-40B4-BE49-F238E27FC236}">
                      <a16:creationId xmlns:a16="http://schemas.microsoft.com/office/drawing/2014/main" id="{B605C167-F8D8-20D5-0C30-03EA0ABAFAA7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Halbbogen 199">
                  <a:extLst>
                    <a:ext uri="{FF2B5EF4-FFF2-40B4-BE49-F238E27FC236}">
                      <a16:creationId xmlns:a16="http://schemas.microsoft.com/office/drawing/2014/main" id="{4806FF4C-E888-4597-8E18-CB01CDFB6EE1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9E9950A4-FAA9-FDE0-D646-EB45FC76CB6B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05" name="Gerader Verbinder 204">
                  <a:extLst>
                    <a:ext uri="{FF2B5EF4-FFF2-40B4-BE49-F238E27FC236}">
                      <a16:creationId xmlns:a16="http://schemas.microsoft.com/office/drawing/2014/main" id="{85916BFA-6152-AF50-6A7D-7AD1C67F3516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grpSp>
            <p:nvGrpSpPr>
              <p:cNvPr id="207" name="Gruppieren 206">
                <a:extLst>
                  <a:ext uri="{FF2B5EF4-FFF2-40B4-BE49-F238E27FC236}">
                    <a16:creationId xmlns:a16="http://schemas.microsoft.com/office/drawing/2014/main" id="{A2CF4AB8-2DF8-86E2-8C19-7B4B7605CF0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 rot="5400000">
                <a:off x="10420271" y="940379"/>
                <a:ext cx="479737" cy="118800"/>
                <a:chOff x="4358907" y="4067767"/>
                <a:chExt cx="804262" cy="199164"/>
              </a:xfrm>
            </p:grpSpPr>
            <p:sp>
              <p:nvSpPr>
                <p:cNvPr id="208" name="Halbbogen 207">
                  <a:extLst>
                    <a:ext uri="{FF2B5EF4-FFF2-40B4-BE49-F238E27FC236}">
                      <a16:creationId xmlns:a16="http://schemas.microsoft.com/office/drawing/2014/main" id="{B30829C8-FB7A-A93C-E9D8-F1570D77C994}"/>
                    </a:ext>
                  </a:extLst>
                </p:cNvPr>
                <p:cNvSpPr/>
                <p:nvPr/>
              </p:nvSpPr>
              <p:spPr>
                <a:xfrm>
                  <a:off x="4470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Halbbogen 208">
                  <a:extLst>
                    <a:ext uri="{FF2B5EF4-FFF2-40B4-BE49-F238E27FC236}">
                      <a16:creationId xmlns:a16="http://schemas.microsoft.com/office/drawing/2014/main" id="{0BB94A41-0BFE-53EE-7972-E69F4A4AEA11}"/>
                    </a:ext>
                  </a:extLst>
                </p:cNvPr>
                <p:cNvSpPr/>
                <p:nvPr/>
              </p:nvSpPr>
              <p:spPr>
                <a:xfrm>
                  <a:off x="4614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Halbbogen 209">
                  <a:extLst>
                    <a:ext uri="{FF2B5EF4-FFF2-40B4-BE49-F238E27FC236}">
                      <a16:creationId xmlns:a16="http://schemas.microsoft.com/office/drawing/2014/main" id="{95798715-E4FD-4990-B56B-F9DD4D455569}"/>
                    </a:ext>
                  </a:extLst>
                </p:cNvPr>
                <p:cNvSpPr/>
                <p:nvPr/>
              </p:nvSpPr>
              <p:spPr>
                <a:xfrm>
                  <a:off x="4758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1" name="Halbbogen 210">
                  <a:extLst>
                    <a:ext uri="{FF2B5EF4-FFF2-40B4-BE49-F238E27FC236}">
                      <a16:creationId xmlns:a16="http://schemas.microsoft.com/office/drawing/2014/main" id="{47C96646-9474-E9D6-0C78-C78BECFEB31C}"/>
                    </a:ext>
                  </a:extLst>
                </p:cNvPr>
                <p:cNvSpPr/>
                <p:nvPr/>
              </p:nvSpPr>
              <p:spPr>
                <a:xfrm>
                  <a:off x="4902488" y="4067767"/>
                  <a:ext cx="144000" cy="199164"/>
                </a:xfrm>
                <a:prstGeom prst="blockArc">
                  <a:avLst>
                    <a:gd name="adj1" fmla="val 10800000"/>
                    <a:gd name="adj2" fmla="val 270783"/>
                    <a:gd name="adj3" fmla="val 0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C309C310-A077-1BDB-B161-F41F9B15C357}"/>
                    </a:ext>
                  </a:extLst>
                </p:cNvPr>
                <p:cNvCxnSpPr/>
                <p:nvPr/>
              </p:nvCxnSpPr>
              <p:spPr>
                <a:xfrm>
                  <a:off x="5046488" y="4174492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13" name="Gerader Verbinder 212">
                  <a:extLst>
                    <a:ext uri="{FF2B5EF4-FFF2-40B4-BE49-F238E27FC236}">
                      <a16:creationId xmlns:a16="http://schemas.microsoft.com/office/drawing/2014/main" id="{D85AA657-F346-0A4F-F33A-F9DC22C91C8A}"/>
                    </a:ext>
                  </a:extLst>
                </p:cNvPr>
                <p:cNvCxnSpPr/>
                <p:nvPr/>
              </p:nvCxnSpPr>
              <p:spPr>
                <a:xfrm>
                  <a:off x="4358907" y="4167349"/>
                  <a:ext cx="116681" cy="0"/>
                </a:xfrm>
                <a:prstGeom prst="lin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14" name="Ellipse 213">
                <a:extLst>
                  <a:ext uri="{FF2B5EF4-FFF2-40B4-BE49-F238E27FC236}">
                    <a16:creationId xmlns:a16="http://schemas.microsoft.com/office/drawing/2014/main" id="{6B19531A-FEF4-4CCE-C998-A2B7E2849C7C}"/>
                  </a:ext>
                </a:extLst>
              </p:cNvPr>
              <p:cNvSpPr/>
              <p:nvPr/>
            </p:nvSpPr>
            <p:spPr>
              <a:xfrm>
                <a:off x="10779408" y="844168"/>
                <a:ext cx="360000" cy="360000"/>
              </a:xfrm>
              <a:prstGeom prst="ellipse">
                <a:avLst/>
              </a:prstGeom>
              <a:solidFill>
                <a:schemeClr val="accent1">
                  <a:alpha val="4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5" name="Achteck 214">
                <a:extLst>
                  <a:ext uri="{FF2B5EF4-FFF2-40B4-BE49-F238E27FC236}">
                    <a16:creationId xmlns:a16="http://schemas.microsoft.com/office/drawing/2014/main" id="{610908DB-063E-270E-7BB0-A69DC89DDA54}"/>
                  </a:ext>
                </a:extLst>
              </p:cNvPr>
              <p:cNvSpPr/>
              <p:nvPr/>
            </p:nvSpPr>
            <p:spPr>
              <a:xfrm>
                <a:off x="10556491" y="621603"/>
                <a:ext cx="805835" cy="80513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34" name="Gerader Verbinder 233">
              <a:extLst>
                <a:ext uri="{FF2B5EF4-FFF2-40B4-BE49-F238E27FC236}">
                  <a16:creationId xmlns:a16="http://schemas.microsoft.com/office/drawing/2014/main" id="{5302AAD5-FA8B-6F3B-E59A-46E39B6A8CED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595382"/>
              <a:ext cx="166950" cy="124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Gerader Verbinder 234">
              <a:extLst>
                <a:ext uri="{FF2B5EF4-FFF2-40B4-BE49-F238E27FC236}">
                  <a16:creationId xmlns:a16="http://schemas.microsoft.com/office/drawing/2014/main" id="{4453525F-5CA5-9D35-3D84-72B2DD9B185C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2720562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Gerader Verbinder 235">
              <a:extLst>
                <a:ext uri="{FF2B5EF4-FFF2-40B4-BE49-F238E27FC236}">
                  <a16:creationId xmlns:a16="http://schemas.microsoft.com/office/drawing/2014/main" id="{4EB87B9D-ED0E-7522-60A1-F51F012C0EFE}"/>
                </a:ext>
              </a:extLst>
            </p:cNvPr>
            <p:cNvCxnSpPr>
              <a:cxnSpLocks/>
            </p:cNvCxnSpPr>
            <p:nvPr/>
          </p:nvCxnSpPr>
          <p:spPr>
            <a:xfrm>
              <a:off x="8324850" y="2470205"/>
              <a:ext cx="840349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r Verbinder 240">
              <a:extLst>
                <a:ext uri="{FF2B5EF4-FFF2-40B4-BE49-F238E27FC236}">
                  <a16:creationId xmlns:a16="http://schemas.microsoft.com/office/drawing/2014/main" id="{29BF25E3-F0BB-77D6-43B4-321C1A666781}"/>
                </a:ext>
              </a:extLst>
            </p:cNvPr>
            <p:cNvCxnSpPr>
              <a:cxnSpLocks/>
            </p:cNvCxnSpPr>
            <p:nvPr/>
          </p:nvCxnSpPr>
          <p:spPr>
            <a:xfrm>
              <a:off x="8329740" y="2218604"/>
              <a:ext cx="166950" cy="1247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Gerader Verbinder 242">
              <a:extLst>
                <a:ext uri="{FF2B5EF4-FFF2-40B4-BE49-F238E27FC236}">
                  <a16:creationId xmlns:a16="http://schemas.microsoft.com/office/drawing/2014/main" id="{6931A81B-EC57-BF17-0E63-043BB25B17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1700" y="2218604"/>
              <a:ext cx="0" cy="118748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Gerader Verbinder 231">
              <a:extLst>
                <a:ext uri="{FF2B5EF4-FFF2-40B4-BE49-F238E27FC236}">
                  <a16:creationId xmlns:a16="http://schemas.microsoft.com/office/drawing/2014/main" id="{8852FDA3-2861-F479-FD8E-58E498F11A83}"/>
                </a:ext>
              </a:extLst>
            </p:cNvPr>
            <p:cNvCxnSpPr>
              <a:cxnSpLocks/>
            </p:cNvCxnSpPr>
            <p:nvPr/>
          </p:nvCxnSpPr>
          <p:spPr>
            <a:xfrm>
              <a:off x="8521700" y="2346275"/>
              <a:ext cx="643499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2051203F-0A09-9478-5156-A586E646B529}"/>
                </a:ext>
              </a:extLst>
            </p:cNvPr>
            <p:cNvSpPr txBox="1"/>
            <p:nvPr/>
          </p:nvSpPr>
          <p:spPr>
            <a:xfrm>
              <a:off x="8737139" y="2534968"/>
              <a:ext cx="3080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900" dirty="0"/>
                <a:t>9V</a:t>
              </a:r>
            </a:p>
          </p:txBody>
        </p:sp>
        <p:cxnSp>
          <p:nvCxnSpPr>
            <p:cNvPr id="251" name="Gerader Verbinder 250">
              <a:extLst>
                <a:ext uri="{FF2B5EF4-FFF2-40B4-BE49-F238E27FC236}">
                  <a16:creationId xmlns:a16="http://schemas.microsoft.com/office/drawing/2014/main" id="{B11E9F7F-D217-D110-ACAB-A86B8E26FF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9880"/>
              <a:ext cx="0" cy="1648003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Gerader Verbinder 254">
              <a:extLst>
                <a:ext uri="{FF2B5EF4-FFF2-40B4-BE49-F238E27FC236}">
                  <a16:creationId xmlns:a16="http://schemas.microsoft.com/office/drawing/2014/main" id="{20127A2E-8B61-F554-146B-2C83CB0DFA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75599" y="565263"/>
              <a:ext cx="729063" cy="4617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8A13D672-3B07-3485-0EA1-F76AB0C690F4}"/>
                </a:ext>
              </a:extLst>
            </p:cNvPr>
            <p:cNvCxnSpPr>
              <a:cxnSpLocks/>
            </p:cNvCxnSpPr>
            <p:nvPr/>
          </p:nvCxnSpPr>
          <p:spPr>
            <a:xfrm>
              <a:off x="8675599" y="2217883"/>
              <a:ext cx="489600" cy="0"/>
            </a:xfrm>
            <a:prstGeom prst="line">
              <a:avLst/>
            </a:prstGeom>
            <a:ln w="31750" cap="sq">
              <a:solidFill>
                <a:srgbClr val="00B05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B16F5DB1-103F-1375-C203-8397D7AE4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86774" y="1147327"/>
              <a:ext cx="0" cy="948594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Gerader Verbinder 261">
              <a:extLst>
                <a:ext uri="{FF2B5EF4-FFF2-40B4-BE49-F238E27FC236}">
                  <a16:creationId xmlns:a16="http://schemas.microsoft.com/office/drawing/2014/main" id="{6C3804CA-B09F-9A49-AFE6-DDA533372A5A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1147327"/>
              <a:ext cx="614713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Gerader Verbinder 228">
              <a:extLst>
                <a:ext uri="{FF2B5EF4-FFF2-40B4-BE49-F238E27FC236}">
                  <a16:creationId xmlns:a16="http://schemas.microsoft.com/office/drawing/2014/main" id="{96DED76F-55F5-775D-0027-3F6B1AFEEDEF}"/>
                </a:ext>
              </a:extLst>
            </p:cNvPr>
            <p:cNvCxnSpPr>
              <a:cxnSpLocks/>
            </p:cNvCxnSpPr>
            <p:nvPr/>
          </p:nvCxnSpPr>
          <p:spPr>
            <a:xfrm>
              <a:off x="8786774" y="2095921"/>
              <a:ext cx="381600" cy="0"/>
            </a:xfrm>
            <a:prstGeom prst="line">
              <a:avLst/>
            </a:prstGeom>
            <a:ln w="31750" cap="sq">
              <a:solidFill>
                <a:schemeClr val="tx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Gerader Verbinder 264">
              <a:extLst>
                <a:ext uri="{FF2B5EF4-FFF2-40B4-BE49-F238E27FC236}">
                  <a16:creationId xmlns:a16="http://schemas.microsoft.com/office/drawing/2014/main" id="{FEBACA47-35BF-D8AA-2BAE-F9157CBCF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11267" y="1386197"/>
              <a:ext cx="0" cy="46815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Gerader Verbinder 266">
              <a:extLst>
                <a:ext uri="{FF2B5EF4-FFF2-40B4-BE49-F238E27FC236}">
                  <a16:creationId xmlns:a16="http://schemas.microsoft.com/office/drawing/2014/main" id="{64C90036-7E24-2FA9-55A2-34B82F9C76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5938" y="1389819"/>
              <a:ext cx="0" cy="111305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Gerader Verbinder 269">
              <a:extLst>
                <a:ext uri="{FF2B5EF4-FFF2-40B4-BE49-F238E27FC236}">
                  <a16:creationId xmlns:a16="http://schemas.microsoft.com/office/drawing/2014/main" id="{E9222927-2723-0E6B-323B-3A5A9CD629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98249" y="1516999"/>
              <a:ext cx="0" cy="326311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Gerader Verbinder 230">
              <a:extLst>
                <a:ext uri="{FF2B5EF4-FFF2-40B4-BE49-F238E27FC236}">
                  <a16:creationId xmlns:a16="http://schemas.microsoft.com/office/drawing/2014/main" id="{AFEA17FB-7CD5-2AD6-9A3B-30967906DB5A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844320"/>
              <a:ext cx="166950" cy="1247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Gerader Verbinder 272">
              <a:extLst>
                <a:ext uri="{FF2B5EF4-FFF2-40B4-BE49-F238E27FC236}">
                  <a16:creationId xmlns:a16="http://schemas.microsoft.com/office/drawing/2014/main" id="{1186917A-CE2A-9C3B-36A0-91D263039D44}"/>
                </a:ext>
              </a:extLst>
            </p:cNvPr>
            <p:cNvCxnSpPr>
              <a:cxnSpLocks/>
            </p:cNvCxnSpPr>
            <p:nvPr/>
          </p:nvCxnSpPr>
          <p:spPr>
            <a:xfrm>
              <a:off x="8998249" y="1516999"/>
              <a:ext cx="1204514" cy="0"/>
            </a:xfrm>
            <a:prstGeom prst="line">
              <a:avLst/>
            </a:prstGeom>
            <a:ln w="31750" cap="sq">
              <a:solidFill>
                <a:schemeClr val="accent1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Gerader Verbinder 274">
              <a:extLst>
                <a:ext uri="{FF2B5EF4-FFF2-40B4-BE49-F238E27FC236}">
                  <a16:creationId xmlns:a16="http://schemas.microsoft.com/office/drawing/2014/main" id="{17097A6C-0AD3-95F7-30B8-3F5F0C808E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94363" y="1442906"/>
              <a:ext cx="5107" cy="527512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Gerader Verbinder 277">
              <a:extLst>
                <a:ext uri="{FF2B5EF4-FFF2-40B4-BE49-F238E27FC236}">
                  <a16:creationId xmlns:a16="http://schemas.microsoft.com/office/drawing/2014/main" id="{79F64422-D33B-8CE3-935B-41B8252287EB}"/>
                </a:ext>
              </a:extLst>
            </p:cNvPr>
            <p:cNvCxnSpPr>
              <a:cxnSpLocks/>
            </p:cNvCxnSpPr>
            <p:nvPr/>
          </p:nvCxnSpPr>
          <p:spPr>
            <a:xfrm>
              <a:off x="8897949" y="1436187"/>
              <a:ext cx="708713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Gerader Verbinder 229">
              <a:extLst>
                <a:ext uri="{FF2B5EF4-FFF2-40B4-BE49-F238E27FC236}">
                  <a16:creationId xmlns:a16="http://schemas.microsoft.com/office/drawing/2014/main" id="{7A91810A-9B1B-0D34-7B2A-8E3145AADB87}"/>
                </a:ext>
              </a:extLst>
            </p:cNvPr>
            <p:cNvCxnSpPr>
              <a:cxnSpLocks/>
            </p:cNvCxnSpPr>
            <p:nvPr/>
          </p:nvCxnSpPr>
          <p:spPr>
            <a:xfrm>
              <a:off x="8891599" y="1970418"/>
              <a:ext cx="273600" cy="0"/>
            </a:xfrm>
            <a:prstGeom prst="line">
              <a:avLst/>
            </a:prstGeom>
            <a:ln w="31750" cap="sq">
              <a:solidFill>
                <a:srgbClr val="FF0000"/>
              </a:solidFill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3" name="Gruppieren 322">
              <a:extLst>
                <a:ext uri="{FF2B5EF4-FFF2-40B4-BE49-F238E27FC236}">
                  <a16:creationId xmlns:a16="http://schemas.microsoft.com/office/drawing/2014/main" id="{BE5AA38C-75F1-5E53-D43C-C13BB26102ED}"/>
                </a:ext>
              </a:extLst>
            </p:cNvPr>
            <p:cNvGrpSpPr/>
            <p:nvPr/>
          </p:nvGrpSpPr>
          <p:grpSpPr>
            <a:xfrm>
              <a:off x="9189048" y="1573708"/>
              <a:ext cx="1440000" cy="1440000"/>
              <a:chOff x="9189048" y="1573708"/>
              <a:chExt cx="1440000" cy="1440000"/>
            </a:xfrm>
          </p:grpSpPr>
          <p:sp>
            <p:nvSpPr>
              <p:cNvPr id="216" name="Achteck 215">
                <a:extLst>
                  <a:ext uri="{FF2B5EF4-FFF2-40B4-BE49-F238E27FC236}">
                    <a16:creationId xmlns:a16="http://schemas.microsoft.com/office/drawing/2014/main" id="{648E24B5-D97A-6FFF-95FE-2DCCAFC622F2}"/>
                  </a:ext>
                </a:extLst>
              </p:cNvPr>
              <p:cNvSpPr/>
              <p:nvPr/>
            </p:nvSpPr>
            <p:spPr>
              <a:xfrm>
                <a:off x="9189048" y="1573708"/>
                <a:ext cx="1440000" cy="1440000"/>
              </a:xfrm>
              <a:prstGeom prst="octagon">
                <a:avLst>
                  <a:gd name="adj" fmla="val 13380"/>
                </a:avLst>
              </a:prstGeom>
              <a:solidFill>
                <a:schemeClr val="bg1">
                  <a:lumMod val="65000"/>
                  <a:alpha val="20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293" name="Gruppieren 292">
                <a:extLst>
                  <a:ext uri="{FF2B5EF4-FFF2-40B4-BE49-F238E27FC236}">
                    <a16:creationId xmlns:a16="http://schemas.microsoft.com/office/drawing/2014/main" id="{F19401DC-A75C-E601-F55D-F6360C8D177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3" y="1795498"/>
                <a:ext cx="281556" cy="468000"/>
                <a:chOff x="7462666" y="2009937"/>
                <a:chExt cx="433247" cy="720140"/>
              </a:xfrm>
            </p:grpSpPr>
            <p:sp>
              <p:nvSpPr>
                <p:cNvPr id="294" name="Rechteck 293">
                  <a:extLst>
                    <a:ext uri="{FF2B5EF4-FFF2-40B4-BE49-F238E27FC236}">
                      <a16:creationId xmlns:a16="http://schemas.microsoft.com/office/drawing/2014/main" id="{3765A231-B32E-A3EF-AFCC-62EE25BBC0A1}"/>
                    </a:ext>
                  </a:extLst>
                </p:cNvPr>
                <p:cNvSpPr/>
                <p:nvPr/>
              </p:nvSpPr>
              <p:spPr>
                <a:xfrm>
                  <a:off x="7463913" y="2009937"/>
                  <a:ext cx="432000" cy="72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295" name="Ellipse 294">
                  <a:extLst>
                    <a:ext uri="{FF2B5EF4-FFF2-40B4-BE49-F238E27FC236}">
                      <a16:creationId xmlns:a16="http://schemas.microsoft.com/office/drawing/2014/main" id="{72A27BFD-2D9C-F6DF-9ADD-46E656173BE1}"/>
                    </a:ext>
                  </a:extLst>
                </p:cNvPr>
                <p:cNvSpPr/>
                <p:nvPr/>
              </p:nvSpPr>
              <p:spPr>
                <a:xfrm>
                  <a:off x="7649823" y="202882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296" name="Ellipse 295">
                  <a:extLst>
                    <a:ext uri="{FF2B5EF4-FFF2-40B4-BE49-F238E27FC236}">
                      <a16:creationId xmlns:a16="http://schemas.microsoft.com/office/drawing/2014/main" id="{976FC47E-8C1D-23B9-CE72-030DED21555D}"/>
                    </a:ext>
                  </a:extLst>
                </p:cNvPr>
                <p:cNvSpPr/>
                <p:nvPr/>
              </p:nvSpPr>
              <p:spPr>
                <a:xfrm>
                  <a:off x="7649823" y="220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7" name="Ellipse 296">
                  <a:extLst>
                    <a:ext uri="{FF2B5EF4-FFF2-40B4-BE49-F238E27FC236}">
                      <a16:creationId xmlns:a16="http://schemas.microsoft.com/office/drawing/2014/main" id="{EF451C09-9DDE-6BF8-8E14-8B5873F28FC6}"/>
                    </a:ext>
                  </a:extLst>
                </p:cNvPr>
                <p:cNvSpPr/>
                <p:nvPr/>
              </p:nvSpPr>
              <p:spPr>
                <a:xfrm>
                  <a:off x="7649823" y="2381175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8" name="Ellipse 297">
                  <a:extLst>
                    <a:ext uri="{FF2B5EF4-FFF2-40B4-BE49-F238E27FC236}">
                      <a16:creationId xmlns:a16="http://schemas.microsoft.com/office/drawing/2014/main" id="{0BD40D52-6686-C0CB-BBD8-45182F505DBC}"/>
                    </a:ext>
                  </a:extLst>
                </p:cNvPr>
                <p:cNvSpPr/>
                <p:nvPr/>
              </p:nvSpPr>
              <p:spPr>
                <a:xfrm>
                  <a:off x="7649823" y="2565000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99" name="Rechteck 298">
                  <a:extLst>
                    <a:ext uri="{FF2B5EF4-FFF2-40B4-BE49-F238E27FC236}">
                      <a16:creationId xmlns:a16="http://schemas.microsoft.com/office/drawing/2014/main" id="{1AA7FFE5-3DBB-BBEC-02D2-D8D03F6AD595}"/>
                    </a:ext>
                  </a:extLst>
                </p:cNvPr>
                <p:cNvSpPr/>
                <p:nvPr/>
              </p:nvSpPr>
              <p:spPr>
                <a:xfrm>
                  <a:off x="7462666" y="201079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0" name="Rechteck 299">
                  <a:extLst>
                    <a:ext uri="{FF2B5EF4-FFF2-40B4-BE49-F238E27FC236}">
                      <a16:creationId xmlns:a16="http://schemas.microsoft.com/office/drawing/2014/main" id="{4B5542A6-2C93-49D4-2823-41CE00A5FB7B}"/>
                    </a:ext>
                  </a:extLst>
                </p:cNvPr>
                <p:cNvSpPr/>
                <p:nvPr/>
              </p:nvSpPr>
              <p:spPr>
                <a:xfrm>
                  <a:off x="7462666" y="255007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1" name="Rechteck 300">
                  <a:extLst>
                    <a:ext uri="{FF2B5EF4-FFF2-40B4-BE49-F238E27FC236}">
                      <a16:creationId xmlns:a16="http://schemas.microsoft.com/office/drawing/2014/main" id="{61AE4AC2-4EED-8285-0822-A1443C8ECB3B}"/>
                    </a:ext>
                  </a:extLst>
                </p:cNvPr>
                <p:cNvSpPr/>
                <p:nvPr/>
              </p:nvSpPr>
              <p:spPr>
                <a:xfrm>
                  <a:off x="7462666" y="237031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2" name="Rechteck 301">
                  <a:extLst>
                    <a:ext uri="{FF2B5EF4-FFF2-40B4-BE49-F238E27FC236}">
                      <a16:creationId xmlns:a16="http://schemas.microsoft.com/office/drawing/2014/main" id="{F11DDB23-868C-C461-A7AD-E0D57506AC99}"/>
                    </a:ext>
                  </a:extLst>
                </p:cNvPr>
                <p:cNvSpPr/>
                <p:nvPr/>
              </p:nvSpPr>
              <p:spPr>
                <a:xfrm>
                  <a:off x="7462666" y="2190557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03" name="Gruppieren 302">
                <a:extLst>
                  <a:ext uri="{FF2B5EF4-FFF2-40B4-BE49-F238E27FC236}">
                    <a16:creationId xmlns:a16="http://schemas.microsoft.com/office/drawing/2014/main" id="{FEDFF339-04FE-8A7C-0640-2855C24B80F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628" y="2285351"/>
                <a:ext cx="281126" cy="234000"/>
                <a:chOff x="8238632" y="1988930"/>
                <a:chExt cx="433247" cy="360620"/>
              </a:xfrm>
            </p:grpSpPr>
            <p:sp>
              <p:nvSpPr>
                <p:cNvPr id="304" name="Rechteck 303">
                  <a:extLst>
                    <a:ext uri="{FF2B5EF4-FFF2-40B4-BE49-F238E27FC236}">
                      <a16:creationId xmlns:a16="http://schemas.microsoft.com/office/drawing/2014/main" id="{198AF979-0633-AC7B-9009-E9643933DF52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5" name="Ellipse 304">
                  <a:extLst>
                    <a:ext uri="{FF2B5EF4-FFF2-40B4-BE49-F238E27FC236}">
                      <a16:creationId xmlns:a16="http://schemas.microsoft.com/office/drawing/2014/main" id="{07EB6496-ABD7-9327-2057-168A6AFCE301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6" name="Ellipse 305">
                  <a:extLst>
                    <a:ext uri="{FF2B5EF4-FFF2-40B4-BE49-F238E27FC236}">
                      <a16:creationId xmlns:a16="http://schemas.microsoft.com/office/drawing/2014/main" id="{918A9A7F-D94E-92A1-40DD-EA61E9142033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07" name="Rechteck 306">
                  <a:extLst>
                    <a:ext uri="{FF2B5EF4-FFF2-40B4-BE49-F238E27FC236}">
                      <a16:creationId xmlns:a16="http://schemas.microsoft.com/office/drawing/2014/main" id="{4F7835E2-ED85-BE55-CD49-EF975E38B936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08" name="Rechteck 307">
                  <a:extLst>
                    <a:ext uri="{FF2B5EF4-FFF2-40B4-BE49-F238E27FC236}">
                      <a16:creationId xmlns:a16="http://schemas.microsoft.com/office/drawing/2014/main" id="{A5BD101F-B45A-AF8E-03F2-9A5FD079AF61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grpSp>
            <p:nvGrpSpPr>
              <p:cNvPr id="310" name="Gruppieren 309">
                <a:extLst>
                  <a:ext uri="{FF2B5EF4-FFF2-40B4-BE49-F238E27FC236}">
                    <a16:creationId xmlns:a16="http://schemas.microsoft.com/office/drawing/2014/main" id="{C9872F0C-58A4-F06C-EF25-AC8E635CE36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192224" y="2541561"/>
                <a:ext cx="281126" cy="234000"/>
                <a:chOff x="8238632" y="1988930"/>
                <a:chExt cx="433247" cy="360620"/>
              </a:xfrm>
            </p:grpSpPr>
            <p:sp>
              <p:nvSpPr>
                <p:cNvPr id="311" name="Rechteck 310">
                  <a:extLst>
                    <a:ext uri="{FF2B5EF4-FFF2-40B4-BE49-F238E27FC236}">
                      <a16:creationId xmlns:a16="http://schemas.microsoft.com/office/drawing/2014/main" id="{56886B3F-87C7-F309-23DE-9ACC6651AACA}"/>
                    </a:ext>
                  </a:extLst>
                </p:cNvPr>
                <p:cNvSpPr/>
                <p:nvPr/>
              </p:nvSpPr>
              <p:spPr>
                <a:xfrm>
                  <a:off x="8239879" y="1988930"/>
                  <a:ext cx="432000" cy="36007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2" name="Ellipse 311">
                  <a:extLst>
                    <a:ext uri="{FF2B5EF4-FFF2-40B4-BE49-F238E27FC236}">
                      <a16:creationId xmlns:a16="http://schemas.microsoft.com/office/drawing/2014/main" id="{C1834659-9BC2-904F-1E12-7BCB6BEE86C7}"/>
                    </a:ext>
                  </a:extLst>
                </p:cNvPr>
                <p:cNvSpPr/>
                <p:nvPr/>
              </p:nvSpPr>
              <p:spPr>
                <a:xfrm>
                  <a:off x="8425789" y="2007818"/>
                  <a:ext cx="144000" cy="144000"/>
                </a:xfrm>
                <a:prstGeom prst="ellips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3" name="Ellipse 312">
                  <a:extLst>
                    <a:ext uri="{FF2B5EF4-FFF2-40B4-BE49-F238E27FC236}">
                      <a16:creationId xmlns:a16="http://schemas.microsoft.com/office/drawing/2014/main" id="{7F2D2DD9-B969-5EE7-0104-A9D976CA9F9D}"/>
                    </a:ext>
                  </a:extLst>
                </p:cNvPr>
                <p:cNvSpPr/>
                <p:nvPr/>
              </p:nvSpPr>
              <p:spPr>
                <a:xfrm>
                  <a:off x="8425789" y="2183993"/>
                  <a:ext cx="144000" cy="144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314" name="Rechteck 313">
                  <a:extLst>
                    <a:ext uri="{FF2B5EF4-FFF2-40B4-BE49-F238E27FC236}">
                      <a16:creationId xmlns:a16="http://schemas.microsoft.com/office/drawing/2014/main" id="{51414252-2A39-CF7F-E426-DBA531940BDD}"/>
                    </a:ext>
                  </a:extLst>
                </p:cNvPr>
                <p:cNvSpPr/>
                <p:nvPr/>
              </p:nvSpPr>
              <p:spPr>
                <a:xfrm>
                  <a:off x="8238632" y="198979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  <p:sp>
              <p:nvSpPr>
                <p:cNvPr id="315" name="Rechteck 314">
                  <a:extLst>
                    <a:ext uri="{FF2B5EF4-FFF2-40B4-BE49-F238E27FC236}">
                      <a16:creationId xmlns:a16="http://schemas.microsoft.com/office/drawing/2014/main" id="{DE9F89C4-F25F-05B8-7654-1BD1F66302CF}"/>
                    </a:ext>
                  </a:extLst>
                </p:cNvPr>
                <p:cNvSpPr/>
                <p:nvPr/>
              </p:nvSpPr>
              <p:spPr>
                <a:xfrm>
                  <a:off x="8238632" y="2169550"/>
                  <a:ext cx="90000" cy="180000"/>
                </a:xfrm>
                <a:prstGeom prst="rect">
                  <a:avLst/>
                </a:prstGeom>
                <a:solidFill>
                  <a:srgbClr val="00B050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noFill/>
                  </a:endParaRPr>
                </a:p>
              </p:txBody>
            </p:sp>
          </p:grp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3DA6B595-E8C7-EBF0-F3E3-DE063880C6F3}"/>
                  </a:ext>
                </a:extLst>
              </p:cNvPr>
              <p:cNvSpPr/>
              <p:nvPr/>
            </p:nvSpPr>
            <p:spPr>
              <a:xfrm>
                <a:off x="10255948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B312D84-3891-94EC-B55F-AEEB44A247F5}"/>
                  </a:ext>
                </a:extLst>
              </p:cNvPr>
              <p:cNvSpPr/>
              <p:nvPr/>
            </p:nvSpPr>
            <p:spPr>
              <a:xfrm>
                <a:off x="9533796" y="1773727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8" name="Ellipse 317">
                <a:extLst>
                  <a:ext uri="{FF2B5EF4-FFF2-40B4-BE49-F238E27FC236}">
                    <a16:creationId xmlns:a16="http://schemas.microsoft.com/office/drawing/2014/main" id="{BDAEEEAA-57EA-ED76-74C5-3D99EB568E27}"/>
                  </a:ext>
                </a:extLst>
              </p:cNvPr>
              <p:cNvSpPr/>
              <p:nvPr/>
            </p:nvSpPr>
            <p:spPr>
              <a:xfrm>
                <a:off x="10255948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19" name="Ellipse 318">
                <a:extLst>
                  <a:ext uri="{FF2B5EF4-FFF2-40B4-BE49-F238E27FC236}">
                    <a16:creationId xmlns:a16="http://schemas.microsoft.com/office/drawing/2014/main" id="{FF026F8D-3FD3-67F7-1CF2-BAC1590AA7CE}"/>
                  </a:ext>
                </a:extLst>
              </p:cNvPr>
              <p:cNvSpPr/>
              <p:nvPr/>
            </p:nvSpPr>
            <p:spPr>
              <a:xfrm>
                <a:off x="9533796" y="2699920"/>
                <a:ext cx="108000" cy="10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2" name="Ellipse 321">
                <a:extLst>
                  <a:ext uri="{FF2B5EF4-FFF2-40B4-BE49-F238E27FC236}">
                    <a16:creationId xmlns:a16="http://schemas.microsoft.com/office/drawing/2014/main" id="{D33C0773-7759-5AFA-9193-C76CDF1683E9}"/>
                  </a:ext>
                </a:extLst>
              </p:cNvPr>
              <p:cNvSpPr/>
              <p:nvPr/>
            </p:nvSpPr>
            <p:spPr>
              <a:xfrm>
                <a:off x="9670189" y="2042336"/>
                <a:ext cx="468000" cy="468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324" name="Textfeld 323">
              <a:extLst>
                <a:ext uri="{FF2B5EF4-FFF2-40B4-BE49-F238E27FC236}">
                  <a16:creationId xmlns:a16="http://schemas.microsoft.com/office/drawing/2014/main" id="{B640902E-FE76-13BF-8618-B44E9E3A6A98}"/>
                </a:ext>
              </a:extLst>
            </p:cNvPr>
            <p:cNvSpPr txBox="1"/>
            <p:nvPr/>
          </p:nvSpPr>
          <p:spPr>
            <a:xfrm>
              <a:off x="9746133" y="736545"/>
              <a:ext cx="3161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/>
                <a:t>M</a:t>
              </a:r>
            </a:p>
          </p:txBody>
        </p:sp>
        <p:sp>
          <p:nvSpPr>
            <p:cNvPr id="326" name="Textfeld 325">
              <a:extLst>
                <a:ext uri="{FF2B5EF4-FFF2-40B4-BE49-F238E27FC236}">
                  <a16:creationId xmlns:a16="http://schemas.microsoft.com/office/drawing/2014/main" id="{A83E492D-236B-4680-E7B2-0BDE379E2495}"/>
                </a:ext>
              </a:extLst>
            </p:cNvPr>
            <p:cNvSpPr txBox="1"/>
            <p:nvPr/>
          </p:nvSpPr>
          <p:spPr>
            <a:xfrm>
              <a:off x="9342947" y="1520175"/>
              <a:ext cx="120186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/>
                <a:t>ftRotaryEncoder</a:t>
              </a:r>
              <a:endParaRPr lang="de-DE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677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D2B266D-3625-4584-A5C3-7D3F672CF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D2A5D1-BA0D-47D3-B051-DA7743C4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219825"/>
          </a:xfrm>
          <a:custGeom>
            <a:avLst/>
            <a:gdLst>
              <a:gd name="connsiteX0" fmla="*/ 6789701 w 12192000"/>
              <a:gd name="connsiteY0" fmla="*/ 6151588 h 6219825"/>
              <a:gd name="connsiteX1" fmla="*/ 6788702 w 12192000"/>
              <a:gd name="connsiteY1" fmla="*/ 6151666 h 6219825"/>
              <a:gd name="connsiteX2" fmla="*/ 6788476 w 12192000"/>
              <a:gd name="connsiteY2" fmla="*/ 6152200 h 6219825"/>
              <a:gd name="connsiteX3" fmla="*/ 9834 w 12192000"/>
              <a:gd name="connsiteY3" fmla="*/ 0 h 6219825"/>
              <a:gd name="connsiteX4" fmla="*/ 12357 w 12192000"/>
              <a:gd name="connsiteY4" fmla="*/ 1 h 6219825"/>
              <a:gd name="connsiteX5" fmla="*/ 12192000 w 12192000"/>
              <a:gd name="connsiteY5" fmla="*/ 1 h 6219825"/>
              <a:gd name="connsiteX6" fmla="*/ 12192000 w 12192000"/>
              <a:gd name="connsiteY6" fmla="*/ 5105401 h 6219825"/>
              <a:gd name="connsiteX7" fmla="*/ 12191716 w 12192000"/>
              <a:gd name="connsiteY7" fmla="*/ 5105401 h 6219825"/>
              <a:gd name="connsiteX8" fmla="*/ 12192000 w 12192000"/>
              <a:gd name="connsiteY8" fmla="*/ 5256977 h 6219825"/>
              <a:gd name="connsiteX9" fmla="*/ 12061096 w 12192000"/>
              <a:gd name="connsiteY9" fmla="*/ 5296034 h 6219825"/>
              <a:gd name="connsiteX10" fmla="*/ 11676800 w 12192000"/>
              <a:gd name="connsiteY10" fmla="*/ 5399652 h 6219825"/>
              <a:gd name="connsiteX11" fmla="*/ 10425355 w 12192000"/>
              <a:gd name="connsiteY11" fmla="*/ 5683310 h 6219825"/>
              <a:gd name="connsiteX12" fmla="*/ 9424022 w 12192000"/>
              <a:gd name="connsiteY12" fmla="*/ 5858546 h 6219825"/>
              <a:gd name="connsiteX13" fmla="*/ 8458419 w 12192000"/>
              <a:gd name="connsiteY13" fmla="*/ 5992303 h 6219825"/>
              <a:gd name="connsiteX14" fmla="*/ 7715970 w 12192000"/>
              <a:gd name="connsiteY14" fmla="*/ 6072283 h 6219825"/>
              <a:gd name="connsiteX15" fmla="*/ 6951716 w 12192000"/>
              <a:gd name="connsiteY15" fmla="*/ 6138091 h 6219825"/>
              <a:gd name="connsiteX16" fmla="*/ 6936303 w 12192000"/>
              <a:gd name="connsiteY16" fmla="*/ 6140163 h 6219825"/>
              <a:gd name="connsiteX17" fmla="*/ 6790448 w 12192000"/>
              <a:gd name="connsiteY17" fmla="*/ 6151529 h 6219825"/>
              <a:gd name="connsiteX18" fmla="*/ 6799941 w 12192000"/>
              <a:gd name="connsiteY18" fmla="*/ 6153349 h 6219825"/>
              <a:gd name="connsiteX19" fmla="*/ 6835432 w 12192000"/>
              <a:gd name="connsiteY19" fmla="*/ 6151642 h 6219825"/>
              <a:gd name="connsiteX20" fmla="*/ 6884003 w 12192000"/>
              <a:gd name="connsiteY20" fmla="*/ 6148662 h 6219825"/>
              <a:gd name="connsiteX21" fmla="*/ 7578771 w 12192000"/>
              <a:gd name="connsiteY21" fmla="*/ 6116122 h 6219825"/>
              <a:gd name="connsiteX22" fmla="*/ 8623845 w 12192000"/>
              <a:gd name="connsiteY22" fmla="*/ 6029188 h 6219825"/>
              <a:gd name="connsiteX23" fmla="*/ 9479970 w 12192000"/>
              <a:gd name="connsiteY23" fmla="*/ 5925239 h 6219825"/>
              <a:gd name="connsiteX24" fmla="*/ 10629308 w 12192000"/>
              <a:gd name="connsiteY24" fmla="*/ 5731000 h 6219825"/>
              <a:gd name="connsiteX25" fmla="*/ 11998498 w 12192000"/>
              <a:gd name="connsiteY25" fmla="*/ 5404869 h 6219825"/>
              <a:gd name="connsiteX26" fmla="*/ 12192000 w 12192000"/>
              <a:gd name="connsiteY26" fmla="*/ 5347846 h 6219825"/>
              <a:gd name="connsiteX27" fmla="*/ 12192000 w 12192000"/>
              <a:gd name="connsiteY27" fmla="*/ 5402606 h 6219825"/>
              <a:gd name="connsiteX28" fmla="*/ 11829257 w 12192000"/>
              <a:gd name="connsiteY28" fmla="*/ 5507950 h 6219825"/>
              <a:gd name="connsiteX29" fmla="*/ 10939183 w 12192000"/>
              <a:gd name="connsiteY29" fmla="*/ 5722555 h 6219825"/>
              <a:gd name="connsiteX30" fmla="*/ 9985530 w 12192000"/>
              <a:gd name="connsiteY30" fmla="*/ 5902635 h 6219825"/>
              <a:gd name="connsiteX31" fmla="*/ 9186882 w 12192000"/>
              <a:gd name="connsiteY31" fmla="*/ 6018631 h 6219825"/>
              <a:gd name="connsiteX32" fmla="*/ 8578198 w 12192000"/>
              <a:gd name="connsiteY32" fmla="*/ 6088179 h 6219825"/>
              <a:gd name="connsiteX33" fmla="*/ 7864358 w 12192000"/>
              <a:gd name="connsiteY33" fmla="*/ 6149656 h 6219825"/>
              <a:gd name="connsiteX34" fmla="*/ 6935502 w 12192000"/>
              <a:gd name="connsiteY34" fmla="*/ 6201071 h 6219825"/>
              <a:gd name="connsiteX35" fmla="*/ 6477750 w 12192000"/>
              <a:gd name="connsiteY35" fmla="*/ 6214980 h 6219825"/>
              <a:gd name="connsiteX36" fmla="*/ 6362294 w 12192000"/>
              <a:gd name="connsiteY36" fmla="*/ 6219825 h 6219825"/>
              <a:gd name="connsiteX37" fmla="*/ 6057129 w 12192000"/>
              <a:gd name="connsiteY37" fmla="*/ 6219825 h 6219825"/>
              <a:gd name="connsiteX38" fmla="*/ 5977784 w 12192000"/>
              <a:gd name="connsiteY38" fmla="*/ 6215229 h 6219825"/>
              <a:gd name="connsiteX39" fmla="*/ 5265087 w 12192000"/>
              <a:gd name="connsiteY39" fmla="*/ 6178965 h 6219825"/>
              <a:gd name="connsiteX40" fmla="*/ 4346277 w 12192000"/>
              <a:gd name="connsiteY40" fmla="*/ 6116869 h 6219825"/>
              <a:gd name="connsiteX41" fmla="*/ 3373045 w 12192000"/>
              <a:gd name="connsiteY41" fmla="*/ 6018259 h 6219825"/>
              <a:gd name="connsiteX42" fmla="*/ 2362173 w 12192000"/>
              <a:gd name="connsiteY42" fmla="*/ 5899282 h 6219825"/>
              <a:gd name="connsiteX43" fmla="*/ 1233178 w 12192000"/>
              <a:gd name="connsiteY43" fmla="*/ 5726033 h 6219825"/>
              <a:gd name="connsiteX44" fmla="*/ 68500 w 12192000"/>
              <a:gd name="connsiteY44" fmla="*/ 5486226 h 6219825"/>
              <a:gd name="connsiteX45" fmla="*/ 0 w 12192000"/>
              <a:gd name="connsiteY45" fmla="*/ 5468863 h 6219825"/>
              <a:gd name="connsiteX46" fmla="*/ 0 w 12192000"/>
              <a:gd name="connsiteY46" fmla="*/ 5412351 h 6219825"/>
              <a:gd name="connsiteX47" fmla="*/ 72441 w 12192000"/>
              <a:gd name="connsiteY47" fmla="*/ 5431135 h 6219825"/>
              <a:gd name="connsiteX48" fmla="*/ 600716 w 12192000"/>
              <a:gd name="connsiteY48" fmla="*/ 5549555 h 6219825"/>
              <a:gd name="connsiteX49" fmla="*/ 1769512 w 12192000"/>
              <a:gd name="connsiteY49" fmla="*/ 5759811 h 6219825"/>
              <a:gd name="connsiteX50" fmla="*/ 2613554 w 12192000"/>
              <a:gd name="connsiteY50" fmla="*/ 5876802 h 6219825"/>
              <a:gd name="connsiteX51" fmla="*/ 2581134 w 12192000"/>
              <a:gd name="connsiteY51" fmla="*/ 5866867 h 6219825"/>
              <a:gd name="connsiteX52" fmla="*/ 1112635 w 12192000"/>
              <a:gd name="connsiteY52" fmla="*/ 5534031 h 6219825"/>
              <a:gd name="connsiteX53" fmla="*/ 420412 w 12192000"/>
              <a:gd name="connsiteY53" fmla="*/ 5334514 h 6219825"/>
              <a:gd name="connsiteX54" fmla="*/ 0 w 12192000"/>
              <a:gd name="connsiteY54" fmla="*/ 5195539 h 6219825"/>
              <a:gd name="connsiteX55" fmla="*/ 60 w 12192000"/>
              <a:gd name="connsiteY55" fmla="*/ 5105401 h 6219825"/>
              <a:gd name="connsiteX56" fmla="*/ 0 w 12192000"/>
              <a:gd name="connsiteY56" fmla="*/ 5105401 h 6219825"/>
              <a:gd name="connsiteX57" fmla="*/ 0 w 12192000"/>
              <a:gd name="connsiteY57" fmla="*/ 1 h 6219825"/>
              <a:gd name="connsiteX58" fmla="*/ 9834 w 12192000"/>
              <a:gd name="connsiteY58" fmla="*/ 1 h 6219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2192000" h="6219825">
                <a:moveTo>
                  <a:pt x="6789701" y="6151588"/>
                </a:moveTo>
                <a:lnTo>
                  <a:pt x="6788702" y="6151666"/>
                </a:lnTo>
                <a:cubicBezTo>
                  <a:pt x="6788627" y="6151844"/>
                  <a:pt x="6788551" y="6152022"/>
                  <a:pt x="6788476" y="6152200"/>
                </a:cubicBezTo>
                <a:close/>
                <a:moveTo>
                  <a:pt x="9834" y="0"/>
                </a:moveTo>
                <a:lnTo>
                  <a:pt x="12357" y="1"/>
                </a:lnTo>
                <a:lnTo>
                  <a:pt x="12192000" y="1"/>
                </a:lnTo>
                <a:lnTo>
                  <a:pt x="12192000" y="5105401"/>
                </a:lnTo>
                <a:lnTo>
                  <a:pt x="12191716" y="5105401"/>
                </a:lnTo>
                <a:lnTo>
                  <a:pt x="12192000" y="5256977"/>
                </a:lnTo>
                <a:lnTo>
                  <a:pt x="12061096" y="5296034"/>
                </a:lnTo>
                <a:cubicBezTo>
                  <a:pt x="11933500" y="5332263"/>
                  <a:pt x="11805390" y="5366806"/>
                  <a:pt x="11676800" y="5399652"/>
                </a:cubicBezTo>
                <a:cubicBezTo>
                  <a:pt x="11262789" y="5507204"/>
                  <a:pt x="10845343" y="5600846"/>
                  <a:pt x="10425355" y="5683310"/>
                </a:cubicBezTo>
                <a:cubicBezTo>
                  <a:pt x="10092810" y="5748549"/>
                  <a:pt x="9759033" y="5806970"/>
                  <a:pt x="9424022" y="5858546"/>
                </a:cubicBezTo>
                <a:cubicBezTo>
                  <a:pt x="9102997" y="5908224"/>
                  <a:pt x="8781133" y="5952809"/>
                  <a:pt x="8458419" y="5992303"/>
                </a:cubicBezTo>
                <a:cubicBezTo>
                  <a:pt x="8211360" y="6022481"/>
                  <a:pt x="7963792" y="6048065"/>
                  <a:pt x="7715970" y="6072283"/>
                </a:cubicBezTo>
                <a:lnTo>
                  <a:pt x="6951716" y="6138091"/>
                </a:lnTo>
                <a:lnTo>
                  <a:pt x="6936303" y="6140163"/>
                </a:lnTo>
                <a:lnTo>
                  <a:pt x="6790448" y="6151529"/>
                </a:lnTo>
                <a:lnTo>
                  <a:pt x="6799941" y="6153349"/>
                </a:lnTo>
                <a:cubicBezTo>
                  <a:pt x="6811623" y="6153816"/>
                  <a:pt x="6823734" y="6151642"/>
                  <a:pt x="6835432" y="6151642"/>
                </a:cubicBezTo>
                <a:cubicBezTo>
                  <a:pt x="6851580" y="6151642"/>
                  <a:pt x="6867729" y="6149034"/>
                  <a:pt x="6884003" y="6148662"/>
                </a:cubicBezTo>
                <a:cubicBezTo>
                  <a:pt x="7115805" y="6143198"/>
                  <a:pt x="7347351" y="6131026"/>
                  <a:pt x="7578771" y="6116122"/>
                </a:cubicBezTo>
                <a:cubicBezTo>
                  <a:pt x="7927552" y="6093644"/>
                  <a:pt x="8276080" y="6065453"/>
                  <a:pt x="8623845" y="6029188"/>
                </a:cubicBezTo>
                <a:cubicBezTo>
                  <a:pt x="8909939" y="5999878"/>
                  <a:pt x="9195310" y="5965228"/>
                  <a:pt x="9479970" y="5925239"/>
                </a:cubicBezTo>
                <a:cubicBezTo>
                  <a:pt x="9864901" y="5870842"/>
                  <a:pt x="10248014" y="5806101"/>
                  <a:pt x="10629308" y="5731000"/>
                </a:cubicBezTo>
                <a:cubicBezTo>
                  <a:pt x="11090114" y="5639842"/>
                  <a:pt x="11546975" y="5532291"/>
                  <a:pt x="11998498" y="5404869"/>
                </a:cubicBezTo>
                <a:lnTo>
                  <a:pt x="12192000" y="5347846"/>
                </a:lnTo>
                <a:lnTo>
                  <a:pt x="12192000" y="5402606"/>
                </a:lnTo>
                <a:lnTo>
                  <a:pt x="11829257" y="5507950"/>
                </a:lnTo>
                <a:cubicBezTo>
                  <a:pt x="11534769" y="5587680"/>
                  <a:pt x="11238120" y="5658596"/>
                  <a:pt x="10939183" y="5722555"/>
                </a:cubicBezTo>
                <a:cubicBezTo>
                  <a:pt x="10622824" y="5790365"/>
                  <a:pt x="10304941" y="5850387"/>
                  <a:pt x="9985530" y="5902635"/>
                </a:cubicBezTo>
                <a:cubicBezTo>
                  <a:pt x="9720036" y="5946102"/>
                  <a:pt x="9453814" y="5984764"/>
                  <a:pt x="9186882" y="6018631"/>
                </a:cubicBezTo>
                <a:cubicBezTo>
                  <a:pt x="8984197" y="6044216"/>
                  <a:pt x="8781514" y="6068309"/>
                  <a:pt x="8578198" y="6088179"/>
                </a:cubicBezTo>
                <a:lnTo>
                  <a:pt x="7864358" y="6149656"/>
                </a:lnTo>
                <a:cubicBezTo>
                  <a:pt x="7554994" y="6172009"/>
                  <a:pt x="7245502" y="6189895"/>
                  <a:pt x="6935502" y="6201071"/>
                </a:cubicBezTo>
                <a:lnTo>
                  <a:pt x="6477750" y="6214980"/>
                </a:lnTo>
                <a:cubicBezTo>
                  <a:pt x="6439195" y="6212895"/>
                  <a:pt x="6400529" y="6214521"/>
                  <a:pt x="6362294" y="6219825"/>
                </a:cubicBezTo>
                <a:lnTo>
                  <a:pt x="6057129" y="6219825"/>
                </a:lnTo>
                <a:lnTo>
                  <a:pt x="5977784" y="6215229"/>
                </a:lnTo>
                <a:lnTo>
                  <a:pt x="5265087" y="6178965"/>
                </a:lnTo>
                <a:cubicBezTo>
                  <a:pt x="4958267" y="6166544"/>
                  <a:pt x="4651826" y="6146055"/>
                  <a:pt x="4346277" y="6116869"/>
                </a:cubicBezTo>
                <a:lnTo>
                  <a:pt x="3373045" y="6018259"/>
                </a:lnTo>
                <a:cubicBezTo>
                  <a:pt x="3035412" y="5983982"/>
                  <a:pt x="2698456" y="5944327"/>
                  <a:pt x="2362173" y="5899282"/>
                </a:cubicBezTo>
                <a:cubicBezTo>
                  <a:pt x="1984692" y="5849108"/>
                  <a:pt x="1608364" y="5791358"/>
                  <a:pt x="1233178" y="5726033"/>
                </a:cubicBezTo>
                <a:cubicBezTo>
                  <a:pt x="842181" y="5657291"/>
                  <a:pt x="453758" y="5578770"/>
                  <a:pt x="68500" y="5486226"/>
                </a:cubicBezTo>
                <a:lnTo>
                  <a:pt x="0" y="5468863"/>
                </a:lnTo>
                <a:lnTo>
                  <a:pt x="0" y="5412351"/>
                </a:lnTo>
                <a:lnTo>
                  <a:pt x="72441" y="5431135"/>
                </a:lnTo>
                <a:cubicBezTo>
                  <a:pt x="247961" y="5473331"/>
                  <a:pt x="424164" y="5512608"/>
                  <a:pt x="600716" y="5549555"/>
                </a:cubicBezTo>
                <a:cubicBezTo>
                  <a:pt x="988279" y="5630403"/>
                  <a:pt x="1378133" y="5699330"/>
                  <a:pt x="1769512" y="5759811"/>
                </a:cubicBezTo>
                <a:cubicBezTo>
                  <a:pt x="2052426" y="5803406"/>
                  <a:pt x="2335725" y="5843519"/>
                  <a:pt x="2613554" y="5876802"/>
                </a:cubicBezTo>
                <a:cubicBezTo>
                  <a:pt x="2605544" y="5879410"/>
                  <a:pt x="2594611" y="5869350"/>
                  <a:pt x="2581134" y="5866867"/>
                </a:cubicBezTo>
                <a:cubicBezTo>
                  <a:pt x="2087178" y="5774877"/>
                  <a:pt x="1597684" y="5663937"/>
                  <a:pt x="1112635" y="5534031"/>
                </a:cubicBezTo>
                <a:cubicBezTo>
                  <a:pt x="880453" y="5471934"/>
                  <a:pt x="649713" y="5405428"/>
                  <a:pt x="420412" y="5334514"/>
                </a:cubicBezTo>
                <a:lnTo>
                  <a:pt x="0" y="5195539"/>
                </a:lnTo>
                <a:lnTo>
                  <a:pt x="60" y="5105401"/>
                </a:lnTo>
                <a:lnTo>
                  <a:pt x="0" y="5105401"/>
                </a:lnTo>
                <a:lnTo>
                  <a:pt x="0" y="1"/>
                </a:lnTo>
                <a:lnTo>
                  <a:pt x="983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Grafik 4" descr="Ein Bild, das Spielzeug, Plastik, Im Haus enthält.&#10;&#10;Automatisch generierte Beschreibung">
            <a:extLst>
              <a:ext uri="{FF2B5EF4-FFF2-40B4-BE49-F238E27FC236}">
                <a16:creationId xmlns:a16="http://schemas.microsoft.com/office/drawing/2014/main" id="{91C842BF-90D3-336E-9FAE-256DD2BAF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443" y="1063501"/>
            <a:ext cx="7567867" cy="560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153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8B2C9B2-F3DC-156F-05A8-01FABA409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490662"/>
            <a:ext cx="9105900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095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60A4227C-C9B4-47D2-A9C3-6AAEB81A8256}"/>
              </a:ext>
            </a:extLst>
          </p:cNvPr>
          <p:cNvSpPr/>
          <p:nvPr/>
        </p:nvSpPr>
        <p:spPr>
          <a:xfrm>
            <a:off x="4327262" y="443610"/>
            <a:ext cx="3387433" cy="29853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Elektronik, Elektronisches Gerät, Gerät, Fernbedienung enthält.&#10;&#10;Automatisch generierte Beschreibung">
            <a:extLst>
              <a:ext uri="{FF2B5EF4-FFF2-40B4-BE49-F238E27FC236}">
                <a16:creationId xmlns:a16="http://schemas.microsoft.com/office/drawing/2014/main" id="{B8CEDC44-89B5-E8D4-3CFD-F90293192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30" y="594114"/>
            <a:ext cx="3193057" cy="2834886"/>
          </a:xfrm>
          <a:prstGeom prst="rect">
            <a:avLst/>
          </a:prstGeom>
        </p:spPr>
      </p:pic>
      <p:pic>
        <p:nvPicPr>
          <p:cNvPr id="9" name="Grafik 8" descr="Ein Bild, das Elektronik, Elektrisches Bauelement, Elektronisches Bauteil, Computerkomponenten enthält.&#10;&#10;Automatisch generierte Beschreibung">
            <a:extLst>
              <a:ext uri="{FF2B5EF4-FFF2-40B4-BE49-F238E27FC236}">
                <a16:creationId xmlns:a16="http://schemas.microsoft.com/office/drawing/2014/main" id="{E85A7A98-4136-91B0-7D77-B266EEEA9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195" y="513498"/>
            <a:ext cx="3193057" cy="2834886"/>
          </a:xfrm>
          <a:prstGeom prst="rect">
            <a:avLst/>
          </a:prstGeom>
        </p:spPr>
      </p:pic>
      <p:pic>
        <p:nvPicPr>
          <p:cNvPr id="11" name="Grafik 10" descr="Ein Bild, das Spielzeug, gelb enthält.&#10;&#10;Automatisch generierte Beschreibung">
            <a:extLst>
              <a:ext uri="{FF2B5EF4-FFF2-40B4-BE49-F238E27FC236}">
                <a16:creationId xmlns:a16="http://schemas.microsoft.com/office/drawing/2014/main" id="{CFF7E325-E725-33FE-2A06-259FB56A3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4739" y="575488"/>
            <a:ext cx="3239810" cy="2772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87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710</Words>
  <Application>Microsoft Office PowerPoint</Application>
  <PresentationFormat>Breitbild</PresentationFormat>
  <Paragraphs>635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Trebuchet MS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Stefan Fuss</dc:creator>
  <cp:lastModifiedBy>Stefan Fuss</cp:lastModifiedBy>
  <cp:revision>35</cp:revision>
  <dcterms:created xsi:type="dcterms:W3CDTF">2023-04-26T02:58:08Z</dcterms:created>
  <dcterms:modified xsi:type="dcterms:W3CDTF">2026-08-08T13:07:22Z</dcterms:modified>
</cp:coreProperties>
</file>